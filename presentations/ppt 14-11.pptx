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309" r:id="rId4"/>
    <p:sldId id="322" r:id="rId5"/>
    <p:sldId id="323" r:id="rId6"/>
    <p:sldId id="329" r:id="rId7"/>
    <p:sldId id="261" r:id="rId8"/>
    <p:sldId id="298" r:id="rId9"/>
    <p:sldId id="328" r:id="rId10"/>
    <p:sldId id="325" r:id="rId11"/>
    <p:sldId id="311" r:id="rId12"/>
    <p:sldId id="326" r:id="rId13"/>
    <p:sldId id="297" r:id="rId14"/>
    <p:sldId id="316" r:id="rId15"/>
    <p:sldId id="303" r:id="rId16"/>
    <p:sldId id="306" r:id="rId17"/>
    <p:sldId id="310" r:id="rId18"/>
    <p:sldId id="265" r:id="rId19"/>
    <p:sldId id="327" r:id="rId20"/>
    <p:sldId id="318" r:id="rId21"/>
    <p:sldId id="266" r:id="rId22"/>
    <p:sldId id="330" r:id="rId23"/>
    <p:sldId id="331" r:id="rId24"/>
    <p:sldId id="332" r:id="rId25"/>
    <p:sldId id="333" r:id="rId26"/>
    <p:sldId id="334" r:id="rId27"/>
    <p:sldId id="335" r:id="rId28"/>
    <p:sldId id="336" r:id="rId29"/>
    <p:sldId id="337" r:id="rId30"/>
    <p:sldId id="344" r:id="rId31"/>
    <p:sldId id="338" r:id="rId32"/>
    <p:sldId id="339" r:id="rId33"/>
    <p:sldId id="340" r:id="rId34"/>
    <p:sldId id="343" r:id="rId35"/>
    <p:sldId id="341" r:id="rId36"/>
    <p:sldId id="342" r:id="rId37"/>
    <p:sldId id="275" r:id="rId38"/>
  </p:sldIdLst>
  <p:sldSz cx="9144000" cy="5143500" type="screen16x9"/>
  <p:notesSz cx="6858000" cy="9144000"/>
  <p:embeddedFontLst>
    <p:embeddedFont>
      <p:font typeface="Lato" panose="020F0502020204030203" pitchFamily="34" charset="0"/>
      <p:regular r:id="rId40"/>
      <p:bold r:id="rId41"/>
      <p:italic r:id="rId42"/>
      <p:boldItalic r:id="rId43"/>
    </p:embeddedFont>
    <p:embeddedFont>
      <p:font typeface="Magneto" panose="04030805050802020D02" pitchFamily="82" charset="0"/>
      <p:bold r:id="rId44"/>
    </p:embeddedFont>
    <p:embeddedFont>
      <p:font typeface="Montserrat" panose="00000500000000000000" pitchFamily="2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5" userDrawn="1">
          <p15:clr>
            <a:srgbClr val="747775"/>
          </p15:clr>
        </p15:guide>
        <p15:guide id="2" pos="2842" userDrawn="1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her" initials="MF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9A3"/>
    <a:srgbClr val="1B9693"/>
    <a:srgbClr val="0C373E"/>
    <a:srgbClr val="03515F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78" autoAdjust="0"/>
    <p:restoredTop sz="94602" autoAdjust="0"/>
  </p:normalViewPr>
  <p:slideViewPr>
    <p:cSldViewPr snapToGrid="0" showGuides="1">
      <p:cViewPr varScale="1">
        <p:scale>
          <a:sx n="94" d="100"/>
          <a:sy n="94" d="100"/>
        </p:scale>
        <p:origin x="734" y="77"/>
      </p:cViewPr>
      <p:guideLst>
        <p:guide orient="horz" pos="1605"/>
        <p:guide pos="2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2664"/>
    </p:cViewPr>
  </p:sorterViewPr>
  <p:notesViewPr>
    <p:cSldViewPr snapToGrid="0">
      <p:cViewPr varScale="1">
        <p:scale>
          <a:sx n="58" d="100"/>
          <a:sy n="58" d="100"/>
        </p:scale>
        <p:origin x="331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r>
              <a:rPr lang="ar-EG" dirty="0"/>
              <a:t>ثثثثثثثثثثثثثثثثثثثثثثثث</a:t>
            </a:r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23e4715368d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063" name="Google Shape;1063;g23e4715368d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12e478d9885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231" name="Google Shape;1231;g12e478d9885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1dfe0b786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263" name="Google Shape;1263;g1dfe0b786a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240" name="Google Shape;1240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gec9722e163_0_9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721" name="Google Shape;1721;gec9722e163_0_9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g20f4d7b453e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31" name="Google Shape;1431;g20f4d7b453e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1dfe0b786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263" name="Google Shape;1263;g1dfe0b786a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1dfe0b786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263" name="Google Shape;1263;g1dfe0b786a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741" name="Google Shape;1741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741" name="Google Shape;1741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1dfe0b786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263" name="Google Shape;1263;g1dfe0b786a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gec9722e163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752" name="Google Shape;1752;gec9722e163_0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1">
          <a:extLst>
            <a:ext uri="{FF2B5EF4-FFF2-40B4-BE49-F238E27FC236}">
              <a16:creationId xmlns:a16="http://schemas.microsoft.com/office/drawing/2014/main" id="{D3949193-6E50-BBD8-788F-4E260A710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1dfe0b786a0_0_0:notes">
            <a:extLst>
              <a:ext uri="{FF2B5EF4-FFF2-40B4-BE49-F238E27FC236}">
                <a16:creationId xmlns:a16="http://schemas.microsoft.com/office/drawing/2014/main" id="{0B0944DD-2CBD-34CB-A867-F16E086165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263" name="Google Shape;1263;g1dfe0b786a0_0_0:notes">
            <a:extLst>
              <a:ext uri="{FF2B5EF4-FFF2-40B4-BE49-F238E27FC236}">
                <a16:creationId xmlns:a16="http://schemas.microsoft.com/office/drawing/2014/main" id="{88CE4896-BEC7-F2FA-B247-9945692E57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10817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9">
          <a:extLst>
            <a:ext uri="{FF2B5EF4-FFF2-40B4-BE49-F238E27FC236}">
              <a16:creationId xmlns:a16="http://schemas.microsoft.com/office/drawing/2014/main" id="{D2FE0B64-5D3C-6880-F66A-B36BC4325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g54dda1946d_6_332:notes">
            <a:extLst>
              <a:ext uri="{FF2B5EF4-FFF2-40B4-BE49-F238E27FC236}">
                <a16:creationId xmlns:a16="http://schemas.microsoft.com/office/drawing/2014/main" id="{B33106AA-7DDA-40C5-F7E7-9DFF98D07A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741" name="Google Shape;1741;g54dda1946d_6_332:notes">
            <a:extLst>
              <a:ext uri="{FF2B5EF4-FFF2-40B4-BE49-F238E27FC236}">
                <a16:creationId xmlns:a16="http://schemas.microsoft.com/office/drawing/2014/main" id="{A6662E03-51FE-E681-A537-0475CE58D8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47191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9">
          <a:extLst>
            <a:ext uri="{FF2B5EF4-FFF2-40B4-BE49-F238E27FC236}">
              <a16:creationId xmlns:a16="http://schemas.microsoft.com/office/drawing/2014/main" id="{96AC0DB4-2B90-EF37-55F7-2EF5828E6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g54dda1946d_6_332:notes">
            <a:extLst>
              <a:ext uri="{FF2B5EF4-FFF2-40B4-BE49-F238E27FC236}">
                <a16:creationId xmlns:a16="http://schemas.microsoft.com/office/drawing/2014/main" id="{6CBDB3CB-318A-2500-9DE1-F0D3066FBE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741" name="Google Shape;1741;g54dda1946d_6_332:notes">
            <a:extLst>
              <a:ext uri="{FF2B5EF4-FFF2-40B4-BE49-F238E27FC236}">
                <a16:creationId xmlns:a16="http://schemas.microsoft.com/office/drawing/2014/main" id="{F38B1B4D-E3F7-7499-37C2-6B5A32BD31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031492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1">
          <a:extLst>
            <a:ext uri="{FF2B5EF4-FFF2-40B4-BE49-F238E27FC236}">
              <a16:creationId xmlns:a16="http://schemas.microsoft.com/office/drawing/2014/main" id="{184FEF70-75EA-69DA-94FD-8F73F79CB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1dfe0b786a0_0_0:notes">
            <a:extLst>
              <a:ext uri="{FF2B5EF4-FFF2-40B4-BE49-F238E27FC236}">
                <a16:creationId xmlns:a16="http://schemas.microsoft.com/office/drawing/2014/main" id="{8EEFFF81-AA63-42BC-8E2A-CEC5CB319B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263" name="Google Shape;1263;g1dfe0b786a0_0_0:notes">
            <a:extLst>
              <a:ext uri="{FF2B5EF4-FFF2-40B4-BE49-F238E27FC236}">
                <a16:creationId xmlns:a16="http://schemas.microsoft.com/office/drawing/2014/main" id="{1A6DA7D7-E619-85C0-A535-FC81D016A5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510184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1">
          <a:extLst>
            <a:ext uri="{FF2B5EF4-FFF2-40B4-BE49-F238E27FC236}">
              <a16:creationId xmlns:a16="http://schemas.microsoft.com/office/drawing/2014/main" id="{81F7EB6C-2FF7-F952-DC68-3A7A115F9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1dfe0b786a0_0_0:notes">
            <a:extLst>
              <a:ext uri="{FF2B5EF4-FFF2-40B4-BE49-F238E27FC236}">
                <a16:creationId xmlns:a16="http://schemas.microsoft.com/office/drawing/2014/main" id="{0A866AB4-D3FE-7334-BE7D-BE3C4461FD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263" name="Google Shape;1263;g1dfe0b786a0_0_0:notes">
            <a:extLst>
              <a:ext uri="{FF2B5EF4-FFF2-40B4-BE49-F238E27FC236}">
                <a16:creationId xmlns:a16="http://schemas.microsoft.com/office/drawing/2014/main" id="{83A91345-7E7B-8AD2-1CC2-BEC30ECAFF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04411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1">
          <a:extLst>
            <a:ext uri="{FF2B5EF4-FFF2-40B4-BE49-F238E27FC236}">
              <a16:creationId xmlns:a16="http://schemas.microsoft.com/office/drawing/2014/main" id="{4FA4A347-71EB-B89E-86C8-BB0C58E23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1dfe0b786a0_0_0:notes">
            <a:extLst>
              <a:ext uri="{FF2B5EF4-FFF2-40B4-BE49-F238E27FC236}">
                <a16:creationId xmlns:a16="http://schemas.microsoft.com/office/drawing/2014/main" id="{68BB2360-60EA-4948-B290-8CC208CEE1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263" name="Google Shape;1263;g1dfe0b786a0_0_0:notes">
            <a:extLst>
              <a:ext uri="{FF2B5EF4-FFF2-40B4-BE49-F238E27FC236}">
                <a16:creationId xmlns:a16="http://schemas.microsoft.com/office/drawing/2014/main" id="{29757365-AC36-AA64-5D1F-5C3993B442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992506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1">
          <a:extLst>
            <a:ext uri="{FF2B5EF4-FFF2-40B4-BE49-F238E27FC236}">
              <a16:creationId xmlns:a16="http://schemas.microsoft.com/office/drawing/2014/main" id="{FF404C89-4BD6-22D8-CC16-69BBAE241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1dfe0b786a0_0_0:notes">
            <a:extLst>
              <a:ext uri="{FF2B5EF4-FFF2-40B4-BE49-F238E27FC236}">
                <a16:creationId xmlns:a16="http://schemas.microsoft.com/office/drawing/2014/main" id="{AAC34B5F-524A-3ACE-8F4C-DFB221B662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263" name="Google Shape;1263;g1dfe0b786a0_0_0:notes">
            <a:extLst>
              <a:ext uri="{FF2B5EF4-FFF2-40B4-BE49-F238E27FC236}">
                <a16:creationId xmlns:a16="http://schemas.microsoft.com/office/drawing/2014/main" id="{E82D6A7D-0569-DBB5-01D5-D5409EC135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50163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1">
          <a:extLst>
            <a:ext uri="{FF2B5EF4-FFF2-40B4-BE49-F238E27FC236}">
              <a16:creationId xmlns:a16="http://schemas.microsoft.com/office/drawing/2014/main" id="{E991C95E-5A51-9F63-EDC3-9C7C0105C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1dfe0b786a0_0_0:notes">
            <a:extLst>
              <a:ext uri="{FF2B5EF4-FFF2-40B4-BE49-F238E27FC236}">
                <a16:creationId xmlns:a16="http://schemas.microsoft.com/office/drawing/2014/main" id="{0B1D7F40-0EB9-C784-86E5-F777D74927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263" name="Google Shape;1263;g1dfe0b786a0_0_0:notes">
            <a:extLst>
              <a:ext uri="{FF2B5EF4-FFF2-40B4-BE49-F238E27FC236}">
                <a16:creationId xmlns:a16="http://schemas.microsoft.com/office/drawing/2014/main" id="{BA10742B-927C-EBE0-762A-9C552D322B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805121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1">
          <a:extLst>
            <a:ext uri="{FF2B5EF4-FFF2-40B4-BE49-F238E27FC236}">
              <a16:creationId xmlns:a16="http://schemas.microsoft.com/office/drawing/2014/main" id="{64AE28DE-2E6D-7A2C-7EF5-5EB6785CB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1dfe0b786a0_0_0:notes">
            <a:extLst>
              <a:ext uri="{FF2B5EF4-FFF2-40B4-BE49-F238E27FC236}">
                <a16:creationId xmlns:a16="http://schemas.microsoft.com/office/drawing/2014/main" id="{1B34EE95-B542-B694-DC3A-7F3249EB4F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263" name="Google Shape;1263;g1dfe0b786a0_0_0:notes">
            <a:extLst>
              <a:ext uri="{FF2B5EF4-FFF2-40B4-BE49-F238E27FC236}">
                <a16:creationId xmlns:a16="http://schemas.microsoft.com/office/drawing/2014/main" id="{6F52A8B9-55F6-7B32-C5A3-1CD787AF98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015903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1">
          <a:extLst>
            <a:ext uri="{FF2B5EF4-FFF2-40B4-BE49-F238E27FC236}">
              <a16:creationId xmlns:a16="http://schemas.microsoft.com/office/drawing/2014/main" id="{9652B997-7BD1-BC16-40E0-59189D6B6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1dfe0b786a0_0_0:notes">
            <a:extLst>
              <a:ext uri="{FF2B5EF4-FFF2-40B4-BE49-F238E27FC236}">
                <a16:creationId xmlns:a16="http://schemas.microsoft.com/office/drawing/2014/main" id="{305F8AA4-A37C-B1BD-D439-D5BA64F6B2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263" name="Google Shape;1263;g1dfe0b786a0_0_0:notes">
            <a:extLst>
              <a:ext uri="{FF2B5EF4-FFF2-40B4-BE49-F238E27FC236}">
                <a16:creationId xmlns:a16="http://schemas.microsoft.com/office/drawing/2014/main" id="{B11844F6-2523-FA7C-889C-E793733CE6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23270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0">
          <a:extLst>
            <a:ext uri="{FF2B5EF4-FFF2-40B4-BE49-F238E27FC236}">
              <a16:creationId xmlns:a16="http://schemas.microsoft.com/office/drawing/2014/main" id="{01039665-FF82-06D2-5E78-E872F5EA6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gec9722e163_0_287:notes">
            <a:extLst>
              <a:ext uri="{FF2B5EF4-FFF2-40B4-BE49-F238E27FC236}">
                <a16:creationId xmlns:a16="http://schemas.microsoft.com/office/drawing/2014/main" id="{D419B33C-74A7-FD45-FE6C-AFB76D5D6D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752" name="Google Shape;1752;gec9722e163_0_287:notes">
            <a:extLst>
              <a:ext uri="{FF2B5EF4-FFF2-40B4-BE49-F238E27FC236}">
                <a16:creationId xmlns:a16="http://schemas.microsoft.com/office/drawing/2014/main" id="{7E13217A-1039-32A1-7F58-59B646A72B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35210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0">
          <a:extLst>
            <a:ext uri="{FF2B5EF4-FFF2-40B4-BE49-F238E27FC236}">
              <a16:creationId xmlns:a16="http://schemas.microsoft.com/office/drawing/2014/main" id="{4D6364BC-9489-D9A5-02D6-0E3E0B8A0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gec9722e163_0_287:notes">
            <a:extLst>
              <a:ext uri="{FF2B5EF4-FFF2-40B4-BE49-F238E27FC236}">
                <a16:creationId xmlns:a16="http://schemas.microsoft.com/office/drawing/2014/main" id="{A966F5FD-51BB-8002-4189-CAA87ADA06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752" name="Google Shape;1752;gec9722e163_0_287:notes">
            <a:extLst>
              <a:ext uri="{FF2B5EF4-FFF2-40B4-BE49-F238E27FC236}">
                <a16:creationId xmlns:a16="http://schemas.microsoft.com/office/drawing/2014/main" id="{853BD82B-E187-A5BF-ADCB-299175C404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56417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1">
          <a:extLst>
            <a:ext uri="{FF2B5EF4-FFF2-40B4-BE49-F238E27FC236}">
              <a16:creationId xmlns:a16="http://schemas.microsoft.com/office/drawing/2014/main" id="{5EA3A235-C692-2BE9-29EA-7D2EEAC08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1dfe0b786a0_0_0:notes">
            <a:extLst>
              <a:ext uri="{FF2B5EF4-FFF2-40B4-BE49-F238E27FC236}">
                <a16:creationId xmlns:a16="http://schemas.microsoft.com/office/drawing/2014/main" id="{78E47811-7756-0836-B932-0C9F11EE63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263" name="Google Shape;1263;g1dfe0b786a0_0_0:notes">
            <a:extLst>
              <a:ext uri="{FF2B5EF4-FFF2-40B4-BE49-F238E27FC236}">
                <a16:creationId xmlns:a16="http://schemas.microsoft.com/office/drawing/2014/main" id="{1137B851-A3D7-646A-7674-7145144271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00925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0">
          <a:extLst>
            <a:ext uri="{FF2B5EF4-FFF2-40B4-BE49-F238E27FC236}">
              <a16:creationId xmlns:a16="http://schemas.microsoft.com/office/drawing/2014/main" id="{30D22D70-4C3A-00DC-B316-6BD2F9375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gec9722e163_0_287:notes">
            <a:extLst>
              <a:ext uri="{FF2B5EF4-FFF2-40B4-BE49-F238E27FC236}">
                <a16:creationId xmlns:a16="http://schemas.microsoft.com/office/drawing/2014/main" id="{579E9947-6D1B-087D-4CE6-64AA1D851A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752" name="Google Shape;1752;gec9722e163_0_287:notes">
            <a:extLst>
              <a:ext uri="{FF2B5EF4-FFF2-40B4-BE49-F238E27FC236}">
                <a16:creationId xmlns:a16="http://schemas.microsoft.com/office/drawing/2014/main" id="{B0850E96-E5A6-4AF8-1AE2-69D930DCD9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23841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Google Shape;1979;g1336c2bb6c6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980" name="Google Shape;1980;g1336c2bb6c6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713250" y="3646650"/>
            <a:ext cx="4156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50" y="949175"/>
            <a:ext cx="4609500" cy="2486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6462931" y="130952"/>
            <a:ext cx="3387885" cy="999728"/>
            <a:chOff x="6462931" y="130952"/>
            <a:chExt cx="3387885" cy="999728"/>
          </a:xfrm>
        </p:grpSpPr>
        <p:sp>
          <p:nvSpPr>
            <p:cNvPr id="12" name="Google Shape;12;p2"/>
            <p:cNvSpPr/>
            <p:nvPr/>
          </p:nvSpPr>
          <p:spPr>
            <a:xfrm>
              <a:off x="6462931" y="130952"/>
              <a:ext cx="3387885" cy="296557"/>
            </a:xfrm>
            <a:custGeom>
              <a:avLst/>
              <a:gdLst/>
              <a:ahLst/>
              <a:cxnLst/>
              <a:rect l="l" t="t" r="r" b="b"/>
              <a:pathLst>
                <a:path w="1510628" h="132232" extrusionOk="0">
                  <a:moveTo>
                    <a:pt x="1501148" y="0"/>
                  </a:moveTo>
                  <a:lnTo>
                    <a:pt x="0" y="0"/>
                  </a:lnTo>
                  <a:lnTo>
                    <a:pt x="0" y="132232"/>
                  </a:lnTo>
                  <a:lnTo>
                    <a:pt x="1510629" y="132232"/>
                  </a:lnTo>
                  <a:lnTo>
                    <a:pt x="1510629" y="0"/>
                  </a:lnTo>
                  <a:lnTo>
                    <a:pt x="1501114" y="0"/>
                  </a:lnTo>
                  <a:close/>
                  <a:moveTo>
                    <a:pt x="1491632" y="95427"/>
                  </a:moveTo>
                  <a:lnTo>
                    <a:pt x="1415236" y="19031"/>
                  </a:lnTo>
                  <a:lnTo>
                    <a:pt x="1491632" y="19031"/>
                  </a:lnTo>
                  <a:lnTo>
                    <a:pt x="1491632" y="95427"/>
                  </a:lnTo>
                  <a:close/>
                  <a:moveTo>
                    <a:pt x="132572" y="19031"/>
                  </a:moveTo>
                  <a:lnTo>
                    <a:pt x="314115" y="19031"/>
                  </a:lnTo>
                  <a:lnTo>
                    <a:pt x="222970" y="110177"/>
                  </a:lnTo>
                  <a:lnTo>
                    <a:pt x="225995" y="113201"/>
                  </a:lnTo>
                  <a:lnTo>
                    <a:pt x="219164" y="113201"/>
                  </a:lnTo>
                  <a:lnTo>
                    <a:pt x="222970" y="109395"/>
                  </a:lnTo>
                  <a:lnTo>
                    <a:pt x="132606" y="19031"/>
                  </a:lnTo>
                  <a:close/>
                  <a:moveTo>
                    <a:pt x="199997" y="113201"/>
                  </a:moveTo>
                  <a:lnTo>
                    <a:pt x="32863" y="113201"/>
                  </a:lnTo>
                  <a:lnTo>
                    <a:pt x="116430" y="29634"/>
                  </a:lnTo>
                  <a:lnTo>
                    <a:pt x="199997" y="113201"/>
                  </a:lnTo>
                  <a:close/>
                  <a:moveTo>
                    <a:pt x="330224" y="29634"/>
                  </a:moveTo>
                  <a:lnTo>
                    <a:pt x="413791" y="113201"/>
                  </a:lnTo>
                  <a:lnTo>
                    <a:pt x="246657" y="113201"/>
                  </a:lnTo>
                  <a:lnTo>
                    <a:pt x="330224" y="29634"/>
                  </a:lnTo>
                  <a:close/>
                  <a:moveTo>
                    <a:pt x="346332" y="19031"/>
                  </a:moveTo>
                  <a:lnTo>
                    <a:pt x="527876" y="19031"/>
                  </a:lnTo>
                  <a:lnTo>
                    <a:pt x="436730" y="110177"/>
                  </a:lnTo>
                  <a:lnTo>
                    <a:pt x="439755" y="113201"/>
                  </a:lnTo>
                  <a:lnTo>
                    <a:pt x="432924" y="113201"/>
                  </a:lnTo>
                  <a:lnTo>
                    <a:pt x="436730" y="109395"/>
                  </a:lnTo>
                  <a:lnTo>
                    <a:pt x="346366" y="19031"/>
                  </a:lnTo>
                  <a:close/>
                  <a:moveTo>
                    <a:pt x="543984" y="29634"/>
                  </a:moveTo>
                  <a:lnTo>
                    <a:pt x="627551" y="113201"/>
                  </a:lnTo>
                  <a:lnTo>
                    <a:pt x="460417" y="113201"/>
                  </a:lnTo>
                  <a:lnTo>
                    <a:pt x="543984" y="29634"/>
                  </a:lnTo>
                  <a:close/>
                  <a:moveTo>
                    <a:pt x="560127" y="19031"/>
                  </a:moveTo>
                  <a:lnTo>
                    <a:pt x="741636" y="19031"/>
                  </a:lnTo>
                  <a:lnTo>
                    <a:pt x="650490" y="110177"/>
                  </a:lnTo>
                  <a:lnTo>
                    <a:pt x="653515" y="113201"/>
                  </a:lnTo>
                  <a:lnTo>
                    <a:pt x="646684" y="113201"/>
                  </a:lnTo>
                  <a:lnTo>
                    <a:pt x="650490" y="109395"/>
                  </a:lnTo>
                  <a:lnTo>
                    <a:pt x="560127" y="19031"/>
                  </a:lnTo>
                  <a:close/>
                  <a:moveTo>
                    <a:pt x="757778" y="29634"/>
                  </a:moveTo>
                  <a:lnTo>
                    <a:pt x="841345" y="113201"/>
                  </a:lnTo>
                  <a:lnTo>
                    <a:pt x="674211" y="113201"/>
                  </a:lnTo>
                  <a:lnTo>
                    <a:pt x="757778" y="29634"/>
                  </a:lnTo>
                  <a:close/>
                  <a:moveTo>
                    <a:pt x="773921" y="19031"/>
                  </a:moveTo>
                  <a:lnTo>
                    <a:pt x="955430" y="19031"/>
                  </a:lnTo>
                  <a:lnTo>
                    <a:pt x="864285" y="110177"/>
                  </a:lnTo>
                  <a:lnTo>
                    <a:pt x="867309" y="113201"/>
                  </a:lnTo>
                  <a:lnTo>
                    <a:pt x="860479" y="113201"/>
                  </a:lnTo>
                  <a:lnTo>
                    <a:pt x="864285" y="109395"/>
                  </a:lnTo>
                  <a:lnTo>
                    <a:pt x="773921" y="19031"/>
                  </a:lnTo>
                  <a:close/>
                  <a:moveTo>
                    <a:pt x="971573" y="29668"/>
                  </a:moveTo>
                  <a:lnTo>
                    <a:pt x="1055140" y="113235"/>
                  </a:lnTo>
                  <a:lnTo>
                    <a:pt x="888040" y="113235"/>
                  </a:lnTo>
                  <a:lnTo>
                    <a:pt x="971573" y="29668"/>
                  </a:lnTo>
                  <a:close/>
                  <a:moveTo>
                    <a:pt x="987715" y="19031"/>
                  </a:moveTo>
                  <a:lnTo>
                    <a:pt x="1169224" y="19031"/>
                  </a:lnTo>
                  <a:lnTo>
                    <a:pt x="1078079" y="110177"/>
                  </a:lnTo>
                  <a:lnTo>
                    <a:pt x="1081104" y="113201"/>
                  </a:lnTo>
                  <a:lnTo>
                    <a:pt x="1074273" y="113201"/>
                  </a:lnTo>
                  <a:lnTo>
                    <a:pt x="1078079" y="109395"/>
                  </a:lnTo>
                  <a:lnTo>
                    <a:pt x="987715" y="19031"/>
                  </a:lnTo>
                  <a:close/>
                  <a:moveTo>
                    <a:pt x="1185367" y="29634"/>
                  </a:moveTo>
                  <a:lnTo>
                    <a:pt x="1268934" y="113201"/>
                  </a:lnTo>
                  <a:lnTo>
                    <a:pt x="1101834" y="113201"/>
                  </a:lnTo>
                  <a:lnTo>
                    <a:pt x="1185401" y="29634"/>
                  </a:lnTo>
                  <a:close/>
                  <a:moveTo>
                    <a:pt x="1201509" y="19031"/>
                  </a:moveTo>
                  <a:lnTo>
                    <a:pt x="1383019" y="19031"/>
                  </a:lnTo>
                  <a:lnTo>
                    <a:pt x="1291873" y="110177"/>
                  </a:lnTo>
                  <a:lnTo>
                    <a:pt x="1294898" y="113201"/>
                  </a:lnTo>
                  <a:lnTo>
                    <a:pt x="1288067" y="113201"/>
                  </a:lnTo>
                  <a:lnTo>
                    <a:pt x="1291873" y="109395"/>
                  </a:lnTo>
                  <a:lnTo>
                    <a:pt x="1201509" y="19031"/>
                  </a:lnTo>
                  <a:close/>
                  <a:moveTo>
                    <a:pt x="1399161" y="29668"/>
                  </a:moveTo>
                  <a:lnTo>
                    <a:pt x="1482694" y="113235"/>
                  </a:lnTo>
                  <a:lnTo>
                    <a:pt x="1315594" y="113235"/>
                  </a:lnTo>
                  <a:lnTo>
                    <a:pt x="1399161" y="29668"/>
                  </a:lnTo>
                  <a:close/>
                  <a:moveTo>
                    <a:pt x="100389" y="19031"/>
                  </a:moveTo>
                  <a:lnTo>
                    <a:pt x="19099" y="100321"/>
                  </a:lnTo>
                  <a:lnTo>
                    <a:pt x="19099" y="19031"/>
                  </a:lnTo>
                  <a:lnTo>
                    <a:pt x="100389" y="1903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3" name="Google Shape;13;p2"/>
            <p:cNvGrpSpPr/>
            <p:nvPr/>
          </p:nvGrpSpPr>
          <p:grpSpPr>
            <a:xfrm>
              <a:off x="8260872" y="415239"/>
              <a:ext cx="656068" cy="715441"/>
              <a:chOff x="3397992" y="531703"/>
              <a:chExt cx="292535" cy="319009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3508406" y="801265"/>
                <a:ext cx="68681" cy="11316"/>
              </a:xfrm>
              <a:custGeom>
                <a:avLst/>
                <a:gdLst/>
                <a:ahLst/>
                <a:cxnLst/>
                <a:rect l="l" t="t" r="r" b="b"/>
                <a:pathLst>
                  <a:path w="68681" h="11316" extrusionOk="0">
                    <a:moveTo>
                      <a:pt x="4078" y="11317"/>
                    </a:moveTo>
                    <a:lnTo>
                      <a:pt x="64604" y="11317"/>
                    </a:lnTo>
                    <a:cubicBezTo>
                      <a:pt x="66847" y="11317"/>
                      <a:pt x="68682" y="9278"/>
                      <a:pt x="68682" y="6797"/>
                    </a:cubicBezTo>
                    <a:lnTo>
                      <a:pt x="68682" y="0"/>
                    </a:lnTo>
                    <a:lnTo>
                      <a:pt x="0" y="0"/>
                    </a:lnTo>
                    <a:lnTo>
                      <a:pt x="0" y="6797"/>
                    </a:lnTo>
                    <a:cubicBezTo>
                      <a:pt x="0" y="9278"/>
                      <a:pt x="1835" y="11317"/>
                      <a:pt x="4078" y="113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3508440" y="643749"/>
                <a:ext cx="68647" cy="160507"/>
              </a:xfrm>
              <a:custGeom>
                <a:avLst/>
                <a:gdLst/>
                <a:ahLst/>
                <a:cxnLst/>
                <a:rect l="l" t="t" r="r" b="b"/>
                <a:pathLst>
                  <a:path w="68647" h="160507" extrusionOk="0">
                    <a:moveTo>
                      <a:pt x="0" y="0"/>
                    </a:moveTo>
                    <a:lnTo>
                      <a:pt x="68648" y="0"/>
                    </a:lnTo>
                    <a:lnTo>
                      <a:pt x="68648" y="160507"/>
                    </a:lnTo>
                    <a:lnTo>
                      <a:pt x="0" y="16050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3508440" y="764052"/>
                <a:ext cx="68648" cy="40237"/>
              </a:xfrm>
              <a:custGeom>
                <a:avLst/>
                <a:gdLst/>
                <a:ahLst/>
                <a:cxnLst/>
                <a:rect l="l" t="t" r="r" b="b"/>
                <a:pathLst>
                  <a:path w="68648" h="40237" extrusionOk="0">
                    <a:moveTo>
                      <a:pt x="0" y="40237"/>
                    </a:moveTo>
                    <a:lnTo>
                      <a:pt x="68648" y="40237"/>
                    </a:lnTo>
                    <a:lnTo>
                      <a:pt x="68648" y="0"/>
                    </a:lnTo>
                    <a:lnTo>
                      <a:pt x="0" y="38674"/>
                    </a:lnTo>
                    <a:lnTo>
                      <a:pt x="0" y="40237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3552042" y="643749"/>
                <a:ext cx="13491" cy="160507"/>
              </a:xfrm>
              <a:custGeom>
                <a:avLst/>
                <a:gdLst/>
                <a:ahLst/>
                <a:cxnLst/>
                <a:rect l="l" t="t" r="r" b="b"/>
                <a:pathLst>
                  <a:path w="13491" h="160507" extrusionOk="0">
                    <a:moveTo>
                      <a:pt x="0" y="0"/>
                    </a:moveTo>
                    <a:lnTo>
                      <a:pt x="13492" y="0"/>
                    </a:lnTo>
                    <a:lnTo>
                      <a:pt x="13492" y="160507"/>
                    </a:lnTo>
                    <a:lnTo>
                      <a:pt x="0" y="160507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3516494" y="659755"/>
                <a:ext cx="18147" cy="12509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25095" extrusionOk="0">
                    <a:moveTo>
                      <a:pt x="18147" y="116634"/>
                    </a:moveTo>
                    <a:lnTo>
                      <a:pt x="18147" y="8462"/>
                    </a:lnTo>
                    <a:cubicBezTo>
                      <a:pt x="18147" y="-2821"/>
                      <a:pt x="0" y="-2821"/>
                      <a:pt x="0" y="8462"/>
                    </a:cubicBezTo>
                    <a:lnTo>
                      <a:pt x="0" y="116634"/>
                    </a:lnTo>
                    <a:cubicBezTo>
                      <a:pt x="0" y="127916"/>
                      <a:pt x="18147" y="127916"/>
                      <a:pt x="18147" y="11663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3496580" y="765446"/>
                <a:ext cx="93830" cy="15462"/>
              </a:xfrm>
              <a:custGeom>
                <a:avLst/>
                <a:gdLst/>
                <a:ahLst/>
                <a:cxnLst/>
                <a:rect l="l" t="t" r="r" b="b"/>
                <a:pathLst>
                  <a:path w="93830" h="15462" extrusionOk="0">
                    <a:moveTo>
                      <a:pt x="5573" y="15463"/>
                    </a:moveTo>
                    <a:lnTo>
                      <a:pt x="88257" y="15463"/>
                    </a:lnTo>
                    <a:cubicBezTo>
                      <a:pt x="91315" y="15463"/>
                      <a:pt x="93830" y="12676"/>
                      <a:pt x="93830" y="9278"/>
                    </a:cubicBezTo>
                    <a:lnTo>
                      <a:pt x="93830" y="0"/>
                    </a:lnTo>
                    <a:lnTo>
                      <a:pt x="0" y="0"/>
                    </a:lnTo>
                    <a:lnTo>
                      <a:pt x="0" y="9278"/>
                    </a:lnTo>
                    <a:cubicBezTo>
                      <a:pt x="0" y="12676"/>
                      <a:pt x="2515" y="15463"/>
                      <a:pt x="5573" y="1546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3496614" y="555492"/>
                <a:ext cx="93796" cy="219265"/>
              </a:xfrm>
              <a:custGeom>
                <a:avLst/>
                <a:gdLst/>
                <a:ahLst/>
                <a:cxnLst/>
                <a:rect l="l" t="t" r="r" b="b"/>
                <a:pathLst>
                  <a:path w="93796" h="219265" extrusionOk="0">
                    <a:moveTo>
                      <a:pt x="0" y="0"/>
                    </a:moveTo>
                    <a:lnTo>
                      <a:pt x="93796" y="0"/>
                    </a:lnTo>
                    <a:lnTo>
                      <a:pt x="93796" y="219266"/>
                    </a:lnTo>
                    <a:lnTo>
                      <a:pt x="0" y="21926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3551124" y="555492"/>
                <a:ext cx="25997" cy="219265"/>
              </a:xfrm>
              <a:custGeom>
                <a:avLst/>
                <a:gdLst/>
                <a:ahLst/>
                <a:cxnLst/>
                <a:rect l="l" t="t" r="r" b="b"/>
                <a:pathLst>
                  <a:path w="25997" h="219265" extrusionOk="0">
                    <a:moveTo>
                      <a:pt x="0" y="0"/>
                    </a:moveTo>
                    <a:lnTo>
                      <a:pt x="25998" y="0"/>
                    </a:lnTo>
                    <a:lnTo>
                      <a:pt x="25998" y="219266"/>
                    </a:lnTo>
                    <a:lnTo>
                      <a:pt x="0" y="219266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3504702" y="583036"/>
                <a:ext cx="21308" cy="174950"/>
              </a:xfrm>
              <a:custGeom>
                <a:avLst/>
                <a:gdLst/>
                <a:ahLst/>
                <a:cxnLst/>
                <a:rect l="l" t="t" r="r" b="b"/>
                <a:pathLst>
                  <a:path w="21308" h="174950" extrusionOk="0">
                    <a:moveTo>
                      <a:pt x="21308" y="164398"/>
                    </a:moveTo>
                    <a:lnTo>
                      <a:pt x="21308" y="10552"/>
                    </a:lnTo>
                    <a:cubicBezTo>
                      <a:pt x="21308" y="-3517"/>
                      <a:pt x="0" y="-3517"/>
                      <a:pt x="0" y="10552"/>
                    </a:cubicBezTo>
                    <a:lnTo>
                      <a:pt x="0" y="164398"/>
                    </a:lnTo>
                    <a:cubicBezTo>
                      <a:pt x="0" y="178468"/>
                      <a:pt x="21308" y="178468"/>
                      <a:pt x="21308" y="16439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3477277" y="709950"/>
                <a:ext cx="134101" cy="22055"/>
              </a:xfrm>
              <a:custGeom>
                <a:avLst/>
                <a:gdLst/>
                <a:ahLst/>
                <a:cxnLst/>
                <a:rect l="l" t="t" r="r" b="b"/>
                <a:pathLst>
                  <a:path w="134101" h="22055" extrusionOk="0">
                    <a:moveTo>
                      <a:pt x="7952" y="22056"/>
                    </a:moveTo>
                    <a:lnTo>
                      <a:pt x="126115" y="22056"/>
                    </a:lnTo>
                    <a:cubicBezTo>
                      <a:pt x="130499" y="22056"/>
                      <a:pt x="134102" y="18080"/>
                      <a:pt x="134102" y="13220"/>
                    </a:cubicBezTo>
                    <a:lnTo>
                      <a:pt x="134102" y="0"/>
                    </a:lnTo>
                    <a:lnTo>
                      <a:pt x="0" y="0"/>
                    </a:lnTo>
                    <a:lnTo>
                      <a:pt x="0" y="13220"/>
                    </a:lnTo>
                    <a:cubicBezTo>
                      <a:pt x="0" y="18080"/>
                      <a:pt x="3602" y="22056"/>
                      <a:pt x="7986" y="2205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3477277" y="537786"/>
                <a:ext cx="134033" cy="185383"/>
              </a:xfrm>
              <a:custGeom>
                <a:avLst/>
                <a:gdLst/>
                <a:ahLst/>
                <a:cxnLst/>
                <a:rect l="l" t="t" r="r" b="b"/>
                <a:pathLst>
                  <a:path w="134033" h="185383" extrusionOk="0">
                    <a:moveTo>
                      <a:pt x="0" y="0"/>
                    </a:moveTo>
                    <a:lnTo>
                      <a:pt x="134033" y="0"/>
                    </a:lnTo>
                    <a:lnTo>
                      <a:pt x="134033" y="185383"/>
                    </a:lnTo>
                    <a:lnTo>
                      <a:pt x="0" y="18538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3565534" y="537786"/>
                <a:ext cx="32624" cy="185383"/>
              </a:xfrm>
              <a:custGeom>
                <a:avLst/>
                <a:gdLst/>
                <a:ahLst/>
                <a:cxnLst/>
                <a:rect l="l" t="t" r="r" b="b"/>
                <a:pathLst>
                  <a:path w="32624" h="185383" extrusionOk="0">
                    <a:moveTo>
                      <a:pt x="0" y="0"/>
                    </a:moveTo>
                    <a:lnTo>
                      <a:pt x="32625" y="0"/>
                    </a:lnTo>
                    <a:lnTo>
                      <a:pt x="32625" y="185383"/>
                    </a:lnTo>
                    <a:lnTo>
                      <a:pt x="0" y="185383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3398225" y="531703"/>
                <a:ext cx="292148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292148" h="24400" extrusionOk="0">
                    <a:moveTo>
                      <a:pt x="12069" y="24401"/>
                    </a:moveTo>
                    <a:lnTo>
                      <a:pt x="280068" y="24401"/>
                    </a:lnTo>
                    <a:cubicBezTo>
                      <a:pt x="296176" y="24401"/>
                      <a:pt x="296176" y="0"/>
                      <a:pt x="280068" y="0"/>
                    </a:cubicBezTo>
                    <a:lnTo>
                      <a:pt x="12069" y="0"/>
                    </a:lnTo>
                    <a:cubicBezTo>
                      <a:pt x="-4006" y="0"/>
                      <a:pt x="-4040" y="24401"/>
                      <a:pt x="12069" y="24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3398264" y="544957"/>
                <a:ext cx="292059" cy="11112"/>
              </a:xfrm>
              <a:custGeom>
                <a:avLst/>
                <a:gdLst/>
                <a:ahLst/>
                <a:cxnLst/>
                <a:rect l="l" t="t" r="r" b="b"/>
                <a:pathLst>
                  <a:path w="292059" h="11112" extrusionOk="0">
                    <a:moveTo>
                      <a:pt x="12031" y="11113"/>
                    </a:moveTo>
                    <a:lnTo>
                      <a:pt x="280029" y="11113"/>
                    </a:lnTo>
                    <a:cubicBezTo>
                      <a:pt x="287608" y="11113"/>
                      <a:pt x="291618" y="5743"/>
                      <a:pt x="292060" y="0"/>
                    </a:cubicBezTo>
                    <a:lnTo>
                      <a:pt x="0" y="0"/>
                    </a:lnTo>
                    <a:cubicBezTo>
                      <a:pt x="442" y="5709"/>
                      <a:pt x="4452" y="11113"/>
                      <a:pt x="12031" y="1111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3489375" y="561278"/>
                <a:ext cx="24366" cy="150736"/>
              </a:xfrm>
              <a:custGeom>
                <a:avLst/>
                <a:gdLst/>
                <a:ahLst/>
                <a:cxnLst/>
                <a:rect l="l" t="t" r="r" b="b"/>
                <a:pathLst>
                  <a:path w="24366" h="150736" extrusionOk="0">
                    <a:moveTo>
                      <a:pt x="24367" y="138681"/>
                    </a:moveTo>
                    <a:lnTo>
                      <a:pt x="24367" y="12056"/>
                    </a:lnTo>
                    <a:cubicBezTo>
                      <a:pt x="24367" y="-4019"/>
                      <a:pt x="0" y="-4019"/>
                      <a:pt x="0" y="12056"/>
                    </a:cubicBezTo>
                    <a:lnTo>
                      <a:pt x="0" y="138681"/>
                    </a:lnTo>
                    <a:cubicBezTo>
                      <a:pt x="0" y="154755"/>
                      <a:pt x="24367" y="154755"/>
                      <a:pt x="24367" y="13868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3397992" y="810509"/>
                <a:ext cx="292467" cy="40203"/>
              </a:xfrm>
              <a:custGeom>
                <a:avLst/>
                <a:gdLst/>
                <a:ahLst/>
                <a:cxnLst/>
                <a:rect l="l" t="t" r="r" b="b"/>
                <a:pathLst>
                  <a:path w="292467" h="40203" extrusionOk="0">
                    <a:moveTo>
                      <a:pt x="10059" y="40203"/>
                    </a:moveTo>
                    <a:lnTo>
                      <a:pt x="282442" y="40203"/>
                    </a:lnTo>
                    <a:cubicBezTo>
                      <a:pt x="287948" y="40203"/>
                      <a:pt x="292468" y="35683"/>
                      <a:pt x="292468" y="30144"/>
                    </a:cubicBezTo>
                    <a:lnTo>
                      <a:pt x="292468" y="10059"/>
                    </a:lnTo>
                    <a:cubicBezTo>
                      <a:pt x="292468" y="4520"/>
                      <a:pt x="287948" y="0"/>
                      <a:pt x="282442" y="0"/>
                    </a:cubicBezTo>
                    <a:lnTo>
                      <a:pt x="10059" y="0"/>
                    </a:lnTo>
                    <a:cubicBezTo>
                      <a:pt x="4520" y="0"/>
                      <a:pt x="0" y="4520"/>
                      <a:pt x="0" y="10059"/>
                    </a:cubicBezTo>
                    <a:lnTo>
                      <a:pt x="0" y="30144"/>
                    </a:lnTo>
                    <a:cubicBezTo>
                      <a:pt x="0" y="35683"/>
                      <a:pt x="4520" y="40203"/>
                      <a:pt x="10059" y="4020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3398026" y="810543"/>
                <a:ext cx="292501" cy="20186"/>
              </a:xfrm>
              <a:custGeom>
                <a:avLst/>
                <a:gdLst/>
                <a:ahLst/>
                <a:cxnLst/>
                <a:rect l="l" t="t" r="r" b="b"/>
                <a:pathLst>
                  <a:path w="292501" h="20186" extrusionOk="0">
                    <a:moveTo>
                      <a:pt x="292468" y="20187"/>
                    </a:moveTo>
                    <a:lnTo>
                      <a:pt x="292468" y="10059"/>
                    </a:lnTo>
                    <a:cubicBezTo>
                      <a:pt x="292468" y="4520"/>
                      <a:pt x="287948" y="0"/>
                      <a:pt x="282442" y="0"/>
                    </a:cubicBezTo>
                    <a:lnTo>
                      <a:pt x="10059" y="0"/>
                    </a:lnTo>
                    <a:cubicBezTo>
                      <a:pt x="4520" y="0"/>
                      <a:pt x="0" y="4520"/>
                      <a:pt x="0" y="10059"/>
                    </a:cubicBezTo>
                    <a:lnTo>
                      <a:pt x="0" y="20187"/>
                    </a:lnTo>
                    <a:lnTo>
                      <a:pt x="292502" y="20187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2981625" y="2337213"/>
            <a:ext cx="3180600" cy="7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title" idx="2" hasCustomPrompt="1"/>
          </p:nvPr>
        </p:nvSpPr>
        <p:spPr>
          <a:xfrm>
            <a:off x="3803325" y="1174013"/>
            <a:ext cx="1537200" cy="11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" name="Google Shape;34;p3"/>
          <p:cNvSpPr txBox="1">
            <a:spLocks noGrp="1"/>
          </p:cNvSpPr>
          <p:nvPr>
            <p:ph type="subTitle" idx="1"/>
          </p:nvPr>
        </p:nvSpPr>
        <p:spPr>
          <a:xfrm>
            <a:off x="3321825" y="3213488"/>
            <a:ext cx="2500200" cy="7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grpSp>
        <p:nvGrpSpPr>
          <p:cNvPr id="35" name="Google Shape;35;p3"/>
          <p:cNvGrpSpPr/>
          <p:nvPr/>
        </p:nvGrpSpPr>
        <p:grpSpPr>
          <a:xfrm>
            <a:off x="97034" y="4833804"/>
            <a:ext cx="2938919" cy="327908"/>
            <a:chOff x="633845" y="4048376"/>
            <a:chExt cx="1906408" cy="212706"/>
          </a:xfrm>
        </p:grpSpPr>
        <p:sp>
          <p:nvSpPr>
            <p:cNvPr id="36" name="Google Shape;36;p3"/>
            <p:cNvSpPr/>
            <p:nvPr/>
          </p:nvSpPr>
          <p:spPr>
            <a:xfrm>
              <a:off x="650735" y="4065266"/>
              <a:ext cx="1872696" cy="178892"/>
            </a:xfrm>
            <a:custGeom>
              <a:avLst/>
              <a:gdLst/>
              <a:ahLst/>
              <a:cxnLst/>
              <a:rect l="l" t="t" r="r" b="b"/>
              <a:pathLst>
                <a:path w="1872696" h="178892" extrusionOk="0">
                  <a:moveTo>
                    <a:pt x="1783250" y="0"/>
                  </a:moveTo>
                  <a:lnTo>
                    <a:pt x="1783250" y="0"/>
                  </a:lnTo>
                  <a:cubicBezTo>
                    <a:pt x="1783250" y="0"/>
                    <a:pt x="89480" y="0"/>
                    <a:pt x="89480" y="0"/>
                  </a:cubicBezTo>
                  <a:lnTo>
                    <a:pt x="89480" y="0"/>
                  </a:lnTo>
                  <a:cubicBezTo>
                    <a:pt x="40271" y="0"/>
                    <a:pt x="0" y="40237"/>
                    <a:pt x="0" y="89412"/>
                  </a:cubicBezTo>
                  <a:lnTo>
                    <a:pt x="0" y="89412"/>
                  </a:lnTo>
                  <a:cubicBezTo>
                    <a:pt x="0" y="138621"/>
                    <a:pt x="40271" y="178893"/>
                    <a:pt x="89480" y="178893"/>
                  </a:cubicBezTo>
                  <a:lnTo>
                    <a:pt x="89480" y="178893"/>
                  </a:lnTo>
                  <a:cubicBezTo>
                    <a:pt x="89480" y="178893"/>
                    <a:pt x="1783250" y="178859"/>
                    <a:pt x="1783250" y="178859"/>
                  </a:cubicBezTo>
                  <a:lnTo>
                    <a:pt x="1783250" y="178859"/>
                  </a:lnTo>
                  <a:cubicBezTo>
                    <a:pt x="1832459" y="178893"/>
                    <a:pt x="1872696" y="138655"/>
                    <a:pt x="1872696" y="89446"/>
                  </a:cubicBezTo>
                  <a:lnTo>
                    <a:pt x="1872696" y="89446"/>
                  </a:lnTo>
                  <a:cubicBezTo>
                    <a:pt x="1872696" y="40237"/>
                    <a:pt x="1832425" y="0"/>
                    <a:pt x="1783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714965" y="4057177"/>
              <a:ext cx="23517" cy="23516"/>
            </a:xfrm>
            <a:custGeom>
              <a:avLst/>
              <a:gdLst/>
              <a:ahLst/>
              <a:cxnLst/>
              <a:rect l="l" t="t" r="r" b="b"/>
              <a:pathLst>
                <a:path w="23517" h="23516" extrusionOk="0">
                  <a:moveTo>
                    <a:pt x="11758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268" y="23517"/>
                    <a:pt x="11758" y="23517"/>
                  </a:cubicBezTo>
                  <a:cubicBezTo>
                    <a:pt x="18249" y="23517"/>
                    <a:pt x="23517" y="18249"/>
                    <a:pt x="23517" y="11758"/>
                  </a:cubicBezTo>
                  <a:cubicBezTo>
                    <a:pt x="23517" y="5267"/>
                    <a:pt x="18249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2435140" y="4228933"/>
              <a:ext cx="23516" cy="23483"/>
            </a:xfrm>
            <a:custGeom>
              <a:avLst/>
              <a:gdLst/>
              <a:ahLst/>
              <a:cxnLst/>
              <a:rect l="l" t="t" r="r" b="b"/>
              <a:pathLst>
                <a:path w="23516" h="23483" extrusionOk="0">
                  <a:moveTo>
                    <a:pt x="11758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302" y="23483"/>
                    <a:pt x="11758" y="23483"/>
                  </a:cubicBezTo>
                  <a:cubicBezTo>
                    <a:pt x="18215" y="23483"/>
                    <a:pt x="23517" y="18182"/>
                    <a:pt x="23517" y="11759"/>
                  </a:cubicBezTo>
                  <a:cubicBezTo>
                    <a:pt x="23517" y="5336"/>
                    <a:pt x="18215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675373" y="4078995"/>
              <a:ext cx="23517" cy="23483"/>
            </a:xfrm>
            <a:custGeom>
              <a:avLst/>
              <a:gdLst/>
              <a:ahLst/>
              <a:cxnLst/>
              <a:rect l="l" t="t" r="r" b="b"/>
              <a:pathLst>
                <a:path w="23517" h="23483" extrusionOk="0">
                  <a:moveTo>
                    <a:pt x="11759" y="0"/>
                  </a:moveTo>
                  <a:cubicBezTo>
                    <a:pt x="5268" y="0"/>
                    <a:pt x="0" y="5268"/>
                    <a:pt x="0" y="11725"/>
                  </a:cubicBezTo>
                  <a:cubicBezTo>
                    <a:pt x="0" y="18182"/>
                    <a:pt x="5268" y="23483"/>
                    <a:pt x="11759" y="23483"/>
                  </a:cubicBezTo>
                  <a:cubicBezTo>
                    <a:pt x="18250" y="23483"/>
                    <a:pt x="23517" y="18216"/>
                    <a:pt x="23517" y="11725"/>
                  </a:cubicBezTo>
                  <a:cubicBezTo>
                    <a:pt x="23517" y="5234"/>
                    <a:pt x="18250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2474698" y="4207150"/>
              <a:ext cx="23517" cy="23516"/>
            </a:xfrm>
            <a:custGeom>
              <a:avLst/>
              <a:gdLst/>
              <a:ahLst/>
              <a:cxnLst/>
              <a:rect l="l" t="t" r="r" b="b"/>
              <a:pathLst>
                <a:path w="23517" h="23516" extrusionOk="0">
                  <a:moveTo>
                    <a:pt x="11759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268" y="23517"/>
                    <a:pt x="11759" y="23517"/>
                  </a:cubicBezTo>
                  <a:cubicBezTo>
                    <a:pt x="18250" y="23517"/>
                    <a:pt x="23517" y="18215"/>
                    <a:pt x="23517" y="11758"/>
                  </a:cubicBezTo>
                  <a:cubicBezTo>
                    <a:pt x="23517" y="5301"/>
                    <a:pt x="18216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650157" y="4116174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9" y="23517"/>
                  </a:moveTo>
                  <a:cubicBezTo>
                    <a:pt x="18250" y="23517"/>
                    <a:pt x="23517" y="18215"/>
                    <a:pt x="23517" y="11758"/>
                  </a:cubicBezTo>
                  <a:cubicBezTo>
                    <a:pt x="23517" y="5301"/>
                    <a:pt x="18250" y="0"/>
                    <a:pt x="11759" y="0"/>
                  </a:cubicBezTo>
                  <a:cubicBezTo>
                    <a:pt x="5268" y="0"/>
                    <a:pt x="0" y="5301"/>
                    <a:pt x="0" y="11758"/>
                  </a:cubicBezTo>
                  <a:cubicBezTo>
                    <a:pt x="0" y="18215"/>
                    <a:pt x="5268" y="23517"/>
                    <a:pt x="11759" y="2351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2499914" y="4169937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8" y="0"/>
                  </a:moveTo>
                  <a:cubicBezTo>
                    <a:pt x="5268" y="0"/>
                    <a:pt x="0" y="5268"/>
                    <a:pt x="0" y="11759"/>
                  </a:cubicBezTo>
                  <a:cubicBezTo>
                    <a:pt x="0" y="18249"/>
                    <a:pt x="5268" y="23517"/>
                    <a:pt x="11758" y="23517"/>
                  </a:cubicBezTo>
                  <a:cubicBezTo>
                    <a:pt x="18249" y="23517"/>
                    <a:pt x="23517" y="18249"/>
                    <a:pt x="23517" y="11759"/>
                  </a:cubicBezTo>
                  <a:cubicBezTo>
                    <a:pt x="23517" y="5268"/>
                    <a:pt x="18215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645093" y="4161067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8" y="0"/>
                  </a:moveTo>
                  <a:cubicBezTo>
                    <a:pt x="5268" y="0"/>
                    <a:pt x="0" y="5268"/>
                    <a:pt x="0" y="11759"/>
                  </a:cubicBezTo>
                  <a:cubicBezTo>
                    <a:pt x="0" y="18249"/>
                    <a:pt x="5302" y="23517"/>
                    <a:pt x="11758" y="23517"/>
                  </a:cubicBezTo>
                  <a:cubicBezTo>
                    <a:pt x="18216" y="23517"/>
                    <a:pt x="23517" y="18249"/>
                    <a:pt x="23517" y="11759"/>
                  </a:cubicBezTo>
                  <a:cubicBezTo>
                    <a:pt x="23517" y="5268"/>
                    <a:pt x="18249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2504978" y="4125078"/>
              <a:ext cx="23516" cy="23483"/>
            </a:xfrm>
            <a:custGeom>
              <a:avLst/>
              <a:gdLst/>
              <a:ahLst/>
              <a:cxnLst/>
              <a:rect l="l" t="t" r="r" b="b"/>
              <a:pathLst>
                <a:path w="23516" h="23483" extrusionOk="0">
                  <a:moveTo>
                    <a:pt x="11759" y="0"/>
                  </a:moveTo>
                  <a:cubicBezTo>
                    <a:pt x="5302" y="0"/>
                    <a:pt x="0" y="5268"/>
                    <a:pt x="0" y="11724"/>
                  </a:cubicBezTo>
                  <a:cubicBezTo>
                    <a:pt x="0" y="18181"/>
                    <a:pt x="5302" y="23483"/>
                    <a:pt x="11759" y="23483"/>
                  </a:cubicBezTo>
                  <a:cubicBezTo>
                    <a:pt x="18215" y="23483"/>
                    <a:pt x="23517" y="18215"/>
                    <a:pt x="23517" y="11724"/>
                  </a:cubicBezTo>
                  <a:cubicBezTo>
                    <a:pt x="23517" y="5234"/>
                    <a:pt x="18215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668916" y="4201950"/>
              <a:ext cx="23517" cy="23483"/>
            </a:xfrm>
            <a:custGeom>
              <a:avLst/>
              <a:gdLst/>
              <a:ahLst/>
              <a:cxnLst/>
              <a:rect l="l" t="t" r="r" b="b"/>
              <a:pathLst>
                <a:path w="23517" h="23483" extrusionOk="0">
                  <a:moveTo>
                    <a:pt x="11759" y="0"/>
                  </a:moveTo>
                  <a:cubicBezTo>
                    <a:pt x="5302" y="0"/>
                    <a:pt x="0" y="5268"/>
                    <a:pt x="0" y="11758"/>
                  </a:cubicBezTo>
                  <a:cubicBezTo>
                    <a:pt x="0" y="18249"/>
                    <a:pt x="5302" y="23483"/>
                    <a:pt x="11759" y="23483"/>
                  </a:cubicBezTo>
                  <a:cubicBezTo>
                    <a:pt x="18216" y="23483"/>
                    <a:pt x="23517" y="18181"/>
                    <a:pt x="23517" y="11758"/>
                  </a:cubicBezTo>
                  <a:cubicBezTo>
                    <a:pt x="23517" y="5335"/>
                    <a:pt x="18216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2481155" y="4084161"/>
              <a:ext cx="23483" cy="23517"/>
            </a:xfrm>
            <a:custGeom>
              <a:avLst/>
              <a:gdLst/>
              <a:ahLst/>
              <a:cxnLst/>
              <a:rect l="l" t="t" r="r" b="b"/>
              <a:pathLst>
                <a:path w="23483" h="23517" extrusionOk="0">
                  <a:moveTo>
                    <a:pt x="11759" y="23517"/>
                  </a:moveTo>
                  <a:cubicBezTo>
                    <a:pt x="18215" y="23517"/>
                    <a:pt x="23483" y="18215"/>
                    <a:pt x="23483" y="11759"/>
                  </a:cubicBezTo>
                  <a:cubicBezTo>
                    <a:pt x="23483" y="5302"/>
                    <a:pt x="18215" y="0"/>
                    <a:pt x="11759" y="0"/>
                  </a:cubicBezTo>
                  <a:cubicBezTo>
                    <a:pt x="5302" y="0"/>
                    <a:pt x="0" y="5302"/>
                    <a:pt x="0" y="11759"/>
                  </a:cubicBezTo>
                  <a:cubicBezTo>
                    <a:pt x="0" y="18215"/>
                    <a:pt x="5302" y="23517"/>
                    <a:pt x="11759" y="2351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706605" y="4225297"/>
              <a:ext cx="23483" cy="23517"/>
            </a:xfrm>
            <a:custGeom>
              <a:avLst/>
              <a:gdLst/>
              <a:ahLst/>
              <a:cxnLst/>
              <a:rect l="l" t="t" r="r" b="b"/>
              <a:pathLst>
                <a:path w="23483" h="23517" extrusionOk="0">
                  <a:moveTo>
                    <a:pt x="11759" y="0"/>
                  </a:moveTo>
                  <a:cubicBezTo>
                    <a:pt x="5268" y="0"/>
                    <a:pt x="0" y="5302"/>
                    <a:pt x="0" y="11758"/>
                  </a:cubicBezTo>
                  <a:cubicBezTo>
                    <a:pt x="0" y="18215"/>
                    <a:pt x="5268" y="23517"/>
                    <a:pt x="11759" y="23517"/>
                  </a:cubicBezTo>
                  <a:cubicBezTo>
                    <a:pt x="18250" y="23517"/>
                    <a:pt x="23483" y="18215"/>
                    <a:pt x="23483" y="11758"/>
                  </a:cubicBezTo>
                  <a:cubicBezTo>
                    <a:pt x="23483" y="5302"/>
                    <a:pt x="18216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760436" y="4057007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9" y="0"/>
                  </a:moveTo>
                  <a:cubicBezTo>
                    <a:pt x="5268" y="0"/>
                    <a:pt x="0" y="5268"/>
                    <a:pt x="0" y="11759"/>
                  </a:cubicBezTo>
                  <a:cubicBezTo>
                    <a:pt x="0" y="18249"/>
                    <a:pt x="5268" y="23517"/>
                    <a:pt x="11759" y="23517"/>
                  </a:cubicBezTo>
                  <a:cubicBezTo>
                    <a:pt x="18250" y="23517"/>
                    <a:pt x="23517" y="18249"/>
                    <a:pt x="23517" y="11759"/>
                  </a:cubicBezTo>
                  <a:cubicBezTo>
                    <a:pt x="23517" y="5268"/>
                    <a:pt x="18216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2388956" y="4229103"/>
              <a:ext cx="23516" cy="23483"/>
            </a:xfrm>
            <a:custGeom>
              <a:avLst/>
              <a:gdLst/>
              <a:ahLst/>
              <a:cxnLst/>
              <a:rect l="l" t="t" r="r" b="b"/>
              <a:pathLst>
                <a:path w="23516" h="23483" extrusionOk="0">
                  <a:moveTo>
                    <a:pt x="11759" y="0"/>
                  </a:moveTo>
                  <a:cubicBezTo>
                    <a:pt x="5268" y="0"/>
                    <a:pt x="0" y="5268"/>
                    <a:pt x="0" y="11724"/>
                  </a:cubicBezTo>
                  <a:cubicBezTo>
                    <a:pt x="0" y="18181"/>
                    <a:pt x="5302" y="23483"/>
                    <a:pt x="11759" y="23483"/>
                  </a:cubicBezTo>
                  <a:cubicBezTo>
                    <a:pt x="18215" y="23483"/>
                    <a:pt x="23517" y="18181"/>
                    <a:pt x="23517" y="11724"/>
                  </a:cubicBezTo>
                  <a:cubicBezTo>
                    <a:pt x="23517" y="5268"/>
                    <a:pt x="18215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935624" y="4058843"/>
              <a:ext cx="23483" cy="23517"/>
            </a:xfrm>
            <a:custGeom>
              <a:avLst/>
              <a:gdLst/>
              <a:ahLst/>
              <a:cxnLst/>
              <a:rect l="l" t="t" r="r" b="b"/>
              <a:pathLst>
                <a:path w="23483" h="23517" extrusionOk="0">
                  <a:moveTo>
                    <a:pt x="11758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268" y="23517"/>
                    <a:pt x="11758" y="23517"/>
                  </a:cubicBezTo>
                  <a:cubicBezTo>
                    <a:pt x="18249" y="23517"/>
                    <a:pt x="23483" y="18249"/>
                    <a:pt x="23483" y="11758"/>
                  </a:cubicBezTo>
                  <a:cubicBezTo>
                    <a:pt x="23483" y="5267"/>
                    <a:pt x="18216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2198916" y="4227234"/>
              <a:ext cx="23482" cy="23517"/>
            </a:xfrm>
            <a:custGeom>
              <a:avLst/>
              <a:gdLst/>
              <a:ahLst/>
              <a:cxnLst/>
              <a:rect l="l" t="t" r="r" b="b"/>
              <a:pathLst>
                <a:path w="23482" h="23517" extrusionOk="0">
                  <a:moveTo>
                    <a:pt x="11725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25" y="23517"/>
                  </a:cubicBezTo>
                  <a:cubicBezTo>
                    <a:pt x="18147" y="23517"/>
                    <a:pt x="23483" y="18216"/>
                    <a:pt x="23483" y="11759"/>
                  </a:cubicBezTo>
                  <a:cubicBezTo>
                    <a:pt x="23483" y="5302"/>
                    <a:pt x="18215" y="0"/>
                    <a:pt x="117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1110778" y="4058843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8" y="0"/>
                  </a:moveTo>
                  <a:cubicBezTo>
                    <a:pt x="5302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8" y="23517"/>
                  </a:cubicBezTo>
                  <a:cubicBezTo>
                    <a:pt x="18215" y="23517"/>
                    <a:pt x="23517" y="18249"/>
                    <a:pt x="23517" y="11758"/>
                  </a:cubicBezTo>
                  <a:cubicBezTo>
                    <a:pt x="23517" y="5267"/>
                    <a:pt x="18215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2023728" y="4227234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8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8" y="23517"/>
                  </a:cubicBezTo>
                  <a:cubicBezTo>
                    <a:pt x="18215" y="23517"/>
                    <a:pt x="23517" y="18216"/>
                    <a:pt x="23517" y="11759"/>
                  </a:cubicBezTo>
                  <a:cubicBezTo>
                    <a:pt x="23517" y="5302"/>
                    <a:pt x="18249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1285932" y="4058843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8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268" y="23517"/>
                    <a:pt x="11758" y="23517"/>
                  </a:cubicBezTo>
                  <a:cubicBezTo>
                    <a:pt x="18249" y="23517"/>
                    <a:pt x="23517" y="18249"/>
                    <a:pt x="23517" y="11758"/>
                  </a:cubicBezTo>
                  <a:cubicBezTo>
                    <a:pt x="23517" y="5267"/>
                    <a:pt x="18215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1848540" y="4227234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9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9" y="23517"/>
                  </a:cubicBezTo>
                  <a:cubicBezTo>
                    <a:pt x="18216" y="23517"/>
                    <a:pt x="23517" y="18216"/>
                    <a:pt x="23517" y="11759"/>
                  </a:cubicBezTo>
                  <a:cubicBezTo>
                    <a:pt x="23517" y="5302"/>
                    <a:pt x="18216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1461155" y="4058843"/>
              <a:ext cx="23483" cy="23517"/>
            </a:xfrm>
            <a:custGeom>
              <a:avLst/>
              <a:gdLst/>
              <a:ahLst/>
              <a:cxnLst/>
              <a:rect l="l" t="t" r="r" b="b"/>
              <a:pathLst>
                <a:path w="23483" h="23517" extrusionOk="0">
                  <a:moveTo>
                    <a:pt x="11724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268" y="23517"/>
                    <a:pt x="11724" y="23517"/>
                  </a:cubicBezTo>
                  <a:cubicBezTo>
                    <a:pt x="18181" y="23517"/>
                    <a:pt x="23483" y="18249"/>
                    <a:pt x="23483" y="11758"/>
                  </a:cubicBezTo>
                  <a:cubicBezTo>
                    <a:pt x="23483" y="5267"/>
                    <a:pt x="18215" y="0"/>
                    <a:pt x="117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1673420" y="4227234"/>
              <a:ext cx="23483" cy="23517"/>
            </a:xfrm>
            <a:custGeom>
              <a:avLst/>
              <a:gdLst/>
              <a:ahLst/>
              <a:cxnLst/>
              <a:rect l="l" t="t" r="r" b="b"/>
              <a:pathLst>
                <a:path w="23483" h="23517" extrusionOk="0">
                  <a:moveTo>
                    <a:pt x="11725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268" y="23517"/>
                    <a:pt x="11725" y="23517"/>
                  </a:cubicBezTo>
                  <a:cubicBezTo>
                    <a:pt x="18182" y="23517"/>
                    <a:pt x="23483" y="18216"/>
                    <a:pt x="23483" y="11759"/>
                  </a:cubicBezTo>
                  <a:cubicBezTo>
                    <a:pt x="23483" y="5302"/>
                    <a:pt x="18215" y="0"/>
                    <a:pt x="117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1636309" y="4058843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9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9" y="23517"/>
                  </a:cubicBezTo>
                  <a:cubicBezTo>
                    <a:pt x="18216" y="23517"/>
                    <a:pt x="23517" y="18249"/>
                    <a:pt x="23517" y="11758"/>
                  </a:cubicBezTo>
                  <a:cubicBezTo>
                    <a:pt x="23517" y="5267"/>
                    <a:pt x="18216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1498197" y="4227234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8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268" y="23517"/>
                    <a:pt x="11758" y="23517"/>
                  </a:cubicBezTo>
                  <a:cubicBezTo>
                    <a:pt x="18249" y="23517"/>
                    <a:pt x="23517" y="18216"/>
                    <a:pt x="23517" y="11759"/>
                  </a:cubicBezTo>
                  <a:cubicBezTo>
                    <a:pt x="23517" y="5302"/>
                    <a:pt x="18215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1811463" y="4058843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9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9" y="23517"/>
                  </a:cubicBezTo>
                  <a:cubicBezTo>
                    <a:pt x="18215" y="23517"/>
                    <a:pt x="23517" y="18249"/>
                    <a:pt x="23517" y="11758"/>
                  </a:cubicBezTo>
                  <a:cubicBezTo>
                    <a:pt x="23517" y="5267"/>
                    <a:pt x="18249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1323043" y="4227234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8" y="0"/>
                  </a:moveTo>
                  <a:cubicBezTo>
                    <a:pt x="5302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8" y="23517"/>
                  </a:cubicBezTo>
                  <a:cubicBezTo>
                    <a:pt x="18216" y="23517"/>
                    <a:pt x="23517" y="18216"/>
                    <a:pt x="23517" y="11759"/>
                  </a:cubicBezTo>
                  <a:cubicBezTo>
                    <a:pt x="23517" y="5302"/>
                    <a:pt x="18216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1986685" y="4058843"/>
              <a:ext cx="23483" cy="23517"/>
            </a:xfrm>
            <a:custGeom>
              <a:avLst/>
              <a:gdLst/>
              <a:ahLst/>
              <a:cxnLst/>
              <a:rect l="l" t="t" r="r" b="b"/>
              <a:pathLst>
                <a:path w="23483" h="23517" extrusionOk="0">
                  <a:moveTo>
                    <a:pt x="11725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268" y="23517"/>
                    <a:pt x="11725" y="23517"/>
                  </a:cubicBezTo>
                  <a:cubicBezTo>
                    <a:pt x="18181" y="23517"/>
                    <a:pt x="23483" y="18249"/>
                    <a:pt x="23483" y="11758"/>
                  </a:cubicBezTo>
                  <a:cubicBezTo>
                    <a:pt x="23483" y="5267"/>
                    <a:pt x="18215" y="0"/>
                    <a:pt x="117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1147855" y="4227234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8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268" y="23517"/>
                    <a:pt x="11758" y="23517"/>
                  </a:cubicBezTo>
                  <a:cubicBezTo>
                    <a:pt x="18249" y="23517"/>
                    <a:pt x="23517" y="18216"/>
                    <a:pt x="23517" y="11759"/>
                  </a:cubicBezTo>
                  <a:cubicBezTo>
                    <a:pt x="23517" y="5302"/>
                    <a:pt x="18249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2161840" y="4058843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9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9" y="23517"/>
                  </a:cubicBezTo>
                  <a:cubicBezTo>
                    <a:pt x="18216" y="23517"/>
                    <a:pt x="23517" y="18249"/>
                    <a:pt x="23517" y="11758"/>
                  </a:cubicBezTo>
                  <a:cubicBezTo>
                    <a:pt x="23517" y="5267"/>
                    <a:pt x="18216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972701" y="4227234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8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268" y="23517"/>
                    <a:pt x="11758" y="23517"/>
                  </a:cubicBezTo>
                  <a:cubicBezTo>
                    <a:pt x="18249" y="23517"/>
                    <a:pt x="23517" y="18216"/>
                    <a:pt x="23517" y="11759"/>
                  </a:cubicBezTo>
                  <a:cubicBezTo>
                    <a:pt x="23517" y="5302"/>
                    <a:pt x="18215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2336994" y="4058843"/>
              <a:ext cx="23482" cy="23517"/>
            </a:xfrm>
            <a:custGeom>
              <a:avLst/>
              <a:gdLst/>
              <a:ahLst/>
              <a:cxnLst/>
              <a:rect l="l" t="t" r="r" b="b"/>
              <a:pathLst>
                <a:path w="23482" h="23517" extrusionOk="0">
                  <a:moveTo>
                    <a:pt x="11758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268" y="23517"/>
                    <a:pt x="11758" y="23517"/>
                  </a:cubicBezTo>
                  <a:cubicBezTo>
                    <a:pt x="18249" y="23517"/>
                    <a:pt x="23483" y="18249"/>
                    <a:pt x="23483" y="11758"/>
                  </a:cubicBezTo>
                  <a:cubicBezTo>
                    <a:pt x="23483" y="5267"/>
                    <a:pt x="18215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797512" y="4227234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9" y="0"/>
                  </a:moveTo>
                  <a:cubicBezTo>
                    <a:pt x="5302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9" y="23517"/>
                  </a:cubicBezTo>
                  <a:cubicBezTo>
                    <a:pt x="18216" y="23517"/>
                    <a:pt x="23517" y="18216"/>
                    <a:pt x="23517" y="11759"/>
                  </a:cubicBezTo>
                  <a:cubicBezTo>
                    <a:pt x="23517" y="5302"/>
                    <a:pt x="18250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803562" y="4058843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9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9" y="23517"/>
                  </a:cubicBezTo>
                  <a:cubicBezTo>
                    <a:pt x="18216" y="23517"/>
                    <a:pt x="23517" y="18249"/>
                    <a:pt x="23517" y="11758"/>
                  </a:cubicBezTo>
                  <a:cubicBezTo>
                    <a:pt x="23517" y="5267"/>
                    <a:pt x="18216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2330945" y="4227234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9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9" y="23517"/>
                  </a:cubicBezTo>
                  <a:cubicBezTo>
                    <a:pt x="18216" y="23517"/>
                    <a:pt x="23517" y="18216"/>
                    <a:pt x="23517" y="11759"/>
                  </a:cubicBezTo>
                  <a:cubicBezTo>
                    <a:pt x="23517" y="5302"/>
                    <a:pt x="18216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978716" y="4058843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9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268" y="23517"/>
                    <a:pt x="11759" y="23517"/>
                  </a:cubicBezTo>
                  <a:cubicBezTo>
                    <a:pt x="18250" y="23517"/>
                    <a:pt x="23517" y="18249"/>
                    <a:pt x="23517" y="11758"/>
                  </a:cubicBezTo>
                  <a:cubicBezTo>
                    <a:pt x="23517" y="5267"/>
                    <a:pt x="18250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2155791" y="4227234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9" y="0"/>
                  </a:moveTo>
                  <a:cubicBezTo>
                    <a:pt x="5302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9" y="23517"/>
                  </a:cubicBezTo>
                  <a:cubicBezTo>
                    <a:pt x="18215" y="23517"/>
                    <a:pt x="23517" y="18216"/>
                    <a:pt x="23517" y="11759"/>
                  </a:cubicBezTo>
                  <a:cubicBezTo>
                    <a:pt x="23517" y="5302"/>
                    <a:pt x="18215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1153870" y="4058843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8" y="0"/>
                  </a:moveTo>
                  <a:cubicBezTo>
                    <a:pt x="5302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8" y="23517"/>
                  </a:cubicBezTo>
                  <a:cubicBezTo>
                    <a:pt x="18216" y="23517"/>
                    <a:pt x="23517" y="18249"/>
                    <a:pt x="23517" y="11758"/>
                  </a:cubicBezTo>
                  <a:cubicBezTo>
                    <a:pt x="23517" y="5267"/>
                    <a:pt x="18249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1980602" y="4227234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8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268" y="23517"/>
                    <a:pt x="11758" y="23517"/>
                  </a:cubicBezTo>
                  <a:cubicBezTo>
                    <a:pt x="18249" y="23517"/>
                    <a:pt x="23517" y="18216"/>
                    <a:pt x="23517" y="11759"/>
                  </a:cubicBezTo>
                  <a:cubicBezTo>
                    <a:pt x="23517" y="5302"/>
                    <a:pt x="18249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1329058" y="4058843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9" y="0"/>
                  </a:moveTo>
                  <a:cubicBezTo>
                    <a:pt x="5302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9" y="23517"/>
                  </a:cubicBezTo>
                  <a:cubicBezTo>
                    <a:pt x="18216" y="23517"/>
                    <a:pt x="23517" y="18249"/>
                    <a:pt x="23517" y="11758"/>
                  </a:cubicBezTo>
                  <a:cubicBezTo>
                    <a:pt x="23517" y="5267"/>
                    <a:pt x="18216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1805448" y="4227234"/>
              <a:ext cx="23483" cy="23517"/>
            </a:xfrm>
            <a:custGeom>
              <a:avLst/>
              <a:gdLst/>
              <a:ahLst/>
              <a:cxnLst/>
              <a:rect l="l" t="t" r="r" b="b"/>
              <a:pathLst>
                <a:path w="23483" h="23517" extrusionOk="0">
                  <a:moveTo>
                    <a:pt x="11759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268" y="23517"/>
                    <a:pt x="11759" y="23517"/>
                  </a:cubicBezTo>
                  <a:cubicBezTo>
                    <a:pt x="18249" y="23517"/>
                    <a:pt x="23483" y="18216"/>
                    <a:pt x="23483" y="11759"/>
                  </a:cubicBezTo>
                  <a:cubicBezTo>
                    <a:pt x="23483" y="5302"/>
                    <a:pt x="18182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1504247" y="4058843"/>
              <a:ext cx="23483" cy="23517"/>
            </a:xfrm>
            <a:custGeom>
              <a:avLst/>
              <a:gdLst/>
              <a:ahLst/>
              <a:cxnLst/>
              <a:rect l="l" t="t" r="r" b="b"/>
              <a:pathLst>
                <a:path w="23483" h="23517" extrusionOk="0">
                  <a:moveTo>
                    <a:pt x="11758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268" y="23517"/>
                    <a:pt x="11758" y="23517"/>
                  </a:cubicBezTo>
                  <a:cubicBezTo>
                    <a:pt x="18249" y="23517"/>
                    <a:pt x="23483" y="18249"/>
                    <a:pt x="23483" y="11758"/>
                  </a:cubicBezTo>
                  <a:cubicBezTo>
                    <a:pt x="23483" y="5267"/>
                    <a:pt x="18215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1630260" y="4227234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9" y="0"/>
                  </a:moveTo>
                  <a:cubicBezTo>
                    <a:pt x="5302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9" y="23517"/>
                  </a:cubicBezTo>
                  <a:cubicBezTo>
                    <a:pt x="18216" y="23517"/>
                    <a:pt x="23517" y="18216"/>
                    <a:pt x="23517" y="11759"/>
                  </a:cubicBezTo>
                  <a:cubicBezTo>
                    <a:pt x="23517" y="5302"/>
                    <a:pt x="18249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1679401" y="4058843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8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8" y="23517"/>
                  </a:cubicBezTo>
                  <a:cubicBezTo>
                    <a:pt x="18215" y="23517"/>
                    <a:pt x="23517" y="18249"/>
                    <a:pt x="23517" y="11758"/>
                  </a:cubicBezTo>
                  <a:cubicBezTo>
                    <a:pt x="23517" y="5267"/>
                    <a:pt x="18249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1455106" y="4227234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8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8" y="23517"/>
                  </a:cubicBezTo>
                  <a:cubicBezTo>
                    <a:pt x="18215" y="23517"/>
                    <a:pt x="23517" y="18216"/>
                    <a:pt x="23517" y="11759"/>
                  </a:cubicBezTo>
                  <a:cubicBezTo>
                    <a:pt x="23517" y="5302"/>
                    <a:pt x="18249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1854589" y="4058843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9" y="0"/>
                  </a:moveTo>
                  <a:cubicBezTo>
                    <a:pt x="5302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9" y="23517"/>
                  </a:cubicBezTo>
                  <a:cubicBezTo>
                    <a:pt x="18215" y="23517"/>
                    <a:pt x="23517" y="18249"/>
                    <a:pt x="23517" y="11758"/>
                  </a:cubicBezTo>
                  <a:cubicBezTo>
                    <a:pt x="23517" y="5267"/>
                    <a:pt x="18215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1279917" y="4227234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8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8" y="23517"/>
                  </a:cubicBezTo>
                  <a:cubicBezTo>
                    <a:pt x="18216" y="23517"/>
                    <a:pt x="23517" y="18216"/>
                    <a:pt x="23517" y="11759"/>
                  </a:cubicBezTo>
                  <a:cubicBezTo>
                    <a:pt x="23517" y="5302"/>
                    <a:pt x="18216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2029777" y="4058843"/>
              <a:ext cx="23483" cy="23517"/>
            </a:xfrm>
            <a:custGeom>
              <a:avLst/>
              <a:gdLst/>
              <a:ahLst/>
              <a:cxnLst/>
              <a:rect l="l" t="t" r="r" b="b"/>
              <a:pathLst>
                <a:path w="23483" h="23517" extrusionOk="0">
                  <a:moveTo>
                    <a:pt x="11725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268" y="23517"/>
                    <a:pt x="11725" y="23517"/>
                  </a:cubicBezTo>
                  <a:cubicBezTo>
                    <a:pt x="18182" y="23517"/>
                    <a:pt x="23483" y="18249"/>
                    <a:pt x="23483" y="11758"/>
                  </a:cubicBezTo>
                  <a:cubicBezTo>
                    <a:pt x="23483" y="5267"/>
                    <a:pt x="18215" y="0"/>
                    <a:pt x="117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1104729" y="4227234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8" y="0"/>
                  </a:moveTo>
                  <a:cubicBezTo>
                    <a:pt x="5302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8" y="23517"/>
                  </a:cubicBezTo>
                  <a:cubicBezTo>
                    <a:pt x="18215" y="23517"/>
                    <a:pt x="23517" y="18216"/>
                    <a:pt x="23517" y="11759"/>
                  </a:cubicBezTo>
                  <a:cubicBezTo>
                    <a:pt x="23517" y="5302"/>
                    <a:pt x="18249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2204932" y="4058843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8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8" y="23517"/>
                  </a:cubicBezTo>
                  <a:cubicBezTo>
                    <a:pt x="18215" y="23517"/>
                    <a:pt x="23517" y="18249"/>
                    <a:pt x="23517" y="11758"/>
                  </a:cubicBezTo>
                  <a:cubicBezTo>
                    <a:pt x="23517" y="5267"/>
                    <a:pt x="18249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929575" y="4227234"/>
              <a:ext cx="23483" cy="23517"/>
            </a:xfrm>
            <a:custGeom>
              <a:avLst/>
              <a:gdLst/>
              <a:ahLst/>
              <a:cxnLst/>
              <a:rect l="l" t="t" r="r" b="b"/>
              <a:pathLst>
                <a:path w="23483" h="23517" extrusionOk="0">
                  <a:moveTo>
                    <a:pt x="11758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8" y="23517"/>
                  </a:cubicBezTo>
                  <a:cubicBezTo>
                    <a:pt x="18216" y="23517"/>
                    <a:pt x="23483" y="18216"/>
                    <a:pt x="23483" y="11759"/>
                  </a:cubicBezTo>
                  <a:cubicBezTo>
                    <a:pt x="23483" y="5302"/>
                    <a:pt x="18216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2380086" y="4058843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23517" y="11758"/>
                  </a:moveTo>
                  <a:cubicBezTo>
                    <a:pt x="23517" y="5301"/>
                    <a:pt x="18249" y="0"/>
                    <a:pt x="11759" y="0"/>
                  </a:cubicBez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268" y="23517"/>
                    <a:pt x="11759" y="23517"/>
                  </a:cubicBezTo>
                  <a:cubicBezTo>
                    <a:pt x="18249" y="23517"/>
                    <a:pt x="23517" y="18249"/>
                    <a:pt x="23517" y="1175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752381" y="4227234"/>
              <a:ext cx="23483" cy="23517"/>
            </a:xfrm>
            <a:custGeom>
              <a:avLst/>
              <a:gdLst/>
              <a:ahLst/>
              <a:cxnLst/>
              <a:rect l="l" t="t" r="r" b="b"/>
              <a:pathLst>
                <a:path w="23483" h="23517" extrusionOk="0">
                  <a:moveTo>
                    <a:pt x="11759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268" y="23517"/>
                    <a:pt x="11759" y="23517"/>
                  </a:cubicBezTo>
                  <a:cubicBezTo>
                    <a:pt x="18249" y="23517"/>
                    <a:pt x="23483" y="18216"/>
                    <a:pt x="23483" y="11759"/>
                  </a:cubicBezTo>
                  <a:cubicBezTo>
                    <a:pt x="23483" y="5302"/>
                    <a:pt x="18216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846653" y="4058843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8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268" y="23517"/>
                    <a:pt x="11758" y="23517"/>
                  </a:cubicBezTo>
                  <a:cubicBezTo>
                    <a:pt x="18249" y="23517"/>
                    <a:pt x="23517" y="18249"/>
                    <a:pt x="23517" y="11758"/>
                  </a:cubicBezTo>
                  <a:cubicBezTo>
                    <a:pt x="23517" y="5267"/>
                    <a:pt x="18249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2287853" y="4227234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9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268" y="23517"/>
                    <a:pt x="11759" y="23517"/>
                  </a:cubicBezTo>
                  <a:cubicBezTo>
                    <a:pt x="18249" y="23517"/>
                    <a:pt x="23517" y="18216"/>
                    <a:pt x="23517" y="11759"/>
                  </a:cubicBezTo>
                  <a:cubicBezTo>
                    <a:pt x="23517" y="5302"/>
                    <a:pt x="18249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1021842" y="4058843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9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9" y="23517"/>
                  </a:cubicBezTo>
                  <a:cubicBezTo>
                    <a:pt x="18216" y="23517"/>
                    <a:pt x="23517" y="18249"/>
                    <a:pt x="23517" y="11758"/>
                  </a:cubicBezTo>
                  <a:cubicBezTo>
                    <a:pt x="23517" y="5267"/>
                    <a:pt x="18216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2112665" y="4227234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9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9" y="23517"/>
                  </a:cubicBezTo>
                  <a:cubicBezTo>
                    <a:pt x="18215" y="23517"/>
                    <a:pt x="23517" y="18216"/>
                    <a:pt x="23517" y="11759"/>
                  </a:cubicBezTo>
                  <a:cubicBezTo>
                    <a:pt x="23517" y="5302"/>
                    <a:pt x="18215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1197030" y="4058843"/>
              <a:ext cx="23483" cy="23517"/>
            </a:xfrm>
            <a:custGeom>
              <a:avLst/>
              <a:gdLst/>
              <a:ahLst/>
              <a:cxnLst/>
              <a:rect l="l" t="t" r="r" b="b"/>
              <a:pathLst>
                <a:path w="23483" h="23517" extrusionOk="0">
                  <a:moveTo>
                    <a:pt x="11758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268" y="23517"/>
                    <a:pt x="11758" y="23517"/>
                  </a:cubicBezTo>
                  <a:cubicBezTo>
                    <a:pt x="18249" y="23517"/>
                    <a:pt x="23483" y="18249"/>
                    <a:pt x="23483" y="11758"/>
                  </a:cubicBezTo>
                  <a:cubicBezTo>
                    <a:pt x="23483" y="5267"/>
                    <a:pt x="18215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1937510" y="4227234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8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268" y="23517"/>
                    <a:pt x="11758" y="23517"/>
                  </a:cubicBezTo>
                  <a:cubicBezTo>
                    <a:pt x="18249" y="23517"/>
                    <a:pt x="23517" y="18216"/>
                    <a:pt x="23517" y="11759"/>
                  </a:cubicBezTo>
                  <a:cubicBezTo>
                    <a:pt x="23517" y="5302"/>
                    <a:pt x="18249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1372184" y="4058843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9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9" y="23517"/>
                  </a:cubicBezTo>
                  <a:cubicBezTo>
                    <a:pt x="18216" y="23517"/>
                    <a:pt x="23517" y="18249"/>
                    <a:pt x="23517" y="11758"/>
                  </a:cubicBezTo>
                  <a:cubicBezTo>
                    <a:pt x="23517" y="5267"/>
                    <a:pt x="18216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1762322" y="4227234"/>
              <a:ext cx="23483" cy="23517"/>
            </a:xfrm>
            <a:custGeom>
              <a:avLst/>
              <a:gdLst/>
              <a:ahLst/>
              <a:cxnLst/>
              <a:rect l="l" t="t" r="r" b="b"/>
              <a:pathLst>
                <a:path w="23483" h="23517" extrusionOk="0">
                  <a:moveTo>
                    <a:pt x="11759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268" y="23517"/>
                    <a:pt x="11759" y="23517"/>
                  </a:cubicBezTo>
                  <a:cubicBezTo>
                    <a:pt x="18249" y="23517"/>
                    <a:pt x="23483" y="18216"/>
                    <a:pt x="23483" y="11759"/>
                  </a:cubicBezTo>
                  <a:cubicBezTo>
                    <a:pt x="23483" y="5302"/>
                    <a:pt x="18216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1547372" y="4058843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8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8" y="23517"/>
                  </a:cubicBezTo>
                  <a:cubicBezTo>
                    <a:pt x="18215" y="23517"/>
                    <a:pt x="23517" y="18249"/>
                    <a:pt x="23517" y="11758"/>
                  </a:cubicBezTo>
                  <a:cubicBezTo>
                    <a:pt x="23517" y="5267"/>
                    <a:pt x="18215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1587134" y="4227234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9" y="0"/>
                  </a:moveTo>
                  <a:cubicBezTo>
                    <a:pt x="5302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9" y="23517"/>
                  </a:cubicBezTo>
                  <a:cubicBezTo>
                    <a:pt x="18216" y="23517"/>
                    <a:pt x="23517" y="18216"/>
                    <a:pt x="23517" y="11759"/>
                  </a:cubicBezTo>
                  <a:cubicBezTo>
                    <a:pt x="23517" y="5302"/>
                    <a:pt x="18216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1722561" y="4058843"/>
              <a:ext cx="23483" cy="23517"/>
            </a:xfrm>
            <a:custGeom>
              <a:avLst/>
              <a:gdLst/>
              <a:ahLst/>
              <a:cxnLst/>
              <a:rect l="l" t="t" r="r" b="b"/>
              <a:pathLst>
                <a:path w="23483" h="23517" extrusionOk="0">
                  <a:moveTo>
                    <a:pt x="11725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268" y="23517"/>
                    <a:pt x="11725" y="23517"/>
                  </a:cubicBezTo>
                  <a:cubicBezTo>
                    <a:pt x="18182" y="23517"/>
                    <a:pt x="23483" y="18249"/>
                    <a:pt x="23483" y="11758"/>
                  </a:cubicBezTo>
                  <a:cubicBezTo>
                    <a:pt x="23483" y="5267"/>
                    <a:pt x="18216" y="0"/>
                    <a:pt x="117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1411980" y="4227234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8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268" y="23517"/>
                    <a:pt x="11758" y="23517"/>
                  </a:cubicBezTo>
                  <a:cubicBezTo>
                    <a:pt x="18249" y="23517"/>
                    <a:pt x="23517" y="18216"/>
                    <a:pt x="23517" y="11759"/>
                  </a:cubicBezTo>
                  <a:cubicBezTo>
                    <a:pt x="23517" y="5302"/>
                    <a:pt x="18249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1897715" y="4058843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9" y="0"/>
                  </a:moveTo>
                  <a:cubicBezTo>
                    <a:pt x="5302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9" y="23517"/>
                  </a:cubicBezTo>
                  <a:cubicBezTo>
                    <a:pt x="18215" y="23517"/>
                    <a:pt x="23517" y="18249"/>
                    <a:pt x="23517" y="11758"/>
                  </a:cubicBezTo>
                  <a:cubicBezTo>
                    <a:pt x="23517" y="5267"/>
                    <a:pt x="18249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1236791" y="4227234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9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268" y="23517"/>
                    <a:pt x="11759" y="23517"/>
                  </a:cubicBezTo>
                  <a:cubicBezTo>
                    <a:pt x="18249" y="23517"/>
                    <a:pt x="23517" y="18216"/>
                    <a:pt x="23517" y="11759"/>
                  </a:cubicBezTo>
                  <a:cubicBezTo>
                    <a:pt x="23517" y="5302"/>
                    <a:pt x="18216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2072903" y="4058843"/>
              <a:ext cx="23483" cy="23517"/>
            </a:xfrm>
            <a:custGeom>
              <a:avLst/>
              <a:gdLst/>
              <a:ahLst/>
              <a:cxnLst/>
              <a:rect l="l" t="t" r="r" b="b"/>
              <a:pathLst>
                <a:path w="23483" h="23517" extrusionOk="0">
                  <a:moveTo>
                    <a:pt x="11759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268" y="23517"/>
                    <a:pt x="11759" y="23517"/>
                  </a:cubicBezTo>
                  <a:cubicBezTo>
                    <a:pt x="18249" y="23517"/>
                    <a:pt x="23483" y="18249"/>
                    <a:pt x="23483" y="11758"/>
                  </a:cubicBezTo>
                  <a:cubicBezTo>
                    <a:pt x="23483" y="5267"/>
                    <a:pt x="18215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1061637" y="4227234"/>
              <a:ext cx="23482" cy="23517"/>
            </a:xfrm>
            <a:custGeom>
              <a:avLst/>
              <a:gdLst/>
              <a:ahLst/>
              <a:cxnLst/>
              <a:rect l="l" t="t" r="r" b="b"/>
              <a:pathLst>
                <a:path w="23482" h="23517" extrusionOk="0">
                  <a:moveTo>
                    <a:pt x="11724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268" y="23517"/>
                    <a:pt x="11724" y="23517"/>
                  </a:cubicBezTo>
                  <a:cubicBezTo>
                    <a:pt x="18181" y="23517"/>
                    <a:pt x="23483" y="18216"/>
                    <a:pt x="23483" y="11759"/>
                  </a:cubicBezTo>
                  <a:cubicBezTo>
                    <a:pt x="23483" y="5302"/>
                    <a:pt x="18181" y="0"/>
                    <a:pt x="117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2248058" y="4058843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8" y="0"/>
                  </a:moveTo>
                  <a:cubicBezTo>
                    <a:pt x="5302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8" y="23517"/>
                  </a:cubicBezTo>
                  <a:cubicBezTo>
                    <a:pt x="18215" y="23517"/>
                    <a:pt x="23517" y="18249"/>
                    <a:pt x="23517" y="11758"/>
                  </a:cubicBezTo>
                  <a:cubicBezTo>
                    <a:pt x="23517" y="5267"/>
                    <a:pt x="18249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886449" y="4227234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8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8" y="23517"/>
                  </a:cubicBezTo>
                  <a:cubicBezTo>
                    <a:pt x="18216" y="23517"/>
                    <a:pt x="23517" y="18216"/>
                    <a:pt x="23517" y="11759"/>
                  </a:cubicBezTo>
                  <a:cubicBezTo>
                    <a:pt x="23517" y="5302"/>
                    <a:pt x="18249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2438437" y="4057993"/>
              <a:ext cx="23483" cy="23517"/>
            </a:xfrm>
            <a:custGeom>
              <a:avLst/>
              <a:gdLst/>
              <a:ahLst/>
              <a:cxnLst/>
              <a:rect l="l" t="t" r="r" b="b"/>
              <a:pathLst>
                <a:path w="23483" h="23517" extrusionOk="0">
                  <a:moveTo>
                    <a:pt x="11725" y="0"/>
                  </a:moveTo>
                  <a:cubicBezTo>
                    <a:pt x="5268" y="0"/>
                    <a:pt x="0" y="5301"/>
                    <a:pt x="0" y="11758"/>
                  </a:cubicBezTo>
                  <a:cubicBezTo>
                    <a:pt x="0" y="18215"/>
                    <a:pt x="5268" y="23517"/>
                    <a:pt x="11725" y="23517"/>
                  </a:cubicBezTo>
                  <a:cubicBezTo>
                    <a:pt x="18182" y="23517"/>
                    <a:pt x="23483" y="18215"/>
                    <a:pt x="23483" y="11758"/>
                  </a:cubicBezTo>
                  <a:cubicBezTo>
                    <a:pt x="23483" y="5301"/>
                    <a:pt x="18215" y="0"/>
                    <a:pt x="117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89779" y="4058843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8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268" y="23517"/>
                    <a:pt x="11758" y="23517"/>
                  </a:cubicBezTo>
                  <a:cubicBezTo>
                    <a:pt x="18249" y="23517"/>
                    <a:pt x="23517" y="18249"/>
                    <a:pt x="23517" y="11758"/>
                  </a:cubicBezTo>
                  <a:cubicBezTo>
                    <a:pt x="23517" y="5267"/>
                    <a:pt x="18249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2244727" y="4227234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9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268" y="23517"/>
                    <a:pt x="11759" y="23517"/>
                  </a:cubicBezTo>
                  <a:cubicBezTo>
                    <a:pt x="18249" y="23517"/>
                    <a:pt x="23517" y="18216"/>
                    <a:pt x="23517" y="11759"/>
                  </a:cubicBezTo>
                  <a:cubicBezTo>
                    <a:pt x="23517" y="5302"/>
                    <a:pt x="18249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1064968" y="4058843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8" y="0"/>
                  </a:moveTo>
                  <a:cubicBezTo>
                    <a:pt x="5302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8" y="23517"/>
                  </a:cubicBezTo>
                  <a:cubicBezTo>
                    <a:pt x="18216" y="23517"/>
                    <a:pt x="23517" y="18249"/>
                    <a:pt x="23517" y="11758"/>
                  </a:cubicBezTo>
                  <a:cubicBezTo>
                    <a:pt x="23517" y="5267"/>
                    <a:pt x="18216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2069573" y="4227234"/>
              <a:ext cx="23482" cy="23517"/>
            </a:xfrm>
            <a:custGeom>
              <a:avLst/>
              <a:gdLst/>
              <a:ahLst/>
              <a:cxnLst/>
              <a:rect l="l" t="t" r="r" b="b"/>
              <a:pathLst>
                <a:path w="23482" h="23517" extrusionOk="0">
                  <a:moveTo>
                    <a:pt x="11758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268" y="23517"/>
                    <a:pt x="11758" y="23517"/>
                  </a:cubicBezTo>
                  <a:cubicBezTo>
                    <a:pt x="18249" y="23517"/>
                    <a:pt x="23483" y="18216"/>
                    <a:pt x="23483" y="11759"/>
                  </a:cubicBezTo>
                  <a:cubicBezTo>
                    <a:pt x="23483" y="5302"/>
                    <a:pt x="18215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1240156" y="4058843"/>
              <a:ext cx="23482" cy="23517"/>
            </a:xfrm>
            <a:custGeom>
              <a:avLst/>
              <a:gdLst/>
              <a:ahLst/>
              <a:cxnLst/>
              <a:rect l="l" t="t" r="r" b="b"/>
              <a:pathLst>
                <a:path w="23482" h="23517" extrusionOk="0">
                  <a:moveTo>
                    <a:pt x="11758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268" y="23517"/>
                    <a:pt x="11758" y="23517"/>
                  </a:cubicBezTo>
                  <a:cubicBezTo>
                    <a:pt x="18249" y="23517"/>
                    <a:pt x="23483" y="18249"/>
                    <a:pt x="23483" y="11758"/>
                  </a:cubicBezTo>
                  <a:cubicBezTo>
                    <a:pt x="23483" y="5267"/>
                    <a:pt x="18181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1894385" y="4227234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8" y="0"/>
                  </a:moveTo>
                  <a:cubicBezTo>
                    <a:pt x="5302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8" y="23517"/>
                  </a:cubicBezTo>
                  <a:cubicBezTo>
                    <a:pt x="18215" y="23517"/>
                    <a:pt x="23517" y="18216"/>
                    <a:pt x="23517" y="11759"/>
                  </a:cubicBezTo>
                  <a:cubicBezTo>
                    <a:pt x="23517" y="5302"/>
                    <a:pt x="18249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1415310" y="4058843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9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268" y="23517"/>
                    <a:pt x="11759" y="23517"/>
                  </a:cubicBezTo>
                  <a:cubicBezTo>
                    <a:pt x="18249" y="23517"/>
                    <a:pt x="23517" y="18249"/>
                    <a:pt x="23517" y="11758"/>
                  </a:cubicBezTo>
                  <a:cubicBezTo>
                    <a:pt x="23517" y="5267"/>
                    <a:pt x="18249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1719196" y="4227234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8" y="0"/>
                  </a:moveTo>
                  <a:cubicBezTo>
                    <a:pt x="5302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8" y="23517"/>
                  </a:cubicBezTo>
                  <a:cubicBezTo>
                    <a:pt x="18216" y="23517"/>
                    <a:pt x="23517" y="18216"/>
                    <a:pt x="23517" y="11759"/>
                  </a:cubicBezTo>
                  <a:cubicBezTo>
                    <a:pt x="23517" y="5302"/>
                    <a:pt x="18250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1590464" y="4058843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8" y="0"/>
                  </a:moveTo>
                  <a:cubicBezTo>
                    <a:pt x="5302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8" y="23517"/>
                  </a:cubicBezTo>
                  <a:cubicBezTo>
                    <a:pt x="18216" y="23517"/>
                    <a:pt x="23517" y="18249"/>
                    <a:pt x="23517" y="11758"/>
                  </a:cubicBezTo>
                  <a:cubicBezTo>
                    <a:pt x="23517" y="5267"/>
                    <a:pt x="18216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1544042" y="4227234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8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8" y="23517"/>
                  </a:cubicBezTo>
                  <a:cubicBezTo>
                    <a:pt x="18216" y="23517"/>
                    <a:pt x="23517" y="18216"/>
                    <a:pt x="23517" y="11759"/>
                  </a:cubicBezTo>
                  <a:cubicBezTo>
                    <a:pt x="23517" y="5302"/>
                    <a:pt x="18216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1765653" y="4058843"/>
              <a:ext cx="23482" cy="23517"/>
            </a:xfrm>
            <a:custGeom>
              <a:avLst/>
              <a:gdLst/>
              <a:ahLst/>
              <a:cxnLst/>
              <a:rect l="l" t="t" r="r" b="b"/>
              <a:pathLst>
                <a:path w="23482" h="23517" extrusionOk="0">
                  <a:moveTo>
                    <a:pt x="11758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8" y="23517"/>
                  </a:cubicBezTo>
                  <a:cubicBezTo>
                    <a:pt x="18215" y="23517"/>
                    <a:pt x="23483" y="18249"/>
                    <a:pt x="23483" y="11758"/>
                  </a:cubicBezTo>
                  <a:cubicBezTo>
                    <a:pt x="23483" y="5267"/>
                    <a:pt x="18215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1368854" y="4227234"/>
              <a:ext cx="23483" cy="23517"/>
            </a:xfrm>
            <a:custGeom>
              <a:avLst/>
              <a:gdLst/>
              <a:ahLst/>
              <a:cxnLst/>
              <a:rect l="l" t="t" r="r" b="b"/>
              <a:pathLst>
                <a:path w="23483" h="23517" extrusionOk="0">
                  <a:moveTo>
                    <a:pt x="11758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8" y="23517"/>
                  </a:cubicBezTo>
                  <a:cubicBezTo>
                    <a:pt x="18215" y="23517"/>
                    <a:pt x="23483" y="18216"/>
                    <a:pt x="23483" y="11759"/>
                  </a:cubicBezTo>
                  <a:cubicBezTo>
                    <a:pt x="23483" y="5302"/>
                    <a:pt x="18215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1940841" y="4058843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9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9" y="23517"/>
                  </a:cubicBezTo>
                  <a:cubicBezTo>
                    <a:pt x="18215" y="23517"/>
                    <a:pt x="23517" y="18249"/>
                    <a:pt x="23517" y="11758"/>
                  </a:cubicBezTo>
                  <a:cubicBezTo>
                    <a:pt x="23517" y="5267"/>
                    <a:pt x="18249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1193699" y="4227234"/>
              <a:ext cx="23483" cy="23517"/>
            </a:xfrm>
            <a:custGeom>
              <a:avLst/>
              <a:gdLst/>
              <a:ahLst/>
              <a:cxnLst/>
              <a:rect l="l" t="t" r="r" b="b"/>
              <a:pathLst>
                <a:path w="23483" h="23517" extrusionOk="0">
                  <a:moveTo>
                    <a:pt x="11758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8" y="23517"/>
                  </a:cubicBezTo>
                  <a:cubicBezTo>
                    <a:pt x="18216" y="23517"/>
                    <a:pt x="23483" y="18216"/>
                    <a:pt x="23483" y="11759"/>
                  </a:cubicBezTo>
                  <a:cubicBezTo>
                    <a:pt x="23483" y="5302"/>
                    <a:pt x="18216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2115995" y="4058843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23517" y="11758"/>
                  </a:moveTo>
                  <a:cubicBezTo>
                    <a:pt x="23517" y="18252"/>
                    <a:pt x="18253" y="23517"/>
                    <a:pt x="11759" y="23517"/>
                  </a:cubicBezTo>
                  <a:cubicBezTo>
                    <a:pt x="5265" y="23517"/>
                    <a:pt x="0" y="18252"/>
                    <a:pt x="0" y="11758"/>
                  </a:cubicBezTo>
                  <a:cubicBezTo>
                    <a:pt x="0" y="5264"/>
                    <a:pt x="5264" y="0"/>
                    <a:pt x="11759" y="0"/>
                  </a:cubicBezTo>
                  <a:cubicBezTo>
                    <a:pt x="18253" y="0"/>
                    <a:pt x="23517" y="5264"/>
                    <a:pt x="23517" y="1175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1018511" y="4227234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8" y="0"/>
                  </a:moveTo>
                  <a:cubicBezTo>
                    <a:pt x="5302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8" y="23517"/>
                  </a:cubicBezTo>
                  <a:cubicBezTo>
                    <a:pt x="18215" y="23517"/>
                    <a:pt x="23517" y="18216"/>
                    <a:pt x="23517" y="11759"/>
                  </a:cubicBezTo>
                  <a:cubicBezTo>
                    <a:pt x="23517" y="5302"/>
                    <a:pt x="18215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2291183" y="4058843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9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9" y="23517"/>
                  </a:cubicBezTo>
                  <a:cubicBezTo>
                    <a:pt x="18216" y="23517"/>
                    <a:pt x="23517" y="18249"/>
                    <a:pt x="23517" y="11758"/>
                  </a:cubicBezTo>
                  <a:cubicBezTo>
                    <a:pt x="23517" y="5267"/>
                    <a:pt x="18250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843323" y="4227234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9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268" y="23517"/>
                    <a:pt x="11759" y="23517"/>
                  </a:cubicBezTo>
                  <a:cubicBezTo>
                    <a:pt x="18250" y="23517"/>
                    <a:pt x="23517" y="18216"/>
                    <a:pt x="23517" y="11759"/>
                  </a:cubicBezTo>
                  <a:cubicBezTo>
                    <a:pt x="23517" y="5302"/>
                    <a:pt x="18250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633845" y="4048376"/>
              <a:ext cx="1906408" cy="212706"/>
            </a:xfrm>
            <a:custGeom>
              <a:avLst/>
              <a:gdLst/>
              <a:ahLst/>
              <a:cxnLst/>
              <a:rect l="l" t="t" r="r" b="b"/>
              <a:pathLst>
                <a:path w="1906408" h="212706" extrusionOk="0">
                  <a:moveTo>
                    <a:pt x="106336" y="0"/>
                  </a:moveTo>
                  <a:lnTo>
                    <a:pt x="1800106" y="0"/>
                  </a:lnTo>
                  <a:cubicBezTo>
                    <a:pt x="1858559" y="0"/>
                    <a:pt x="1906409" y="47884"/>
                    <a:pt x="1906409" y="106336"/>
                  </a:cubicBezTo>
                  <a:lnTo>
                    <a:pt x="1906409" y="106336"/>
                  </a:lnTo>
                  <a:cubicBezTo>
                    <a:pt x="1906409" y="164823"/>
                    <a:pt x="1858559" y="212673"/>
                    <a:pt x="1800106" y="212673"/>
                  </a:cubicBezTo>
                  <a:lnTo>
                    <a:pt x="1800106" y="212673"/>
                  </a:lnTo>
                  <a:cubicBezTo>
                    <a:pt x="1800106" y="212673"/>
                    <a:pt x="106336" y="212707"/>
                    <a:pt x="106336" y="212707"/>
                  </a:cubicBezTo>
                  <a:lnTo>
                    <a:pt x="106336" y="212707"/>
                  </a:lnTo>
                  <a:cubicBezTo>
                    <a:pt x="47850" y="212673"/>
                    <a:pt x="0" y="164823"/>
                    <a:pt x="0" y="106336"/>
                  </a:cubicBezTo>
                  <a:lnTo>
                    <a:pt x="0" y="106336"/>
                  </a:lnTo>
                  <a:cubicBezTo>
                    <a:pt x="0" y="47884"/>
                    <a:pt x="47850" y="34"/>
                    <a:pt x="106336" y="34"/>
                  </a:cubicBezTo>
                  <a:lnTo>
                    <a:pt x="106336" y="34"/>
                  </a:lnTo>
                  <a:close/>
                  <a:moveTo>
                    <a:pt x="1800106" y="16856"/>
                  </a:moveTo>
                  <a:lnTo>
                    <a:pt x="1800106" y="16856"/>
                  </a:lnTo>
                  <a:cubicBezTo>
                    <a:pt x="1800106" y="16856"/>
                    <a:pt x="106336" y="16856"/>
                    <a:pt x="106336" y="16856"/>
                  </a:cubicBezTo>
                  <a:lnTo>
                    <a:pt x="106336" y="16856"/>
                  </a:lnTo>
                  <a:cubicBezTo>
                    <a:pt x="57127" y="16856"/>
                    <a:pt x="16856" y="57093"/>
                    <a:pt x="16856" y="106268"/>
                  </a:cubicBezTo>
                  <a:lnTo>
                    <a:pt x="16856" y="106268"/>
                  </a:lnTo>
                  <a:cubicBezTo>
                    <a:pt x="16856" y="155477"/>
                    <a:pt x="57127" y="195749"/>
                    <a:pt x="106336" y="195749"/>
                  </a:cubicBezTo>
                  <a:lnTo>
                    <a:pt x="106336" y="195749"/>
                  </a:lnTo>
                  <a:cubicBezTo>
                    <a:pt x="106336" y="195749"/>
                    <a:pt x="1800106" y="195715"/>
                    <a:pt x="1800106" y="195715"/>
                  </a:cubicBezTo>
                  <a:lnTo>
                    <a:pt x="1800106" y="195715"/>
                  </a:lnTo>
                  <a:cubicBezTo>
                    <a:pt x="1849315" y="195749"/>
                    <a:pt x="1889552" y="155511"/>
                    <a:pt x="1889552" y="106302"/>
                  </a:cubicBezTo>
                  <a:lnTo>
                    <a:pt x="1889552" y="106302"/>
                  </a:lnTo>
                  <a:cubicBezTo>
                    <a:pt x="1889552" y="57093"/>
                    <a:pt x="1849281" y="16856"/>
                    <a:pt x="1800106" y="1685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661848" y="4071349"/>
              <a:ext cx="165298" cy="165129"/>
            </a:xfrm>
            <a:custGeom>
              <a:avLst/>
              <a:gdLst/>
              <a:ahLst/>
              <a:cxnLst/>
              <a:rect l="l" t="t" r="r" b="b"/>
              <a:pathLst>
                <a:path w="165298" h="165129" extrusionOk="0">
                  <a:moveTo>
                    <a:pt x="143515" y="102530"/>
                  </a:moveTo>
                  <a:lnTo>
                    <a:pt x="156667" y="117721"/>
                  </a:lnTo>
                  <a:lnTo>
                    <a:pt x="144603" y="136719"/>
                  </a:lnTo>
                  <a:lnTo>
                    <a:pt x="126659" y="131893"/>
                  </a:lnTo>
                  <a:lnTo>
                    <a:pt x="130057" y="149564"/>
                  </a:lnTo>
                  <a:lnTo>
                    <a:pt x="110143" y="159998"/>
                  </a:lnTo>
                  <a:lnTo>
                    <a:pt x="95563" y="145384"/>
                  </a:lnTo>
                  <a:lnTo>
                    <a:pt x="88699" y="165129"/>
                  </a:lnTo>
                  <a:lnTo>
                    <a:pt x="66235" y="164212"/>
                  </a:lnTo>
                  <a:lnTo>
                    <a:pt x="61070" y="144908"/>
                  </a:lnTo>
                  <a:lnTo>
                    <a:pt x="47476" y="156667"/>
                  </a:lnTo>
                  <a:lnTo>
                    <a:pt x="28479" y="144637"/>
                  </a:lnTo>
                  <a:lnTo>
                    <a:pt x="33440" y="126217"/>
                  </a:lnTo>
                  <a:lnTo>
                    <a:pt x="13628" y="130023"/>
                  </a:lnTo>
                  <a:lnTo>
                    <a:pt x="3195" y="110109"/>
                  </a:lnTo>
                  <a:lnTo>
                    <a:pt x="18249" y="95054"/>
                  </a:lnTo>
                  <a:lnTo>
                    <a:pt x="0" y="88733"/>
                  </a:lnTo>
                  <a:lnTo>
                    <a:pt x="952" y="66269"/>
                  </a:lnTo>
                  <a:lnTo>
                    <a:pt x="18691" y="61512"/>
                  </a:lnTo>
                  <a:lnTo>
                    <a:pt x="6525" y="47442"/>
                  </a:lnTo>
                  <a:lnTo>
                    <a:pt x="18589" y="28445"/>
                  </a:lnTo>
                  <a:lnTo>
                    <a:pt x="39082" y="33951"/>
                  </a:lnTo>
                  <a:lnTo>
                    <a:pt x="35208" y="13662"/>
                  </a:lnTo>
                  <a:lnTo>
                    <a:pt x="55156" y="3229"/>
                  </a:lnTo>
                  <a:lnTo>
                    <a:pt x="68716" y="16788"/>
                  </a:lnTo>
                  <a:lnTo>
                    <a:pt x="74527" y="0"/>
                  </a:lnTo>
                  <a:lnTo>
                    <a:pt x="97025" y="952"/>
                  </a:lnTo>
                  <a:lnTo>
                    <a:pt x="102156" y="20119"/>
                  </a:lnTo>
                  <a:lnTo>
                    <a:pt x="117823" y="6559"/>
                  </a:lnTo>
                  <a:lnTo>
                    <a:pt x="136820" y="18624"/>
                  </a:lnTo>
                  <a:lnTo>
                    <a:pt x="131451" y="38674"/>
                  </a:lnTo>
                  <a:lnTo>
                    <a:pt x="149632" y="35174"/>
                  </a:lnTo>
                  <a:lnTo>
                    <a:pt x="160065" y="55123"/>
                  </a:lnTo>
                  <a:lnTo>
                    <a:pt x="146981" y="68206"/>
                  </a:lnTo>
                  <a:lnTo>
                    <a:pt x="165299" y="74561"/>
                  </a:lnTo>
                  <a:lnTo>
                    <a:pt x="164381" y="97025"/>
                  </a:lnTo>
                  <a:lnTo>
                    <a:pt x="143617" y="102598"/>
                  </a:lnTo>
                  <a:lnTo>
                    <a:pt x="143617" y="102598"/>
                  </a:lnTo>
                  <a:close/>
                  <a:moveTo>
                    <a:pt x="86048" y="75513"/>
                  </a:moveTo>
                  <a:cubicBezTo>
                    <a:pt x="82174" y="73032"/>
                    <a:pt x="77008" y="74188"/>
                    <a:pt x="74527" y="78096"/>
                  </a:cubicBezTo>
                  <a:cubicBezTo>
                    <a:pt x="72046" y="82004"/>
                    <a:pt x="73236" y="87169"/>
                    <a:pt x="77110" y="89650"/>
                  </a:cubicBezTo>
                  <a:cubicBezTo>
                    <a:pt x="81018" y="92131"/>
                    <a:pt x="86184" y="90976"/>
                    <a:pt x="88665" y="87067"/>
                  </a:cubicBezTo>
                  <a:cubicBezTo>
                    <a:pt x="91145" y="83160"/>
                    <a:pt x="89990" y="78028"/>
                    <a:pt x="86082" y="755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670038" y="4115222"/>
              <a:ext cx="157006" cy="121289"/>
            </a:xfrm>
            <a:custGeom>
              <a:avLst/>
              <a:gdLst/>
              <a:ahLst/>
              <a:cxnLst/>
              <a:rect l="l" t="t" r="r" b="b"/>
              <a:pathLst>
                <a:path w="157006" h="121289" extrusionOk="0">
                  <a:moveTo>
                    <a:pt x="135325" y="58657"/>
                  </a:moveTo>
                  <a:lnTo>
                    <a:pt x="148477" y="73847"/>
                  </a:lnTo>
                  <a:lnTo>
                    <a:pt x="136412" y="92845"/>
                  </a:lnTo>
                  <a:lnTo>
                    <a:pt x="118435" y="88053"/>
                  </a:lnTo>
                  <a:lnTo>
                    <a:pt x="121833" y="105725"/>
                  </a:lnTo>
                  <a:lnTo>
                    <a:pt x="101918" y="116158"/>
                  </a:lnTo>
                  <a:lnTo>
                    <a:pt x="87339" y="101545"/>
                  </a:lnTo>
                  <a:lnTo>
                    <a:pt x="80474" y="121290"/>
                  </a:lnTo>
                  <a:lnTo>
                    <a:pt x="58011" y="120372"/>
                  </a:lnTo>
                  <a:lnTo>
                    <a:pt x="52845" y="101069"/>
                  </a:lnTo>
                  <a:lnTo>
                    <a:pt x="39252" y="112828"/>
                  </a:lnTo>
                  <a:lnTo>
                    <a:pt x="20255" y="100797"/>
                  </a:lnTo>
                  <a:lnTo>
                    <a:pt x="25216" y="82378"/>
                  </a:lnTo>
                  <a:lnTo>
                    <a:pt x="5403" y="86184"/>
                  </a:lnTo>
                  <a:lnTo>
                    <a:pt x="0" y="75853"/>
                  </a:lnTo>
                  <a:lnTo>
                    <a:pt x="65589" y="41767"/>
                  </a:lnTo>
                  <a:cubicBezTo>
                    <a:pt x="66201" y="43364"/>
                    <a:pt x="67323" y="44791"/>
                    <a:pt x="68886" y="45777"/>
                  </a:cubicBezTo>
                  <a:cubicBezTo>
                    <a:pt x="72794" y="48258"/>
                    <a:pt x="77960" y="47102"/>
                    <a:pt x="80406" y="43194"/>
                  </a:cubicBezTo>
                  <a:cubicBezTo>
                    <a:pt x="82242" y="40339"/>
                    <a:pt x="82106" y="36771"/>
                    <a:pt x="80339" y="34086"/>
                  </a:cubicBezTo>
                  <a:lnTo>
                    <a:pt x="145928" y="0"/>
                  </a:lnTo>
                  <a:lnTo>
                    <a:pt x="151773" y="11215"/>
                  </a:lnTo>
                  <a:lnTo>
                    <a:pt x="138689" y="24299"/>
                  </a:lnTo>
                  <a:lnTo>
                    <a:pt x="157007" y="30654"/>
                  </a:lnTo>
                  <a:lnTo>
                    <a:pt x="156089" y="53151"/>
                  </a:lnTo>
                  <a:lnTo>
                    <a:pt x="135325" y="58691"/>
                  </a:lnTo>
                  <a:close/>
                </a:path>
              </a:pathLst>
            </a:custGeom>
            <a:solidFill>
              <a:srgbClr val="161D1E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707221" y="4121412"/>
              <a:ext cx="68503" cy="68503"/>
            </a:xfrm>
            <a:custGeom>
              <a:avLst/>
              <a:gdLst/>
              <a:ahLst/>
              <a:cxnLst/>
              <a:rect l="l" t="t" r="r" b="b"/>
              <a:pathLst>
                <a:path w="68503" h="68503" extrusionOk="0">
                  <a:moveTo>
                    <a:pt x="35679" y="30"/>
                  </a:moveTo>
                  <a:cubicBezTo>
                    <a:pt x="54574" y="811"/>
                    <a:pt x="69256" y="16784"/>
                    <a:pt x="68474" y="35679"/>
                  </a:cubicBezTo>
                  <a:cubicBezTo>
                    <a:pt x="67692" y="54574"/>
                    <a:pt x="51720" y="69256"/>
                    <a:pt x="32824" y="68474"/>
                  </a:cubicBezTo>
                  <a:cubicBezTo>
                    <a:pt x="13929" y="67692"/>
                    <a:pt x="-752" y="51720"/>
                    <a:pt x="30" y="32824"/>
                  </a:cubicBezTo>
                  <a:cubicBezTo>
                    <a:pt x="811" y="13929"/>
                    <a:pt x="16784" y="-752"/>
                    <a:pt x="35679" y="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9" name="Google Shape;129;p3"/>
            <p:cNvSpPr/>
            <p:nvPr/>
          </p:nvSpPr>
          <p:spPr>
            <a:xfrm rot="-2341049">
              <a:off x="735619" y="4134435"/>
              <a:ext cx="12719" cy="42204"/>
            </a:xfrm>
            <a:custGeom>
              <a:avLst/>
              <a:gdLst/>
              <a:ahLst/>
              <a:cxnLst/>
              <a:rect l="l" t="t" r="r" b="b"/>
              <a:pathLst>
                <a:path w="12710" h="42174" extrusionOk="0">
                  <a:moveTo>
                    <a:pt x="0" y="0"/>
                  </a:moveTo>
                  <a:lnTo>
                    <a:pt x="12710" y="0"/>
                  </a:lnTo>
                  <a:lnTo>
                    <a:pt x="12710" y="42174"/>
                  </a:lnTo>
                  <a:lnTo>
                    <a:pt x="0" y="421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2343111" y="4071349"/>
              <a:ext cx="165230" cy="165129"/>
            </a:xfrm>
            <a:custGeom>
              <a:avLst/>
              <a:gdLst/>
              <a:ahLst/>
              <a:cxnLst/>
              <a:rect l="l" t="t" r="r" b="b"/>
              <a:pathLst>
                <a:path w="165230" h="165129" extrusionOk="0">
                  <a:moveTo>
                    <a:pt x="143583" y="102530"/>
                  </a:moveTo>
                  <a:lnTo>
                    <a:pt x="156735" y="117721"/>
                  </a:lnTo>
                  <a:lnTo>
                    <a:pt x="144671" y="136719"/>
                  </a:lnTo>
                  <a:lnTo>
                    <a:pt x="126727" y="131893"/>
                  </a:lnTo>
                  <a:lnTo>
                    <a:pt x="130125" y="149564"/>
                  </a:lnTo>
                  <a:lnTo>
                    <a:pt x="110177" y="159998"/>
                  </a:lnTo>
                  <a:lnTo>
                    <a:pt x="95597" y="145384"/>
                  </a:lnTo>
                  <a:lnTo>
                    <a:pt x="88767" y="165129"/>
                  </a:lnTo>
                  <a:lnTo>
                    <a:pt x="66269" y="164212"/>
                  </a:lnTo>
                  <a:lnTo>
                    <a:pt x="61103" y="144908"/>
                  </a:lnTo>
                  <a:lnTo>
                    <a:pt x="47510" y="156667"/>
                  </a:lnTo>
                  <a:lnTo>
                    <a:pt x="28513" y="144637"/>
                  </a:lnTo>
                  <a:lnTo>
                    <a:pt x="33440" y="126217"/>
                  </a:lnTo>
                  <a:lnTo>
                    <a:pt x="13628" y="130023"/>
                  </a:lnTo>
                  <a:lnTo>
                    <a:pt x="3195" y="110109"/>
                  </a:lnTo>
                  <a:lnTo>
                    <a:pt x="18249" y="95054"/>
                  </a:lnTo>
                  <a:lnTo>
                    <a:pt x="0" y="88733"/>
                  </a:lnTo>
                  <a:lnTo>
                    <a:pt x="952" y="66269"/>
                  </a:lnTo>
                  <a:lnTo>
                    <a:pt x="18657" y="61512"/>
                  </a:lnTo>
                  <a:lnTo>
                    <a:pt x="6491" y="47442"/>
                  </a:lnTo>
                  <a:lnTo>
                    <a:pt x="18555" y="28445"/>
                  </a:lnTo>
                  <a:lnTo>
                    <a:pt x="39082" y="33951"/>
                  </a:lnTo>
                  <a:lnTo>
                    <a:pt x="35174" y="13662"/>
                  </a:lnTo>
                  <a:lnTo>
                    <a:pt x="55122" y="3229"/>
                  </a:lnTo>
                  <a:lnTo>
                    <a:pt x="68682" y="16788"/>
                  </a:lnTo>
                  <a:lnTo>
                    <a:pt x="74493" y="0"/>
                  </a:lnTo>
                  <a:lnTo>
                    <a:pt x="96957" y="952"/>
                  </a:lnTo>
                  <a:lnTo>
                    <a:pt x="102088" y="20119"/>
                  </a:lnTo>
                  <a:lnTo>
                    <a:pt x="117755" y="6559"/>
                  </a:lnTo>
                  <a:lnTo>
                    <a:pt x="136752" y="18624"/>
                  </a:lnTo>
                  <a:lnTo>
                    <a:pt x="131383" y="38674"/>
                  </a:lnTo>
                  <a:lnTo>
                    <a:pt x="149598" y="35174"/>
                  </a:lnTo>
                  <a:lnTo>
                    <a:pt x="160031" y="55123"/>
                  </a:lnTo>
                  <a:lnTo>
                    <a:pt x="146913" y="68206"/>
                  </a:lnTo>
                  <a:lnTo>
                    <a:pt x="165231" y="74561"/>
                  </a:lnTo>
                  <a:lnTo>
                    <a:pt x="164279" y="97025"/>
                  </a:lnTo>
                  <a:lnTo>
                    <a:pt x="143549" y="102598"/>
                  </a:lnTo>
                  <a:lnTo>
                    <a:pt x="143549" y="102598"/>
                  </a:lnTo>
                  <a:close/>
                  <a:moveTo>
                    <a:pt x="86116" y="75513"/>
                  </a:moveTo>
                  <a:cubicBezTo>
                    <a:pt x="82208" y="73032"/>
                    <a:pt x="77042" y="74188"/>
                    <a:pt x="74561" y="78096"/>
                  </a:cubicBezTo>
                  <a:cubicBezTo>
                    <a:pt x="72114" y="82004"/>
                    <a:pt x="73270" y="87169"/>
                    <a:pt x="77178" y="89650"/>
                  </a:cubicBezTo>
                  <a:cubicBezTo>
                    <a:pt x="81086" y="92131"/>
                    <a:pt x="86252" y="90976"/>
                    <a:pt x="88699" y="87067"/>
                  </a:cubicBezTo>
                  <a:cubicBezTo>
                    <a:pt x="91180" y="83160"/>
                    <a:pt x="90024" y="78028"/>
                    <a:pt x="86116" y="755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2351403" y="4115222"/>
              <a:ext cx="156972" cy="121289"/>
            </a:xfrm>
            <a:custGeom>
              <a:avLst/>
              <a:gdLst/>
              <a:ahLst/>
              <a:cxnLst/>
              <a:rect l="l" t="t" r="r" b="b"/>
              <a:pathLst>
                <a:path w="156972" h="121289" extrusionOk="0">
                  <a:moveTo>
                    <a:pt x="135291" y="58657"/>
                  </a:moveTo>
                  <a:lnTo>
                    <a:pt x="148443" y="73847"/>
                  </a:lnTo>
                  <a:lnTo>
                    <a:pt x="136378" y="92845"/>
                  </a:lnTo>
                  <a:lnTo>
                    <a:pt x="118435" y="88053"/>
                  </a:lnTo>
                  <a:lnTo>
                    <a:pt x="121833" y="105725"/>
                  </a:lnTo>
                  <a:lnTo>
                    <a:pt x="101884" y="116158"/>
                  </a:lnTo>
                  <a:lnTo>
                    <a:pt x="87305" y="101545"/>
                  </a:lnTo>
                  <a:lnTo>
                    <a:pt x="80474" y="121290"/>
                  </a:lnTo>
                  <a:lnTo>
                    <a:pt x="57977" y="120372"/>
                  </a:lnTo>
                  <a:lnTo>
                    <a:pt x="52811" y="101069"/>
                  </a:lnTo>
                  <a:lnTo>
                    <a:pt x="39218" y="112828"/>
                  </a:lnTo>
                  <a:lnTo>
                    <a:pt x="20221" y="100797"/>
                  </a:lnTo>
                  <a:lnTo>
                    <a:pt x="25182" y="82378"/>
                  </a:lnTo>
                  <a:lnTo>
                    <a:pt x="5370" y="86184"/>
                  </a:lnTo>
                  <a:lnTo>
                    <a:pt x="0" y="75853"/>
                  </a:lnTo>
                  <a:lnTo>
                    <a:pt x="65589" y="41767"/>
                  </a:lnTo>
                  <a:cubicBezTo>
                    <a:pt x="66201" y="43364"/>
                    <a:pt x="67323" y="44791"/>
                    <a:pt x="68886" y="45777"/>
                  </a:cubicBezTo>
                  <a:cubicBezTo>
                    <a:pt x="72794" y="48258"/>
                    <a:pt x="77960" y="47102"/>
                    <a:pt x="80440" y="43194"/>
                  </a:cubicBezTo>
                  <a:cubicBezTo>
                    <a:pt x="82242" y="40339"/>
                    <a:pt x="82106" y="36771"/>
                    <a:pt x="80339" y="34086"/>
                  </a:cubicBezTo>
                  <a:lnTo>
                    <a:pt x="145928" y="0"/>
                  </a:lnTo>
                  <a:lnTo>
                    <a:pt x="151773" y="11215"/>
                  </a:lnTo>
                  <a:lnTo>
                    <a:pt x="138655" y="24299"/>
                  </a:lnTo>
                  <a:lnTo>
                    <a:pt x="156973" y="30654"/>
                  </a:lnTo>
                  <a:lnTo>
                    <a:pt x="156021" y="53151"/>
                  </a:lnTo>
                  <a:lnTo>
                    <a:pt x="135291" y="58691"/>
                  </a:lnTo>
                  <a:close/>
                </a:path>
              </a:pathLst>
            </a:custGeom>
            <a:solidFill>
              <a:srgbClr val="161D1E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2388518" y="4121412"/>
              <a:ext cx="68506" cy="68503"/>
            </a:xfrm>
            <a:custGeom>
              <a:avLst/>
              <a:gdLst/>
              <a:ahLst/>
              <a:cxnLst/>
              <a:rect l="l" t="t" r="r" b="b"/>
              <a:pathLst>
                <a:path w="68506" h="68503" extrusionOk="0">
                  <a:moveTo>
                    <a:pt x="35713" y="30"/>
                  </a:moveTo>
                  <a:cubicBezTo>
                    <a:pt x="54608" y="811"/>
                    <a:pt x="69290" y="16784"/>
                    <a:pt x="68474" y="35679"/>
                  </a:cubicBezTo>
                  <a:cubicBezTo>
                    <a:pt x="67692" y="54574"/>
                    <a:pt x="51720" y="69256"/>
                    <a:pt x="32825" y="68474"/>
                  </a:cubicBezTo>
                  <a:cubicBezTo>
                    <a:pt x="13895" y="67692"/>
                    <a:pt x="-752" y="51720"/>
                    <a:pt x="30" y="32824"/>
                  </a:cubicBezTo>
                  <a:cubicBezTo>
                    <a:pt x="811" y="13929"/>
                    <a:pt x="16784" y="-752"/>
                    <a:pt x="35679" y="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3" name="Google Shape;133;p3"/>
            <p:cNvSpPr/>
            <p:nvPr/>
          </p:nvSpPr>
          <p:spPr>
            <a:xfrm rot="-2341049">
              <a:off x="2416864" y="4134670"/>
              <a:ext cx="12719" cy="42204"/>
            </a:xfrm>
            <a:custGeom>
              <a:avLst/>
              <a:gdLst/>
              <a:ahLst/>
              <a:cxnLst/>
              <a:rect l="l" t="t" r="r" b="b"/>
              <a:pathLst>
                <a:path w="12710" h="42174" extrusionOk="0">
                  <a:moveTo>
                    <a:pt x="0" y="0"/>
                  </a:moveTo>
                  <a:lnTo>
                    <a:pt x="12710" y="0"/>
                  </a:lnTo>
                  <a:lnTo>
                    <a:pt x="12710" y="42174"/>
                  </a:lnTo>
                  <a:lnTo>
                    <a:pt x="0" y="421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1759162" y="4071349"/>
              <a:ext cx="165197" cy="165129"/>
            </a:xfrm>
            <a:custGeom>
              <a:avLst/>
              <a:gdLst/>
              <a:ahLst/>
              <a:cxnLst/>
              <a:rect l="l" t="t" r="r" b="b"/>
              <a:pathLst>
                <a:path w="165197" h="165129" extrusionOk="0">
                  <a:moveTo>
                    <a:pt x="143549" y="102530"/>
                  </a:moveTo>
                  <a:lnTo>
                    <a:pt x="156701" y="117721"/>
                  </a:lnTo>
                  <a:lnTo>
                    <a:pt x="144637" y="136719"/>
                  </a:lnTo>
                  <a:lnTo>
                    <a:pt x="126693" y="131893"/>
                  </a:lnTo>
                  <a:lnTo>
                    <a:pt x="130091" y="149564"/>
                  </a:lnTo>
                  <a:lnTo>
                    <a:pt x="110177" y="159998"/>
                  </a:lnTo>
                  <a:lnTo>
                    <a:pt x="95597" y="145384"/>
                  </a:lnTo>
                  <a:lnTo>
                    <a:pt x="88733" y="165129"/>
                  </a:lnTo>
                  <a:lnTo>
                    <a:pt x="66269" y="164212"/>
                  </a:lnTo>
                  <a:lnTo>
                    <a:pt x="61104" y="144908"/>
                  </a:lnTo>
                  <a:lnTo>
                    <a:pt x="47510" y="156667"/>
                  </a:lnTo>
                  <a:lnTo>
                    <a:pt x="28513" y="144637"/>
                  </a:lnTo>
                  <a:lnTo>
                    <a:pt x="33440" y="126217"/>
                  </a:lnTo>
                  <a:lnTo>
                    <a:pt x="13628" y="130023"/>
                  </a:lnTo>
                  <a:lnTo>
                    <a:pt x="3195" y="110109"/>
                  </a:lnTo>
                  <a:lnTo>
                    <a:pt x="18249" y="95054"/>
                  </a:lnTo>
                  <a:lnTo>
                    <a:pt x="0" y="88733"/>
                  </a:lnTo>
                  <a:lnTo>
                    <a:pt x="918" y="66269"/>
                  </a:lnTo>
                  <a:lnTo>
                    <a:pt x="18657" y="61512"/>
                  </a:lnTo>
                  <a:lnTo>
                    <a:pt x="6491" y="47442"/>
                  </a:lnTo>
                  <a:lnTo>
                    <a:pt x="18555" y="28445"/>
                  </a:lnTo>
                  <a:lnTo>
                    <a:pt x="39048" y="33951"/>
                  </a:lnTo>
                  <a:lnTo>
                    <a:pt x="35140" y="13662"/>
                  </a:lnTo>
                  <a:lnTo>
                    <a:pt x="55088" y="3229"/>
                  </a:lnTo>
                  <a:lnTo>
                    <a:pt x="68648" y="16788"/>
                  </a:lnTo>
                  <a:lnTo>
                    <a:pt x="74459" y="0"/>
                  </a:lnTo>
                  <a:lnTo>
                    <a:pt x="96923" y="952"/>
                  </a:lnTo>
                  <a:lnTo>
                    <a:pt x="102054" y="20119"/>
                  </a:lnTo>
                  <a:lnTo>
                    <a:pt x="117721" y="6559"/>
                  </a:lnTo>
                  <a:lnTo>
                    <a:pt x="136718" y="18624"/>
                  </a:lnTo>
                  <a:lnTo>
                    <a:pt x="131349" y="38674"/>
                  </a:lnTo>
                  <a:lnTo>
                    <a:pt x="149530" y="35174"/>
                  </a:lnTo>
                  <a:lnTo>
                    <a:pt x="159963" y="55123"/>
                  </a:lnTo>
                  <a:lnTo>
                    <a:pt x="146880" y="68206"/>
                  </a:lnTo>
                  <a:lnTo>
                    <a:pt x="165197" y="74561"/>
                  </a:lnTo>
                  <a:lnTo>
                    <a:pt x="164279" y="97025"/>
                  </a:lnTo>
                  <a:lnTo>
                    <a:pt x="143515" y="102598"/>
                  </a:lnTo>
                  <a:lnTo>
                    <a:pt x="143515" y="102598"/>
                  </a:lnTo>
                  <a:close/>
                  <a:moveTo>
                    <a:pt x="86082" y="75513"/>
                  </a:moveTo>
                  <a:cubicBezTo>
                    <a:pt x="82174" y="73032"/>
                    <a:pt x="77008" y="74188"/>
                    <a:pt x="74561" y="78096"/>
                  </a:cubicBezTo>
                  <a:cubicBezTo>
                    <a:pt x="72114" y="82004"/>
                    <a:pt x="73236" y="87169"/>
                    <a:pt x="77144" y="89650"/>
                  </a:cubicBezTo>
                  <a:cubicBezTo>
                    <a:pt x="81052" y="92131"/>
                    <a:pt x="86218" y="90976"/>
                    <a:pt x="88665" y="87067"/>
                  </a:cubicBezTo>
                  <a:cubicBezTo>
                    <a:pt x="91145" y="83160"/>
                    <a:pt x="89990" y="78028"/>
                    <a:pt x="86082" y="755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1767386" y="4115222"/>
              <a:ext cx="156972" cy="121289"/>
            </a:xfrm>
            <a:custGeom>
              <a:avLst/>
              <a:gdLst/>
              <a:ahLst/>
              <a:cxnLst/>
              <a:rect l="l" t="t" r="r" b="b"/>
              <a:pathLst>
                <a:path w="156972" h="121289" extrusionOk="0">
                  <a:moveTo>
                    <a:pt x="135325" y="58657"/>
                  </a:moveTo>
                  <a:lnTo>
                    <a:pt x="148477" y="73847"/>
                  </a:lnTo>
                  <a:lnTo>
                    <a:pt x="136412" y="92845"/>
                  </a:lnTo>
                  <a:lnTo>
                    <a:pt x="118469" y="88053"/>
                  </a:lnTo>
                  <a:lnTo>
                    <a:pt x="121867" y="105725"/>
                  </a:lnTo>
                  <a:lnTo>
                    <a:pt x="101952" y="116158"/>
                  </a:lnTo>
                  <a:lnTo>
                    <a:pt x="87373" y="101545"/>
                  </a:lnTo>
                  <a:lnTo>
                    <a:pt x="80508" y="121290"/>
                  </a:lnTo>
                  <a:lnTo>
                    <a:pt x="58045" y="120372"/>
                  </a:lnTo>
                  <a:lnTo>
                    <a:pt x="52879" y="101069"/>
                  </a:lnTo>
                  <a:lnTo>
                    <a:pt x="39286" y="112828"/>
                  </a:lnTo>
                  <a:lnTo>
                    <a:pt x="20288" y="100797"/>
                  </a:lnTo>
                  <a:lnTo>
                    <a:pt x="25216" y="82378"/>
                  </a:lnTo>
                  <a:lnTo>
                    <a:pt x="5403" y="86184"/>
                  </a:lnTo>
                  <a:lnTo>
                    <a:pt x="0" y="75853"/>
                  </a:lnTo>
                  <a:lnTo>
                    <a:pt x="65589" y="41767"/>
                  </a:lnTo>
                  <a:cubicBezTo>
                    <a:pt x="66235" y="43364"/>
                    <a:pt x="67323" y="44791"/>
                    <a:pt x="68886" y="45777"/>
                  </a:cubicBezTo>
                  <a:cubicBezTo>
                    <a:pt x="72794" y="48258"/>
                    <a:pt x="77960" y="47102"/>
                    <a:pt x="80406" y="43194"/>
                  </a:cubicBezTo>
                  <a:cubicBezTo>
                    <a:pt x="82241" y="40339"/>
                    <a:pt x="82072" y="36771"/>
                    <a:pt x="80304" y="34086"/>
                  </a:cubicBezTo>
                  <a:lnTo>
                    <a:pt x="145894" y="0"/>
                  </a:lnTo>
                  <a:lnTo>
                    <a:pt x="151773" y="11215"/>
                  </a:lnTo>
                  <a:lnTo>
                    <a:pt x="138655" y="24299"/>
                  </a:lnTo>
                  <a:lnTo>
                    <a:pt x="156973" y="30654"/>
                  </a:lnTo>
                  <a:lnTo>
                    <a:pt x="156055" y="53151"/>
                  </a:lnTo>
                  <a:lnTo>
                    <a:pt x="135291" y="58691"/>
                  </a:lnTo>
                  <a:close/>
                </a:path>
              </a:pathLst>
            </a:custGeom>
            <a:solidFill>
              <a:srgbClr val="161D1E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1804566" y="4121412"/>
              <a:ext cx="68472" cy="68503"/>
            </a:xfrm>
            <a:custGeom>
              <a:avLst/>
              <a:gdLst/>
              <a:ahLst/>
              <a:cxnLst/>
              <a:rect l="l" t="t" r="r" b="b"/>
              <a:pathLst>
                <a:path w="68472" h="68503" extrusionOk="0">
                  <a:moveTo>
                    <a:pt x="35648" y="30"/>
                  </a:moveTo>
                  <a:cubicBezTo>
                    <a:pt x="54577" y="811"/>
                    <a:pt x="69224" y="16784"/>
                    <a:pt x="68443" y="35679"/>
                  </a:cubicBezTo>
                  <a:cubicBezTo>
                    <a:pt x="67661" y="54574"/>
                    <a:pt x="51688" y="69256"/>
                    <a:pt x="32793" y="68474"/>
                  </a:cubicBezTo>
                  <a:cubicBezTo>
                    <a:pt x="13898" y="67692"/>
                    <a:pt x="-783" y="51720"/>
                    <a:pt x="32" y="32824"/>
                  </a:cubicBezTo>
                  <a:cubicBezTo>
                    <a:pt x="814" y="13929"/>
                    <a:pt x="16787" y="-752"/>
                    <a:pt x="35682" y="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" name="Google Shape;137;p3"/>
            <p:cNvSpPr/>
            <p:nvPr/>
          </p:nvSpPr>
          <p:spPr>
            <a:xfrm rot="-2341049">
              <a:off x="1832880" y="4134632"/>
              <a:ext cx="12719" cy="42204"/>
            </a:xfrm>
            <a:custGeom>
              <a:avLst/>
              <a:gdLst/>
              <a:ahLst/>
              <a:cxnLst/>
              <a:rect l="l" t="t" r="r" b="b"/>
              <a:pathLst>
                <a:path w="12710" h="42174" extrusionOk="0">
                  <a:moveTo>
                    <a:pt x="0" y="0"/>
                  </a:moveTo>
                  <a:lnTo>
                    <a:pt x="12710" y="0"/>
                  </a:lnTo>
                  <a:lnTo>
                    <a:pt x="12710" y="42174"/>
                  </a:lnTo>
                  <a:lnTo>
                    <a:pt x="0" y="421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1235364" y="4069751"/>
              <a:ext cx="165230" cy="165230"/>
            </a:xfrm>
            <a:custGeom>
              <a:avLst/>
              <a:gdLst/>
              <a:ahLst/>
              <a:cxnLst/>
              <a:rect l="l" t="t" r="r" b="b"/>
              <a:pathLst>
                <a:path w="165230" h="165230" extrusionOk="0">
                  <a:moveTo>
                    <a:pt x="143549" y="102598"/>
                  </a:moveTo>
                  <a:lnTo>
                    <a:pt x="156701" y="117789"/>
                  </a:lnTo>
                  <a:lnTo>
                    <a:pt x="144637" y="136786"/>
                  </a:lnTo>
                  <a:lnTo>
                    <a:pt x="126693" y="131961"/>
                  </a:lnTo>
                  <a:lnTo>
                    <a:pt x="130091" y="149632"/>
                  </a:lnTo>
                  <a:lnTo>
                    <a:pt x="110143" y="160065"/>
                  </a:lnTo>
                  <a:lnTo>
                    <a:pt x="95563" y="145486"/>
                  </a:lnTo>
                  <a:lnTo>
                    <a:pt x="88699" y="165231"/>
                  </a:lnTo>
                  <a:lnTo>
                    <a:pt x="66235" y="164313"/>
                  </a:lnTo>
                  <a:lnTo>
                    <a:pt x="61070" y="145010"/>
                  </a:lnTo>
                  <a:lnTo>
                    <a:pt x="47476" y="156769"/>
                  </a:lnTo>
                  <a:lnTo>
                    <a:pt x="28479" y="144705"/>
                  </a:lnTo>
                  <a:lnTo>
                    <a:pt x="33440" y="126285"/>
                  </a:lnTo>
                  <a:lnTo>
                    <a:pt x="13628" y="130091"/>
                  </a:lnTo>
                  <a:lnTo>
                    <a:pt x="3195" y="110143"/>
                  </a:lnTo>
                  <a:lnTo>
                    <a:pt x="18249" y="95088"/>
                  </a:lnTo>
                  <a:lnTo>
                    <a:pt x="0" y="88767"/>
                  </a:lnTo>
                  <a:lnTo>
                    <a:pt x="918" y="66303"/>
                  </a:lnTo>
                  <a:lnTo>
                    <a:pt x="18657" y="61545"/>
                  </a:lnTo>
                  <a:lnTo>
                    <a:pt x="6491" y="47476"/>
                  </a:lnTo>
                  <a:lnTo>
                    <a:pt x="18555" y="28479"/>
                  </a:lnTo>
                  <a:lnTo>
                    <a:pt x="39048" y="33950"/>
                  </a:lnTo>
                  <a:lnTo>
                    <a:pt x="35140" y="13662"/>
                  </a:lnTo>
                  <a:lnTo>
                    <a:pt x="55088" y="3229"/>
                  </a:lnTo>
                  <a:lnTo>
                    <a:pt x="68648" y="16788"/>
                  </a:lnTo>
                  <a:lnTo>
                    <a:pt x="74459" y="0"/>
                  </a:lnTo>
                  <a:lnTo>
                    <a:pt x="96957" y="952"/>
                  </a:lnTo>
                  <a:lnTo>
                    <a:pt x="102088" y="20119"/>
                  </a:lnTo>
                  <a:lnTo>
                    <a:pt x="117755" y="6559"/>
                  </a:lnTo>
                  <a:lnTo>
                    <a:pt x="136752" y="18623"/>
                  </a:lnTo>
                  <a:lnTo>
                    <a:pt x="131383" y="38674"/>
                  </a:lnTo>
                  <a:lnTo>
                    <a:pt x="149564" y="35174"/>
                  </a:lnTo>
                  <a:lnTo>
                    <a:pt x="159997" y="55122"/>
                  </a:lnTo>
                  <a:lnTo>
                    <a:pt x="146913" y="68240"/>
                  </a:lnTo>
                  <a:lnTo>
                    <a:pt x="165231" y="74561"/>
                  </a:lnTo>
                  <a:lnTo>
                    <a:pt x="164279" y="97059"/>
                  </a:lnTo>
                  <a:lnTo>
                    <a:pt x="143515" y="102598"/>
                  </a:lnTo>
                  <a:lnTo>
                    <a:pt x="143515" y="102598"/>
                  </a:lnTo>
                  <a:close/>
                  <a:moveTo>
                    <a:pt x="86082" y="75581"/>
                  </a:moveTo>
                  <a:cubicBezTo>
                    <a:pt x="82174" y="73100"/>
                    <a:pt x="77008" y="74255"/>
                    <a:pt x="74527" y="78164"/>
                  </a:cubicBezTo>
                  <a:cubicBezTo>
                    <a:pt x="72046" y="82072"/>
                    <a:pt x="73202" y="87237"/>
                    <a:pt x="77110" y="89718"/>
                  </a:cubicBezTo>
                  <a:cubicBezTo>
                    <a:pt x="81018" y="92165"/>
                    <a:pt x="86184" y="91010"/>
                    <a:pt x="88665" y="87135"/>
                  </a:cubicBezTo>
                  <a:cubicBezTo>
                    <a:pt x="91145" y="83227"/>
                    <a:pt x="89990" y="78061"/>
                    <a:pt x="86082" y="756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1243588" y="4113693"/>
              <a:ext cx="157040" cy="121289"/>
            </a:xfrm>
            <a:custGeom>
              <a:avLst/>
              <a:gdLst/>
              <a:ahLst/>
              <a:cxnLst/>
              <a:rect l="l" t="t" r="r" b="b"/>
              <a:pathLst>
                <a:path w="157040" h="121289" extrusionOk="0">
                  <a:moveTo>
                    <a:pt x="135325" y="58657"/>
                  </a:moveTo>
                  <a:lnTo>
                    <a:pt x="148477" y="73847"/>
                  </a:lnTo>
                  <a:lnTo>
                    <a:pt x="136412" y="92844"/>
                  </a:lnTo>
                  <a:lnTo>
                    <a:pt x="118469" y="88019"/>
                  </a:lnTo>
                  <a:lnTo>
                    <a:pt x="121867" y="105691"/>
                  </a:lnTo>
                  <a:lnTo>
                    <a:pt x="101919" y="116124"/>
                  </a:lnTo>
                  <a:lnTo>
                    <a:pt x="87339" y="101545"/>
                  </a:lnTo>
                  <a:lnTo>
                    <a:pt x="80475" y="121289"/>
                  </a:lnTo>
                  <a:lnTo>
                    <a:pt x="58011" y="120372"/>
                  </a:lnTo>
                  <a:lnTo>
                    <a:pt x="52845" y="101069"/>
                  </a:lnTo>
                  <a:lnTo>
                    <a:pt x="39252" y="112827"/>
                  </a:lnTo>
                  <a:lnTo>
                    <a:pt x="20255" y="100763"/>
                  </a:lnTo>
                  <a:lnTo>
                    <a:pt x="25216" y="82344"/>
                  </a:lnTo>
                  <a:lnTo>
                    <a:pt x="5403" y="86150"/>
                  </a:lnTo>
                  <a:lnTo>
                    <a:pt x="0" y="75818"/>
                  </a:lnTo>
                  <a:lnTo>
                    <a:pt x="65623" y="41733"/>
                  </a:lnTo>
                  <a:cubicBezTo>
                    <a:pt x="66235" y="43330"/>
                    <a:pt x="67357" y="44757"/>
                    <a:pt x="68920" y="45777"/>
                  </a:cubicBezTo>
                  <a:cubicBezTo>
                    <a:pt x="72828" y="48223"/>
                    <a:pt x="77994" y="47068"/>
                    <a:pt x="80441" y="43194"/>
                  </a:cubicBezTo>
                  <a:cubicBezTo>
                    <a:pt x="82276" y="40305"/>
                    <a:pt x="82140" y="36737"/>
                    <a:pt x="80372" y="34086"/>
                  </a:cubicBezTo>
                  <a:lnTo>
                    <a:pt x="145962" y="0"/>
                  </a:lnTo>
                  <a:lnTo>
                    <a:pt x="151807" y="11181"/>
                  </a:lnTo>
                  <a:lnTo>
                    <a:pt x="138723" y="24299"/>
                  </a:lnTo>
                  <a:lnTo>
                    <a:pt x="157041" y="30620"/>
                  </a:lnTo>
                  <a:lnTo>
                    <a:pt x="156089" y="53117"/>
                  </a:lnTo>
                  <a:lnTo>
                    <a:pt x="135325" y="58657"/>
                  </a:lnTo>
                  <a:close/>
                </a:path>
              </a:pathLst>
            </a:custGeom>
            <a:solidFill>
              <a:srgbClr val="161D1E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1280771" y="4119916"/>
              <a:ext cx="68503" cy="68503"/>
            </a:xfrm>
            <a:custGeom>
              <a:avLst/>
              <a:gdLst/>
              <a:ahLst/>
              <a:cxnLst/>
              <a:rect l="l" t="t" r="r" b="b"/>
              <a:pathLst>
                <a:path w="68503" h="68503" extrusionOk="0">
                  <a:moveTo>
                    <a:pt x="35679" y="30"/>
                  </a:moveTo>
                  <a:cubicBezTo>
                    <a:pt x="54574" y="811"/>
                    <a:pt x="69256" y="16784"/>
                    <a:pt x="68474" y="35679"/>
                  </a:cubicBezTo>
                  <a:cubicBezTo>
                    <a:pt x="67692" y="54575"/>
                    <a:pt x="51720" y="69255"/>
                    <a:pt x="32824" y="68474"/>
                  </a:cubicBezTo>
                  <a:cubicBezTo>
                    <a:pt x="13929" y="67692"/>
                    <a:pt x="-752" y="51720"/>
                    <a:pt x="30" y="32825"/>
                  </a:cubicBezTo>
                  <a:cubicBezTo>
                    <a:pt x="811" y="13929"/>
                    <a:pt x="16784" y="-752"/>
                    <a:pt x="35679" y="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" name="Google Shape;141;p3"/>
            <p:cNvSpPr/>
            <p:nvPr/>
          </p:nvSpPr>
          <p:spPr>
            <a:xfrm rot="-2341049">
              <a:off x="1309150" y="4132999"/>
              <a:ext cx="12719" cy="42170"/>
            </a:xfrm>
            <a:custGeom>
              <a:avLst/>
              <a:gdLst/>
              <a:ahLst/>
              <a:cxnLst/>
              <a:rect l="l" t="t" r="r" b="b"/>
              <a:pathLst>
                <a:path w="12710" h="42140" extrusionOk="0">
                  <a:moveTo>
                    <a:pt x="0" y="0"/>
                  </a:moveTo>
                  <a:lnTo>
                    <a:pt x="12710" y="0"/>
                  </a:lnTo>
                  <a:lnTo>
                    <a:pt x="12710" y="42141"/>
                  </a:lnTo>
                  <a:lnTo>
                    <a:pt x="0" y="421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9"/>
          <p:cNvSpPr txBox="1">
            <a:spLocks noGrp="1"/>
          </p:cNvSpPr>
          <p:nvPr>
            <p:ph type="title"/>
          </p:nvPr>
        </p:nvSpPr>
        <p:spPr>
          <a:xfrm>
            <a:off x="722376" y="521208"/>
            <a:ext cx="7717500" cy="6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1" name="Google Shape;491;p9"/>
          <p:cNvSpPr txBox="1">
            <a:spLocks noGrp="1"/>
          </p:cNvSpPr>
          <p:nvPr>
            <p:ph type="subTitle" idx="1"/>
          </p:nvPr>
        </p:nvSpPr>
        <p:spPr>
          <a:xfrm>
            <a:off x="1075326" y="1400550"/>
            <a:ext cx="7011600" cy="32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 panose="00000500000000000000"/>
              <a:buChar char="●"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 panose="00000500000000000000"/>
              <a:buChar char="○"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 panose="00000500000000000000"/>
              <a:buChar char="■"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 panose="00000500000000000000"/>
              <a:buChar char="●"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 panose="00000500000000000000"/>
              <a:buChar char="○"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 panose="00000500000000000000"/>
              <a:buChar char="■"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 panose="00000500000000000000"/>
              <a:buChar char="●"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 panose="00000500000000000000"/>
              <a:buChar char="○"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 panose="00000500000000000000"/>
              <a:buChar char="■"/>
              <a:defRPr/>
            </a:lvl9pPr>
          </a:lstStyle>
          <a:p>
            <a:endParaRPr/>
          </a:p>
        </p:txBody>
      </p:sp>
      <p:grpSp>
        <p:nvGrpSpPr>
          <p:cNvPr id="492" name="Google Shape;492;p9"/>
          <p:cNvGrpSpPr/>
          <p:nvPr/>
        </p:nvGrpSpPr>
        <p:grpSpPr>
          <a:xfrm>
            <a:off x="-138873" y="-6640"/>
            <a:ext cx="9150406" cy="5030609"/>
            <a:chOff x="-138873" y="-6640"/>
            <a:chExt cx="9150406" cy="5030609"/>
          </a:xfrm>
        </p:grpSpPr>
        <p:grpSp>
          <p:nvGrpSpPr>
            <p:cNvPr id="493" name="Google Shape;493;p9"/>
            <p:cNvGrpSpPr/>
            <p:nvPr/>
          </p:nvGrpSpPr>
          <p:grpSpPr>
            <a:xfrm rot="10800000" flipH="1">
              <a:off x="8491633" y="106704"/>
              <a:ext cx="519900" cy="680530"/>
              <a:chOff x="5544622" y="2527045"/>
              <a:chExt cx="519900" cy="680530"/>
            </a:xfrm>
          </p:grpSpPr>
          <p:grpSp>
            <p:nvGrpSpPr>
              <p:cNvPr id="494" name="Google Shape;494;p9"/>
              <p:cNvGrpSpPr/>
              <p:nvPr/>
            </p:nvGrpSpPr>
            <p:grpSpPr>
              <a:xfrm>
                <a:off x="5584229" y="2527045"/>
                <a:ext cx="459095" cy="565322"/>
                <a:chOff x="5292342" y="3091129"/>
                <a:chExt cx="224771" cy="276766"/>
              </a:xfrm>
            </p:grpSpPr>
            <p:sp>
              <p:nvSpPr>
                <p:cNvPr id="495" name="Google Shape;495;p9"/>
                <p:cNvSpPr/>
                <p:nvPr/>
              </p:nvSpPr>
              <p:spPr>
                <a:xfrm>
                  <a:off x="5378390" y="3254253"/>
                  <a:ext cx="44247" cy="1136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247" h="113642" extrusionOk="0">
                      <a:moveTo>
                        <a:pt x="0" y="0"/>
                      </a:moveTo>
                      <a:lnTo>
                        <a:pt x="44247" y="0"/>
                      </a:lnTo>
                      <a:lnTo>
                        <a:pt x="44247" y="113643"/>
                      </a:lnTo>
                      <a:lnTo>
                        <a:pt x="0" y="113643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496" name="Google Shape;496;p9"/>
                <p:cNvSpPr/>
                <p:nvPr/>
              </p:nvSpPr>
              <p:spPr>
                <a:xfrm>
                  <a:off x="5292342" y="3091129"/>
                  <a:ext cx="224771" cy="2247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771" h="224770" extrusionOk="0">
                      <a:moveTo>
                        <a:pt x="112385" y="224771"/>
                      </a:moveTo>
                      <a:cubicBezTo>
                        <a:pt x="174271" y="224771"/>
                        <a:pt x="224771" y="174305"/>
                        <a:pt x="224771" y="112386"/>
                      </a:cubicBezTo>
                      <a:cubicBezTo>
                        <a:pt x="224771" y="50466"/>
                        <a:pt x="174305" y="0"/>
                        <a:pt x="112385" y="0"/>
                      </a:cubicBezTo>
                      <a:cubicBezTo>
                        <a:pt x="50466" y="0"/>
                        <a:pt x="0" y="50500"/>
                        <a:pt x="0" y="112386"/>
                      </a:cubicBezTo>
                      <a:cubicBezTo>
                        <a:pt x="0" y="174271"/>
                        <a:pt x="50466" y="224771"/>
                        <a:pt x="112385" y="22477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497" name="Google Shape;497;p9"/>
                <p:cNvSpPr/>
                <p:nvPr/>
              </p:nvSpPr>
              <p:spPr>
                <a:xfrm>
                  <a:off x="5310116" y="3108903"/>
                  <a:ext cx="189189" cy="1892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189" h="189223" extrusionOk="0">
                      <a:moveTo>
                        <a:pt x="94612" y="189224"/>
                      </a:moveTo>
                      <a:cubicBezTo>
                        <a:pt x="146710" y="189224"/>
                        <a:pt x="189190" y="146744"/>
                        <a:pt x="189190" y="94612"/>
                      </a:cubicBezTo>
                      <a:cubicBezTo>
                        <a:pt x="189190" y="42480"/>
                        <a:pt x="146710" y="0"/>
                        <a:pt x="94612" y="0"/>
                      </a:cubicBezTo>
                      <a:cubicBezTo>
                        <a:pt x="42514" y="0"/>
                        <a:pt x="0" y="42514"/>
                        <a:pt x="0" y="94612"/>
                      </a:cubicBezTo>
                      <a:cubicBezTo>
                        <a:pt x="0" y="146709"/>
                        <a:pt x="42480" y="189224"/>
                        <a:pt x="94612" y="18922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498" name="Google Shape;498;p9"/>
                <p:cNvSpPr/>
                <p:nvPr/>
              </p:nvSpPr>
              <p:spPr>
                <a:xfrm>
                  <a:off x="5310116" y="3108937"/>
                  <a:ext cx="189189" cy="98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189" h="98180" extrusionOk="0">
                      <a:moveTo>
                        <a:pt x="94578" y="0"/>
                      </a:moveTo>
                      <a:cubicBezTo>
                        <a:pt x="146845" y="0"/>
                        <a:pt x="189190" y="42378"/>
                        <a:pt x="189190" y="94612"/>
                      </a:cubicBezTo>
                      <a:cubicBezTo>
                        <a:pt x="189190" y="95801"/>
                        <a:pt x="189190" y="96991"/>
                        <a:pt x="189122" y="98180"/>
                      </a:cubicBezTo>
                      <a:lnTo>
                        <a:pt x="68" y="98180"/>
                      </a:lnTo>
                      <a:cubicBezTo>
                        <a:pt x="68" y="96991"/>
                        <a:pt x="0" y="95801"/>
                        <a:pt x="0" y="94612"/>
                      </a:cubicBezTo>
                      <a:cubicBezTo>
                        <a:pt x="0" y="42378"/>
                        <a:pt x="42378" y="0"/>
                        <a:pt x="9461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499" name="Google Shape;499;p9"/>
                <p:cNvSpPr/>
                <p:nvPr/>
              </p:nvSpPr>
              <p:spPr>
                <a:xfrm>
                  <a:off x="5402893" y="3125521"/>
                  <a:ext cx="97853" cy="80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53" h="80440" extrusionOk="0">
                      <a:moveTo>
                        <a:pt x="88902" y="38810"/>
                      </a:moveTo>
                      <a:cubicBezTo>
                        <a:pt x="95223" y="52302"/>
                        <a:pt x="98078" y="66507"/>
                        <a:pt x="97840" y="80440"/>
                      </a:cubicBezTo>
                      <a:lnTo>
                        <a:pt x="0" y="80440"/>
                      </a:lnTo>
                      <a:lnTo>
                        <a:pt x="55428" y="0"/>
                      </a:lnTo>
                      <a:cubicBezTo>
                        <a:pt x="69497" y="9278"/>
                        <a:pt x="81256" y="22429"/>
                        <a:pt x="88902" y="38776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500" name="Google Shape;500;p9"/>
                <p:cNvSpPr/>
                <p:nvPr/>
              </p:nvSpPr>
              <p:spPr>
                <a:xfrm>
                  <a:off x="5362485" y="3109487"/>
                  <a:ext cx="90873" cy="981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873" h="98173" extrusionOk="0">
                      <a:moveTo>
                        <a:pt x="50228" y="299"/>
                      </a:moveTo>
                      <a:cubicBezTo>
                        <a:pt x="65080" y="1455"/>
                        <a:pt x="78877" y="6008"/>
                        <a:pt x="90874" y="13111"/>
                      </a:cubicBezTo>
                      <a:lnTo>
                        <a:pt x="42548" y="98173"/>
                      </a:lnTo>
                      <a:lnTo>
                        <a:pt x="0" y="10257"/>
                      </a:lnTo>
                      <a:cubicBezTo>
                        <a:pt x="15055" y="2610"/>
                        <a:pt x="32217" y="-1128"/>
                        <a:pt x="50228" y="29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501" name="Google Shape;501;p9"/>
                <p:cNvSpPr/>
                <p:nvPr/>
              </p:nvSpPr>
              <p:spPr>
                <a:xfrm>
                  <a:off x="5311712" y="3126507"/>
                  <a:ext cx="97738" cy="816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738" h="81629" extrusionOk="0">
                      <a:moveTo>
                        <a:pt x="11657" y="31775"/>
                      </a:moveTo>
                      <a:cubicBezTo>
                        <a:pt x="18862" y="18725"/>
                        <a:pt x="28649" y="8054"/>
                        <a:pt x="40068" y="0"/>
                      </a:cubicBezTo>
                      <a:lnTo>
                        <a:pt x="97739" y="79047"/>
                      </a:lnTo>
                      <a:lnTo>
                        <a:pt x="103" y="81630"/>
                      </a:lnTo>
                      <a:cubicBezTo>
                        <a:pt x="-679" y="64808"/>
                        <a:pt x="2991" y="47578"/>
                        <a:pt x="11691" y="3174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grpSp>
              <p:nvGrpSpPr>
                <p:cNvPr id="502" name="Google Shape;502;p9"/>
                <p:cNvGrpSpPr/>
                <p:nvPr/>
              </p:nvGrpSpPr>
              <p:grpSpPr>
                <a:xfrm>
                  <a:off x="5361045" y="3146273"/>
                  <a:ext cx="64409" cy="79667"/>
                  <a:chOff x="5361045" y="3146273"/>
                  <a:chExt cx="64409" cy="79667"/>
                </a:xfrm>
              </p:grpSpPr>
              <p:sp>
                <p:nvSpPr>
                  <p:cNvPr id="503" name="Google Shape;503;p9"/>
                  <p:cNvSpPr/>
                  <p:nvPr/>
                </p:nvSpPr>
                <p:spPr>
                  <a:xfrm>
                    <a:off x="5382608" y="3183094"/>
                    <a:ext cx="42846" cy="428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846" h="42846" extrusionOk="0">
                        <a:moveTo>
                          <a:pt x="17328" y="404"/>
                        </a:moveTo>
                        <a:cubicBezTo>
                          <a:pt x="28951" y="-1873"/>
                          <a:pt x="40166" y="5705"/>
                          <a:pt x="42442" y="17328"/>
                        </a:cubicBezTo>
                        <a:cubicBezTo>
                          <a:pt x="44719" y="28951"/>
                          <a:pt x="37141" y="40199"/>
                          <a:pt x="25518" y="42442"/>
                        </a:cubicBezTo>
                        <a:cubicBezTo>
                          <a:pt x="13896" y="44719"/>
                          <a:pt x="2647" y="37141"/>
                          <a:pt x="404" y="25518"/>
                        </a:cubicBezTo>
                        <a:cubicBezTo>
                          <a:pt x="-1873" y="13930"/>
                          <a:pt x="5706" y="2681"/>
                          <a:pt x="17328" y="438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504" name="Google Shape;504;p9"/>
                  <p:cNvSpPr/>
                  <p:nvPr/>
                </p:nvSpPr>
                <p:spPr>
                  <a:xfrm>
                    <a:off x="5361045" y="3146273"/>
                    <a:ext cx="43376" cy="543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76" h="54353" extrusionOk="0">
                        <a:moveTo>
                          <a:pt x="30327" y="54353"/>
                        </a:moveTo>
                        <a:lnTo>
                          <a:pt x="43376" y="45348"/>
                        </a:lnTo>
                        <a:lnTo>
                          <a:pt x="14456" y="3411"/>
                        </a:lnTo>
                        <a:cubicBezTo>
                          <a:pt x="11975" y="-191"/>
                          <a:pt x="6980" y="-1075"/>
                          <a:pt x="3411" y="1406"/>
                        </a:cubicBezTo>
                        <a:lnTo>
                          <a:pt x="3411" y="1406"/>
                        </a:lnTo>
                        <a:cubicBezTo>
                          <a:pt x="-191" y="3853"/>
                          <a:pt x="-1075" y="8815"/>
                          <a:pt x="1406" y="12451"/>
                        </a:cubicBezTo>
                        <a:lnTo>
                          <a:pt x="30361" y="54353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</p:grpSp>
          </p:grpSp>
          <p:sp>
            <p:nvSpPr>
              <p:cNvPr id="505" name="Google Shape;505;p9"/>
              <p:cNvSpPr/>
              <p:nvPr/>
            </p:nvSpPr>
            <p:spPr>
              <a:xfrm>
                <a:off x="5544622" y="3092375"/>
                <a:ext cx="519900" cy="115200"/>
              </a:xfrm>
              <a:prstGeom prst="roundRect">
                <a:avLst>
                  <a:gd name="adj" fmla="val 16667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</p:grpSp>
        <p:grpSp>
          <p:nvGrpSpPr>
            <p:cNvPr id="506" name="Google Shape;506;p9"/>
            <p:cNvGrpSpPr/>
            <p:nvPr/>
          </p:nvGrpSpPr>
          <p:grpSpPr>
            <a:xfrm>
              <a:off x="136998" y="4114114"/>
              <a:ext cx="295775" cy="909854"/>
              <a:chOff x="199798" y="2774664"/>
              <a:chExt cx="295775" cy="909854"/>
            </a:xfrm>
          </p:grpSpPr>
          <p:grpSp>
            <p:nvGrpSpPr>
              <p:cNvPr id="507" name="Google Shape;507;p9"/>
              <p:cNvGrpSpPr/>
              <p:nvPr/>
            </p:nvGrpSpPr>
            <p:grpSpPr>
              <a:xfrm>
                <a:off x="199798" y="2774664"/>
                <a:ext cx="295775" cy="386504"/>
                <a:chOff x="5612846" y="2845934"/>
                <a:chExt cx="147423" cy="192655"/>
              </a:xfrm>
            </p:grpSpPr>
            <p:sp>
              <p:nvSpPr>
                <p:cNvPr id="508" name="Google Shape;508;p9"/>
                <p:cNvSpPr/>
                <p:nvPr/>
              </p:nvSpPr>
              <p:spPr>
                <a:xfrm>
                  <a:off x="5632183" y="2939050"/>
                  <a:ext cx="108579" cy="75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9" h="75920" extrusionOk="0">
                      <a:moveTo>
                        <a:pt x="68" y="75920"/>
                      </a:moveTo>
                      <a:lnTo>
                        <a:pt x="25454" y="75920"/>
                      </a:lnTo>
                      <a:lnTo>
                        <a:pt x="25454" y="36873"/>
                      </a:lnTo>
                      <a:cubicBezTo>
                        <a:pt x="25454" y="29736"/>
                        <a:pt x="31333" y="23857"/>
                        <a:pt x="38470" y="23857"/>
                      </a:cubicBezTo>
                      <a:lnTo>
                        <a:pt x="70177" y="23857"/>
                      </a:lnTo>
                      <a:cubicBezTo>
                        <a:pt x="77314" y="23857"/>
                        <a:pt x="83193" y="29702"/>
                        <a:pt x="83193" y="36873"/>
                      </a:cubicBezTo>
                      <a:lnTo>
                        <a:pt x="83193" y="75920"/>
                      </a:lnTo>
                      <a:lnTo>
                        <a:pt x="108579" y="75920"/>
                      </a:lnTo>
                      <a:lnTo>
                        <a:pt x="108579" y="24469"/>
                      </a:lnTo>
                      <a:cubicBezTo>
                        <a:pt x="108579" y="11011"/>
                        <a:pt x="97568" y="0"/>
                        <a:pt x="84111" y="0"/>
                      </a:cubicBezTo>
                      <a:lnTo>
                        <a:pt x="24468" y="0"/>
                      </a:lnTo>
                      <a:cubicBezTo>
                        <a:pt x="11011" y="0"/>
                        <a:pt x="0" y="11011"/>
                        <a:pt x="0" y="24469"/>
                      </a:cubicBezTo>
                      <a:lnTo>
                        <a:pt x="0" y="7592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509" name="Google Shape;509;p9"/>
                <p:cNvSpPr/>
                <p:nvPr/>
              </p:nvSpPr>
              <p:spPr>
                <a:xfrm>
                  <a:off x="5612846" y="3013305"/>
                  <a:ext cx="147423" cy="25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25284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603" y="0"/>
                        <a:pt x="147423" y="2821"/>
                        <a:pt x="147423" y="6321"/>
                      </a:cubicBezTo>
                      <a:lnTo>
                        <a:pt x="147423" y="18963"/>
                      </a:lnTo>
                      <a:cubicBezTo>
                        <a:pt x="147423" y="22430"/>
                        <a:pt x="144603" y="25284"/>
                        <a:pt x="141102" y="25284"/>
                      </a:cubicBezTo>
                      <a:lnTo>
                        <a:pt x="6321" y="25284"/>
                      </a:lnTo>
                      <a:cubicBezTo>
                        <a:pt x="2821" y="25284"/>
                        <a:pt x="0" y="22463"/>
                        <a:pt x="0" y="18963"/>
                      </a:cubicBezTo>
                      <a:lnTo>
                        <a:pt x="0" y="6355"/>
                      </a:lnTo>
                      <a:cubicBezTo>
                        <a:pt x="0" y="2855"/>
                        <a:pt x="2821" y="34"/>
                        <a:pt x="6321" y="3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510" name="Google Shape;510;p9"/>
                <p:cNvSpPr/>
                <p:nvPr/>
              </p:nvSpPr>
              <p:spPr>
                <a:xfrm>
                  <a:off x="5612846" y="3013305"/>
                  <a:ext cx="147423" cy="11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11316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569" y="0"/>
                        <a:pt x="147423" y="2821"/>
                        <a:pt x="147423" y="6321"/>
                      </a:cubicBezTo>
                      <a:lnTo>
                        <a:pt x="147423" y="11317"/>
                      </a:lnTo>
                      <a:lnTo>
                        <a:pt x="0" y="11317"/>
                      </a:lnTo>
                      <a:lnTo>
                        <a:pt x="0" y="6321"/>
                      </a:lnTo>
                      <a:cubicBezTo>
                        <a:pt x="0" y="2855"/>
                        <a:pt x="2855" y="0"/>
                        <a:pt x="6321" y="0"/>
                      </a:cubicBez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511" name="Google Shape;511;p9"/>
                <p:cNvSpPr/>
                <p:nvPr/>
              </p:nvSpPr>
              <p:spPr>
                <a:xfrm>
                  <a:off x="5673984" y="2868533"/>
                  <a:ext cx="25148" cy="70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48" h="70517" extrusionOk="0">
                      <a:moveTo>
                        <a:pt x="0" y="0"/>
                      </a:moveTo>
                      <a:lnTo>
                        <a:pt x="25148" y="0"/>
                      </a:lnTo>
                      <a:lnTo>
                        <a:pt x="25148" y="70517"/>
                      </a:lnTo>
                      <a:lnTo>
                        <a:pt x="0" y="70517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512" name="Google Shape;512;p9"/>
                <p:cNvSpPr/>
                <p:nvPr/>
              </p:nvSpPr>
              <p:spPr>
                <a:xfrm>
                  <a:off x="5665148" y="2845934"/>
                  <a:ext cx="42819" cy="428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19" h="42820" extrusionOk="0">
                      <a:moveTo>
                        <a:pt x="21410" y="42820"/>
                      </a:moveTo>
                      <a:cubicBezTo>
                        <a:pt x="33203" y="42820"/>
                        <a:pt x="42820" y="33203"/>
                        <a:pt x="42820" y="21410"/>
                      </a:cubicBezTo>
                      <a:cubicBezTo>
                        <a:pt x="42820" y="9618"/>
                        <a:pt x="33203" y="0"/>
                        <a:pt x="21410" y="0"/>
                      </a:cubicBezTo>
                      <a:cubicBezTo>
                        <a:pt x="9618" y="0"/>
                        <a:pt x="0" y="9618"/>
                        <a:pt x="0" y="21410"/>
                      </a:cubicBezTo>
                      <a:cubicBezTo>
                        <a:pt x="0" y="33203"/>
                        <a:pt x="9618" y="42820"/>
                        <a:pt x="21410" y="4282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513" name="Google Shape;513;p9"/>
                <p:cNvSpPr/>
                <p:nvPr/>
              </p:nvSpPr>
              <p:spPr>
                <a:xfrm>
                  <a:off x="5672692" y="2850488"/>
                  <a:ext cx="19405" cy="19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05" h="19438" extrusionOk="0">
                      <a:moveTo>
                        <a:pt x="9686" y="19439"/>
                      </a:moveTo>
                      <a:cubicBezTo>
                        <a:pt x="15055" y="19439"/>
                        <a:pt x="19405" y="15089"/>
                        <a:pt x="19405" y="9719"/>
                      </a:cubicBezTo>
                      <a:cubicBezTo>
                        <a:pt x="19405" y="4350"/>
                        <a:pt x="15055" y="0"/>
                        <a:pt x="9686" y="0"/>
                      </a:cubicBezTo>
                      <a:cubicBezTo>
                        <a:pt x="4316" y="0"/>
                        <a:pt x="0" y="4384"/>
                        <a:pt x="0" y="9719"/>
                      </a:cubicBezTo>
                      <a:cubicBezTo>
                        <a:pt x="0" y="15055"/>
                        <a:pt x="4350" y="19439"/>
                        <a:pt x="9686" y="1943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514" name="Google Shape;514;p9"/>
              <p:cNvGrpSpPr/>
              <p:nvPr/>
            </p:nvGrpSpPr>
            <p:grpSpPr>
              <a:xfrm>
                <a:off x="199798" y="3298014"/>
                <a:ext cx="295775" cy="386504"/>
                <a:chOff x="5612846" y="2845934"/>
                <a:chExt cx="147423" cy="192655"/>
              </a:xfrm>
            </p:grpSpPr>
            <p:sp>
              <p:nvSpPr>
                <p:cNvPr id="515" name="Google Shape;515;p9"/>
                <p:cNvSpPr/>
                <p:nvPr/>
              </p:nvSpPr>
              <p:spPr>
                <a:xfrm>
                  <a:off x="5632183" y="2939050"/>
                  <a:ext cx="108579" cy="75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9" h="75920" extrusionOk="0">
                      <a:moveTo>
                        <a:pt x="68" y="75920"/>
                      </a:moveTo>
                      <a:lnTo>
                        <a:pt x="25454" y="75920"/>
                      </a:lnTo>
                      <a:lnTo>
                        <a:pt x="25454" y="36873"/>
                      </a:lnTo>
                      <a:cubicBezTo>
                        <a:pt x="25454" y="29736"/>
                        <a:pt x="31333" y="23857"/>
                        <a:pt x="38470" y="23857"/>
                      </a:cubicBezTo>
                      <a:lnTo>
                        <a:pt x="70177" y="23857"/>
                      </a:lnTo>
                      <a:cubicBezTo>
                        <a:pt x="77314" y="23857"/>
                        <a:pt x="83193" y="29702"/>
                        <a:pt x="83193" y="36873"/>
                      </a:cubicBezTo>
                      <a:lnTo>
                        <a:pt x="83193" y="75920"/>
                      </a:lnTo>
                      <a:lnTo>
                        <a:pt x="108579" y="75920"/>
                      </a:lnTo>
                      <a:lnTo>
                        <a:pt x="108579" y="24469"/>
                      </a:lnTo>
                      <a:cubicBezTo>
                        <a:pt x="108579" y="11011"/>
                        <a:pt x="97568" y="0"/>
                        <a:pt x="84111" y="0"/>
                      </a:cubicBezTo>
                      <a:lnTo>
                        <a:pt x="24468" y="0"/>
                      </a:lnTo>
                      <a:cubicBezTo>
                        <a:pt x="11011" y="0"/>
                        <a:pt x="0" y="11011"/>
                        <a:pt x="0" y="24469"/>
                      </a:cubicBezTo>
                      <a:lnTo>
                        <a:pt x="0" y="7592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516" name="Google Shape;516;p9"/>
                <p:cNvSpPr/>
                <p:nvPr/>
              </p:nvSpPr>
              <p:spPr>
                <a:xfrm>
                  <a:off x="5612846" y="3013305"/>
                  <a:ext cx="147423" cy="25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25284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603" y="0"/>
                        <a:pt x="147423" y="2821"/>
                        <a:pt x="147423" y="6321"/>
                      </a:cubicBezTo>
                      <a:lnTo>
                        <a:pt x="147423" y="18963"/>
                      </a:lnTo>
                      <a:cubicBezTo>
                        <a:pt x="147423" y="22430"/>
                        <a:pt x="144603" y="25284"/>
                        <a:pt x="141102" y="25284"/>
                      </a:cubicBezTo>
                      <a:lnTo>
                        <a:pt x="6321" y="25284"/>
                      </a:lnTo>
                      <a:cubicBezTo>
                        <a:pt x="2821" y="25284"/>
                        <a:pt x="0" y="22463"/>
                        <a:pt x="0" y="18963"/>
                      </a:cubicBezTo>
                      <a:lnTo>
                        <a:pt x="0" y="6355"/>
                      </a:lnTo>
                      <a:cubicBezTo>
                        <a:pt x="0" y="2855"/>
                        <a:pt x="2821" y="34"/>
                        <a:pt x="6321" y="3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517" name="Google Shape;517;p9"/>
                <p:cNvSpPr/>
                <p:nvPr/>
              </p:nvSpPr>
              <p:spPr>
                <a:xfrm>
                  <a:off x="5612846" y="3013305"/>
                  <a:ext cx="147423" cy="11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11316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569" y="0"/>
                        <a:pt x="147423" y="2821"/>
                        <a:pt x="147423" y="6321"/>
                      </a:cubicBezTo>
                      <a:lnTo>
                        <a:pt x="147423" y="11317"/>
                      </a:lnTo>
                      <a:lnTo>
                        <a:pt x="0" y="11317"/>
                      </a:lnTo>
                      <a:lnTo>
                        <a:pt x="0" y="6321"/>
                      </a:lnTo>
                      <a:cubicBezTo>
                        <a:pt x="0" y="2855"/>
                        <a:pt x="2855" y="0"/>
                        <a:pt x="6321" y="0"/>
                      </a:cubicBez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518" name="Google Shape;518;p9"/>
                <p:cNvSpPr/>
                <p:nvPr/>
              </p:nvSpPr>
              <p:spPr>
                <a:xfrm>
                  <a:off x="5673984" y="2868533"/>
                  <a:ext cx="25148" cy="70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48" h="70517" extrusionOk="0">
                      <a:moveTo>
                        <a:pt x="0" y="0"/>
                      </a:moveTo>
                      <a:lnTo>
                        <a:pt x="25148" y="0"/>
                      </a:lnTo>
                      <a:lnTo>
                        <a:pt x="25148" y="70517"/>
                      </a:lnTo>
                      <a:lnTo>
                        <a:pt x="0" y="70517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519" name="Google Shape;519;p9"/>
                <p:cNvSpPr/>
                <p:nvPr/>
              </p:nvSpPr>
              <p:spPr>
                <a:xfrm>
                  <a:off x="5665148" y="2845934"/>
                  <a:ext cx="42819" cy="428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19" h="42820" extrusionOk="0">
                      <a:moveTo>
                        <a:pt x="21410" y="42820"/>
                      </a:moveTo>
                      <a:cubicBezTo>
                        <a:pt x="33203" y="42820"/>
                        <a:pt x="42820" y="33203"/>
                        <a:pt x="42820" y="21410"/>
                      </a:cubicBezTo>
                      <a:cubicBezTo>
                        <a:pt x="42820" y="9618"/>
                        <a:pt x="33203" y="0"/>
                        <a:pt x="21410" y="0"/>
                      </a:cubicBezTo>
                      <a:cubicBezTo>
                        <a:pt x="9618" y="0"/>
                        <a:pt x="0" y="9618"/>
                        <a:pt x="0" y="21410"/>
                      </a:cubicBezTo>
                      <a:cubicBezTo>
                        <a:pt x="0" y="33203"/>
                        <a:pt x="9618" y="42820"/>
                        <a:pt x="21410" y="4282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520" name="Google Shape;520;p9"/>
                <p:cNvSpPr/>
                <p:nvPr/>
              </p:nvSpPr>
              <p:spPr>
                <a:xfrm>
                  <a:off x="5672692" y="2850488"/>
                  <a:ext cx="19405" cy="19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05" h="19438" extrusionOk="0">
                      <a:moveTo>
                        <a:pt x="9686" y="19439"/>
                      </a:moveTo>
                      <a:cubicBezTo>
                        <a:pt x="15055" y="19439"/>
                        <a:pt x="19405" y="15089"/>
                        <a:pt x="19405" y="9719"/>
                      </a:cubicBezTo>
                      <a:cubicBezTo>
                        <a:pt x="19405" y="4350"/>
                        <a:pt x="15055" y="0"/>
                        <a:pt x="9686" y="0"/>
                      </a:cubicBezTo>
                      <a:cubicBezTo>
                        <a:pt x="4316" y="0"/>
                        <a:pt x="0" y="4384"/>
                        <a:pt x="0" y="9719"/>
                      </a:cubicBezTo>
                      <a:cubicBezTo>
                        <a:pt x="0" y="15055"/>
                        <a:pt x="4350" y="19439"/>
                        <a:pt x="9686" y="1943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  <p:grpSp>
          <p:nvGrpSpPr>
            <p:cNvPr id="521" name="Google Shape;521;p9"/>
            <p:cNvGrpSpPr/>
            <p:nvPr/>
          </p:nvGrpSpPr>
          <p:grpSpPr>
            <a:xfrm>
              <a:off x="-138873" y="-6640"/>
              <a:ext cx="710680" cy="1434091"/>
              <a:chOff x="3013563" y="531703"/>
              <a:chExt cx="296018" cy="597339"/>
            </a:xfrm>
          </p:grpSpPr>
          <p:sp>
            <p:nvSpPr>
              <p:cNvPr id="522" name="Google Shape;522;p9"/>
              <p:cNvSpPr/>
              <p:nvPr/>
            </p:nvSpPr>
            <p:spPr>
              <a:xfrm>
                <a:off x="3129245" y="1092067"/>
                <a:ext cx="68715" cy="11316"/>
              </a:xfrm>
              <a:custGeom>
                <a:avLst/>
                <a:gdLst/>
                <a:ahLst/>
                <a:cxnLst/>
                <a:rect l="l" t="t" r="r" b="b"/>
                <a:pathLst>
                  <a:path w="68715" h="11316" extrusionOk="0">
                    <a:moveTo>
                      <a:pt x="4112" y="11317"/>
                    </a:moveTo>
                    <a:lnTo>
                      <a:pt x="64638" y="11317"/>
                    </a:lnTo>
                    <a:cubicBezTo>
                      <a:pt x="66881" y="11317"/>
                      <a:pt x="68716" y="9278"/>
                      <a:pt x="68716" y="6797"/>
                    </a:cubicBezTo>
                    <a:lnTo>
                      <a:pt x="68716" y="0"/>
                    </a:lnTo>
                    <a:lnTo>
                      <a:pt x="0" y="0"/>
                    </a:lnTo>
                    <a:lnTo>
                      <a:pt x="0" y="6797"/>
                    </a:lnTo>
                    <a:cubicBezTo>
                      <a:pt x="0" y="9278"/>
                      <a:pt x="1835" y="11317"/>
                      <a:pt x="4078" y="11317"/>
                    </a:cubicBezTo>
                    <a:close/>
                  </a:path>
                </a:pathLst>
              </a:custGeom>
              <a:solidFill>
                <a:srgbClr val="98BD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23" name="Google Shape;523;p9"/>
              <p:cNvSpPr/>
              <p:nvPr/>
            </p:nvSpPr>
            <p:spPr>
              <a:xfrm>
                <a:off x="3129279" y="934551"/>
                <a:ext cx="68681" cy="160507"/>
              </a:xfrm>
              <a:custGeom>
                <a:avLst/>
                <a:gdLst/>
                <a:ahLst/>
                <a:cxnLst/>
                <a:rect l="l" t="t" r="r" b="b"/>
                <a:pathLst>
                  <a:path w="68681" h="160507" extrusionOk="0">
                    <a:moveTo>
                      <a:pt x="0" y="0"/>
                    </a:moveTo>
                    <a:lnTo>
                      <a:pt x="68682" y="0"/>
                    </a:lnTo>
                    <a:lnTo>
                      <a:pt x="68682" y="160507"/>
                    </a:lnTo>
                    <a:lnTo>
                      <a:pt x="0" y="16050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24" name="Google Shape;524;p9"/>
              <p:cNvSpPr/>
              <p:nvPr/>
            </p:nvSpPr>
            <p:spPr>
              <a:xfrm>
                <a:off x="3129279" y="1054855"/>
                <a:ext cx="68681" cy="40203"/>
              </a:xfrm>
              <a:custGeom>
                <a:avLst/>
                <a:gdLst/>
                <a:ahLst/>
                <a:cxnLst/>
                <a:rect l="l" t="t" r="r" b="b"/>
                <a:pathLst>
                  <a:path w="68681" h="40203" extrusionOk="0">
                    <a:moveTo>
                      <a:pt x="0" y="40203"/>
                    </a:moveTo>
                    <a:lnTo>
                      <a:pt x="68682" y="40203"/>
                    </a:lnTo>
                    <a:lnTo>
                      <a:pt x="68682" y="0"/>
                    </a:lnTo>
                    <a:lnTo>
                      <a:pt x="0" y="38674"/>
                    </a:lnTo>
                    <a:lnTo>
                      <a:pt x="0" y="40203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25" name="Google Shape;525;p9"/>
              <p:cNvSpPr/>
              <p:nvPr/>
            </p:nvSpPr>
            <p:spPr>
              <a:xfrm>
                <a:off x="3172881" y="934551"/>
                <a:ext cx="13491" cy="160507"/>
              </a:xfrm>
              <a:custGeom>
                <a:avLst/>
                <a:gdLst/>
                <a:ahLst/>
                <a:cxnLst/>
                <a:rect l="l" t="t" r="r" b="b"/>
                <a:pathLst>
                  <a:path w="13491" h="160507" extrusionOk="0">
                    <a:moveTo>
                      <a:pt x="0" y="0"/>
                    </a:moveTo>
                    <a:lnTo>
                      <a:pt x="13492" y="0"/>
                    </a:lnTo>
                    <a:lnTo>
                      <a:pt x="13492" y="160507"/>
                    </a:lnTo>
                    <a:lnTo>
                      <a:pt x="0" y="160507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26" name="Google Shape;526;p9"/>
              <p:cNvSpPr/>
              <p:nvPr/>
            </p:nvSpPr>
            <p:spPr>
              <a:xfrm>
                <a:off x="3137333" y="950557"/>
                <a:ext cx="18147" cy="12509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25095" extrusionOk="0">
                    <a:moveTo>
                      <a:pt x="18147" y="116634"/>
                    </a:moveTo>
                    <a:lnTo>
                      <a:pt x="18147" y="8462"/>
                    </a:lnTo>
                    <a:cubicBezTo>
                      <a:pt x="18147" y="-2821"/>
                      <a:pt x="0" y="-2821"/>
                      <a:pt x="0" y="8462"/>
                    </a:cubicBezTo>
                    <a:lnTo>
                      <a:pt x="0" y="116634"/>
                    </a:lnTo>
                    <a:cubicBezTo>
                      <a:pt x="0" y="127916"/>
                      <a:pt x="18147" y="127916"/>
                      <a:pt x="18147" y="11663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27" name="Google Shape;527;p9"/>
              <p:cNvSpPr/>
              <p:nvPr/>
            </p:nvSpPr>
            <p:spPr>
              <a:xfrm>
                <a:off x="3115821" y="924627"/>
                <a:ext cx="93830" cy="15428"/>
              </a:xfrm>
              <a:custGeom>
                <a:avLst/>
                <a:gdLst/>
                <a:ahLst/>
                <a:cxnLst/>
                <a:rect l="l" t="t" r="r" b="b"/>
                <a:pathLst>
                  <a:path w="93830" h="15428" extrusionOk="0">
                    <a:moveTo>
                      <a:pt x="5573" y="15429"/>
                    </a:moveTo>
                    <a:lnTo>
                      <a:pt x="88257" y="15429"/>
                    </a:lnTo>
                    <a:cubicBezTo>
                      <a:pt x="91315" y="15429"/>
                      <a:pt x="93830" y="12642"/>
                      <a:pt x="93830" y="9244"/>
                    </a:cubicBezTo>
                    <a:lnTo>
                      <a:pt x="93830" y="0"/>
                    </a:lnTo>
                    <a:lnTo>
                      <a:pt x="0" y="0"/>
                    </a:lnTo>
                    <a:lnTo>
                      <a:pt x="0" y="9244"/>
                    </a:lnTo>
                    <a:cubicBezTo>
                      <a:pt x="0" y="12642"/>
                      <a:pt x="2515" y="15429"/>
                      <a:pt x="5573" y="154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28" name="Google Shape;528;p9"/>
              <p:cNvSpPr/>
              <p:nvPr/>
            </p:nvSpPr>
            <p:spPr>
              <a:xfrm>
                <a:off x="3115821" y="714639"/>
                <a:ext cx="93796" cy="219265"/>
              </a:xfrm>
              <a:custGeom>
                <a:avLst/>
                <a:gdLst/>
                <a:ahLst/>
                <a:cxnLst/>
                <a:rect l="l" t="t" r="r" b="b"/>
                <a:pathLst>
                  <a:path w="93796" h="219265" extrusionOk="0">
                    <a:moveTo>
                      <a:pt x="0" y="0"/>
                    </a:moveTo>
                    <a:lnTo>
                      <a:pt x="93796" y="0"/>
                    </a:lnTo>
                    <a:lnTo>
                      <a:pt x="93796" y="219266"/>
                    </a:lnTo>
                    <a:lnTo>
                      <a:pt x="0" y="21926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29" name="Google Shape;529;p9"/>
              <p:cNvSpPr/>
              <p:nvPr/>
            </p:nvSpPr>
            <p:spPr>
              <a:xfrm>
                <a:off x="3170332" y="714639"/>
                <a:ext cx="25997" cy="219265"/>
              </a:xfrm>
              <a:custGeom>
                <a:avLst/>
                <a:gdLst/>
                <a:ahLst/>
                <a:cxnLst/>
                <a:rect l="l" t="t" r="r" b="b"/>
                <a:pathLst>
                  <a:path w="25997" h="219265" extrusionOk="0">
                    <a:moveTo>
                      <a:pt x="0" y="0"/>
                    </a:moveTo>
                    <a:lnTo>
                      <a:pt x="25998" y="0"/>
                    </a:lnTo>
                    <a:lnTo>
                      <a:pt x="25998" y="219266"/>
                    </a:lnTo>
                    <a:lnTo>
                      <a:pt x="0" y="219266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30" name="Google Shape;530;p9"/>
              <p:cNvSpPr/>
              <p:nvPr/>
            </p:nvSpPr>
            <p:spPr>
              <a:xfrm>
                <a:off x="3123944" y="742184"/>
                <a:ext cx="21307" cy="174950"/>
              </a:xfrm>
              <a:custGeom>
                <a:avLst/>
                <a:gdLst/>
                <a:ahLst/>
                <a:cxnLst/>
                <a:rect l="l" t="t" r="r" b="b"/>
                <a:pathLst>
                  <a:path w="21307" h="174950" extrusionOk="0">
                    <a:moveTo>
                      <a:pt x="21308" y="164398"/>
                    </a:moveTo>
                    <a:lnTo>
                      <a:pt x="21308" y="10552"/>
                    </a:lnTo>
                    <a:cubicBezTo>
                      <a:pt x="21308" y="-3517"/>
                      <a:pt x="0" y="-3517"/>
                      <a:pt x="0" y="10552"/>
                    </a:cubicBezTo>
                    <a:lnTo>
                      <a:pt x="0" y="164398"/>
                    </a:lnTo>
                    <a:cubicBezTo>
                      <a:pt x="0" y="178468"/>
                      <a:pt x="21308" y="178468"/>
                      <a:pt x="21308" y="16439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31" name="Google Shape;531;p9"/>
              <p:cNvSpPr/>
              <p:nvPr/>
            </p:nvSpPr>
            <p:spPr>
              <a:xfrm>
                <a:off x="3096450" y="709950"/>
                <a:ext cx="134101" cy="22055"/>
              </a:xfrm>
              <a:custGeom>
                <a:avLst/>
                <a:gdLst/>
                <a:ahLst/>
                <a:cxnLst/>
                <a:rect l="l" t="t" r="r" b="b"/>
                <a:pathLst>
                  <a:path w="134101" h="22055" extrusionOk="0">
                    <a:moveTo>
                      <a:pt x="7986" y="22056"/>
                    </a:moveTo>
                    <a:lnTo>
                      <a:pt x="126149" y="22056"/>
                    </a:lnTo>
                    <a:cubicBezTo>
                      <a:pt x="130533" y="22056"/>
                      <a:pt x="134102" y="18080"/>
                      <a:pt x="134102" y="13220"/>
                    </a:cubicBezTo>
                    <a:lnTo>
                      <a:pt x="134102" y="0"/>
                    </a:lnTo>
                    <a:lnTo>
                      <a:pt x="0" y="0"/>
                    </a:lnTo>
                    <a:lnTo>
                      <a:pt x="0" y="13220"/>
                    </a:lnTo>
                    <a:cubicBezTo>
                      <a:pt x="0" y="18080"/>
                      <a:pt x="3602" y="22056"/>
                      <a:pt x="7986" y="2205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32" name="Google Shape;532;p9"/>
              <p:cNvSpPr/>
              <p:nvPr/>
            </p:nvSpPr>
            <p:spPr>
              <a:xfrm>
                <a:off x="3096518" y="537786"/>
                <a:ext cx="133999" cy="185383"/>
              </a:xfrm>
              <a:custGeom>
                <a:avLst/>
                <a:gdLst/>
                <a:ahLst/>
                <a:cxnLst/>
                <a:rect l="l" t="t" r="r" b="b"/>
                <a:pathLst>
                  <a:path w="133999" h="185383" extrusionOk="0">
                    <a:moveTo>
                      <a:pt x="0" y="0"/>
                    </a:moveTo>
                    <a:lnTo>
                      <a:pt x="133999" y="0"/>
                    </a:lnTo>
                    <a:lnTo>
                      <a:pt x="133999" y="185383"/>
                    </a:lnTo>
                    <a:lnTo>
                      <a:pt x="0" y="18538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33" name="Google Shape;533;p9"/>
              <p:cNvSpPr/>
              <p:nvPr/>
            </p:nvSpPr>
            <p:spPr>
              <a:xfrm>
                <a:off x="3184741" y="537786"/>
                <a:ext cx="32590" cy="185383"/>
              </a:xfrm>
              <a:custGeom>
                <a:avLst/>
                <a:gdLst/>
                <a:ahLst/>
                <a:cxnLst/>
                <a:rect l="l" t="t" r="r" b="b"/>
                <a:pathLst>
                  <a:path w="32590" h="185383" extrusionOk="0">
                    <a:moveTo>
                      <a:pt x="0" y="0"/>
                    </a:moveTo>
                    <a:lnTo>
                      <a:pt x="32591" y="0"/>
                    </a:lnTo>
                    <a:lnTo>
                      <a:pt x="32591" y="185383"/>
                    </a:lnTo>
                    <a:lnTo>
                      <a:pt x="0" y="185383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34" name="Google Shape;534;p9"/>
              <p:cNvSpPr/>
              <p:nvPr/>
            </p:nvSpPr>
            <p:spPr>
              <a:xfrm>
                <a:off x="3017420" y="531703"/>
                <a:ext cx="292161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292161" h="24400" extrusionOk="0">
                    <a:moveTo>
                      <a:pt x="12081" y="24401"/>
                    </a:moveTo>
                    <a:lnTo>
                      <a:pt x="280080" y="24401"/>
                    </a:lnTo>
                    <a:cubicBezTo>
                      <a:pt x="296189" y="24401"/>
                      <a:pt x="296189" y="0"/>
                      <a:pt x="280080" y="0"/>
                    </a:cubicBezTo>
                    <a:lnTo>
                      <a:pt x="12081" y="0"/>
                    </a:lnTo>
                    <a:cubicBezTo>
                      <a:pt x="-4027" y="0"/>
                      <a:pt x="-4027" y="24401"/>
                      <a:pt x="12081" y="24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35" name="Google Shape;535;p9"/>
              <p:cNvSpPr/>
              <p:nvPr/>
            </p:nvSpPr>
            <p:spPr>
              <a:xfrm>
                <a:off x="3017471" y="544957"/>
                <a:ext cx="292059" cy="11112"/>
              </a:xfrm>
              <a:custGeom>
                <a:avLst/>
                <a:gdLst/>
                <a:ahLst/>
                <a:cxnLst/>
                <a:rect l="l" t="t" r="r" b="b"/>
                <a:pathLst>
                  <a:path w="292059" h="11112" extrusionOk="0">
                    <a:moveTo>
                      <a:pt x="12030" y="11113"/>
                    </a:moveTo>
                    <a:lnTo>
                      <a:pt x="280029" y="11113"/>
                    </a:lnTo>
                    <a:cubicBezTo>
                      <a:pt x="287608" y="11113"/>
                      <a:pt x="291618" y="5743"/>
                      <a:pt x="292060" y="0"/>
                    </a:cubicBezTo>
                    <a:lnTo>
                      <a:pt x="0" y="0"/>
                    </a:lnTo>
                    <a:cubicBezTo>
                      <a:pt x="442" y="5709"/>
                      <a:pt x="4452" y="11113"/>
                      <a:pt x="12030" y="1111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36" name="Google Shape;536;p9"/>
              <p:cNvSpPr/>
              <p:nvPr/>
            </p:nvSpPr>
            <p:spPr>
              <a:xfrm>
                <a:off x="3108617" y="561278"/>
                <a:ext cx="24332" cy="150736"/>
              </a:xfrm>
              <a:custGeom>
                <a:avLst/>
                <a:gdLst/>
                <a:ahLst/>
                <a:cxnLst/>
                <a:rect l="l" t="t" r="r" b="b"/>
                <a:pathLst>
                  <a:path w="24332" h="150736" extrusionOk="0">
                    <a:moveTo>
                      <a:pt x="24333" y="138681"/>
                    </a:moveTo>
                    <a:lnTo>
                      <a:pt x="24333" y="12056"/>
                    </a:lnTo>
                    <a:cubicBezTo>
                      <a:pt x="24333" y="-4019"/>
                      <a:pt x="0" y="-4019"/>
                      <a:pt x="0" y="12056"/>
                    </a:cubicBezTo>
                    <a:lnTo>
                      <a:pt x="0" y="138681"/>
                    </a:lnTo>
                    <a:cubicBezTo>
                      <a:pt x="0" y="154755"/>
                      <a:pt x="24333" y="154755"/>
                      <a:pt x="24333" y="13868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37" name="Google Shape;537;p9"/>
              <p:cNvSpPr/>
              <p:nvPr/>
            </p:nvSpPr>
            <p:spPr>
              <a:xfrm>
                <a:off x="3013563" y="1088839"/>
                <a:ext cx="292501" cy="40203"/>
              </a:xfrm>
              <a:custGeom>
                <a:avLst/>
                <a:gdLst/>
                <a:ahLst/>
                <a:cxnLst/>
                <a:rect l="l" t="t" r="r" b="b"/>
                <a:pathLst>
                  <a:path w="292501" h="40203" extrusionOk="0">
                    <a:moveTo>
                      <a:pt x="10025" y="0"/>
                    </a:moveTo>
                    <a:lnTo>
                      <a:pt x="282442" y="0"/>
                    </a:lnTo>
                    <a:cubicBezTo>
                      <a:pt x="287982" y="0"/>
                      <a:pt x="292502" y="4520"/>
                      <a:pt x="292502" y="10059"/>
                    </a:cubicBezTo>
                    <a:lnTo>
                      <a:pt x="292502" y="30144"/>
                    </a:lnTo>
                    <a:cubicBezTo>
                      <a:pt x="292502" y="35683"/>
                      <a:pt x="287982" y="40203"/>
                      <a:pt x="282442" y="40203"/>
                    </a:cubicBezTo>
                    <a:lnTo>
                      <a:pt x="10025" y="40203"/>
                    </a:lnTo>
                    <a:cubicBezTo>
                      <a:pt x="4486" y="40203"/>
                      <a:pt x="0" y="35717"/>
                      <a:pt x="0" y="30178"/>
                    </a:cubicBezTo>
                    <a:lnTo>
                      <a:pt x="0" y="10059"/>
                    </a:lnTo>
                    <a:cubicBezTo>
                      <a:pt x="0" y="4520"/>
                      <a:pt x="4486" y="34"/>
                      <a:pt x="10025" y="3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38" name="Google Shape;538;p9"/>
              <p:cNvSpPr/>
              <p:nvPr/>
            </p:nvSpPr>
            <p:spPr>
              <a:xfrm>
                <a:off x="3013563" y="1088839"/>
                <a:ext cx="292501" cy="20186"/>
              </a:xfrm>
              <a:custGeom>
                <a:avLst/>
                <a:gdLst/>
                <a:ahLst/>
                <a:cxnLst/>
                <a:rect l="l" t="t" r="r" b="b"/>
                <a:pathLst>
                  <a:path w="292501" h="20186" extrusionOk="0">
                    <a:moveTo>
                      <a:pt x="292502" y="20187"/>
                    </a:moveTo>
                    <a:lnTo>
                      <a:pt x="292502" y="10059"/>
                    </a:lnTo>
                    <a:cubicBezTo>
                      <a:pt x="292502" y="4520"/>
                      <a:pt x="287982" y="0"/>
                      <a:pt x="282442" y="0"/>
                    </a:cubicBezTo>
                    <a:lnTo>
                      <a:pt x="10025" y="0"/>
                    </a:lnTo>
                    <a:cubicBezTo>
                      <a:pt x="4520" y="0"/>
                      <a:pt x="0" y="4520"/>
                      <a:pt x="0" y="10059"/>
                    </a:cubicBezTo>
                    <a:lnTo>
                      <a:pt x="0" y="20187"/>
                    </a:lnTo>
                    <a:lnTo>
                      <a:pt x="292502" y="20187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0"/>
          <p:cNvSpPr>
            <a:spLocks noGrp="1"/>
          </p:cNvSpPr>
          <p:nvPr>
            <p:ph type="pic" idx="2"/>
          </p:nvPr>
        </p:nvSpPr>
        <p:spPr>
          <a:xfrm>
            <a:off x="-75" y="-15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41" name="Google Shape;541;p10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6279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1"/>
          <p:cNvSpPr txBox="1">
            <a:spLocks noGrp="1"/>
          </p:cNvSpPr>
          <p:nvPr>
            <p:ph type="title" hasCustomPrompt="1"/>
          </p:nvPr>
        </p:nvSpPr>
        <p:spPr>
          <a:xfrm>
            <a:off x="2497875" y="1627650"/>
            <a:ext cx="4148100" cy="97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4800" b="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44" name="Google Shape;544;p11"/>
          <p:cNvSpPr txBox="1">
            <a:spLocks noGrp="1"/>
          </p:cNvSpPr>
          <p:nvPr>
            <p:ph type="subTitle" idx="1"/>
          </p:nvPr>
        </p:nvSpPr>
        <p:spPr>
          <a:xfrm>
            <a:off x="3321325" y="2759850"/>
            <a:ext cx="2501100" cy="7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grpSp>
        <p:nvGrpSpPr>
          <p:cNvPr id="545" name="Google Shape;545;p11"/>
          <p:cNvGrpSpPr/>
          <p:nvPr/>
        </p:nvGrpSpPr>
        <p:grpSpPr>
          <a:xfrm>
            <a:off x="207248" y="-232"/>
            <a:ext cx="8756275" cy="3737101"/>
            <a:chOff x="207248" y="-232"/>
            <a:chExt cx="8756275" cy="3737101"/>
          </a:xfrm>
        </p:grpSpPr>
        <p:grpSp>
          <p:nvGrpSpPr>
            <p:cNvPr id="546" name="Google Shape;546;p11"/>
            <p:cNvGrpSpPr/>
            <p:nvPr/>
          </p:nvGrpSpPr>
          <p:grpSpPr>
            <a:xfrm>
              <a:off x="207248" y="-232"/>
              <a:ext cx="797124" cy="869363"/>
              <a:chOff x="2658871" y="531703"/>
              <a:chExt cx="292501" cy="319009"/>
            </a:xfrm>
          </p:grpSpPr>
          <p:sp>
            <p:nvSpPr>
              <p:cNvPr id="547" name="Google Shape;547;p11"/>
              <p:cNvSpPr/>
              <p:nvPr/>
            </p:nvSpPr>
            <p:spPr>
              <a:xfrm>
                <a:off x="2769285" y="801265"/>
                <a:ext cx="68682" cy="11316"/>
              </a:xfrm>
              <a:custGeom>
                <a:avLst/>
                <a:gdLst/>
                <a:ahLst/>
                <a:cxnLst/>
                <a:rect l="l" t="t" r="r" b="b"/>
                <a:pathLst>
                  <a:path w="68682" h="11316" extrusionOk="0">
                    <a:moveTo>
                      <a:pt x="4078" y="11317"/>
                    </a:moveTo>
                    <a:lnTo>
                      <a:pt x="64604" y="11317"/>
                    </a:lnTo>
                    <a:cubicBezTo>
                      <a:pt x="66847" y="11317"/>
                      <a:pt x="68682" y="9278"/>
                      <a:pt x="68682" y="6797"/>
                    </a:cubicBezTo>
                    <a:lnTo>
                      <a:pt x="68682" y="0"/>
                    </a:lnTo>
                    <a:lnTo>
                      <a:pt x="0" y="0"/>
                    </a:lnTo>
                    <a:lnTo>
                      <a:pt x="0" y="6797"/>
                    </a:lnTo>
                    <a:cubicBezTo>
                      <a:pt x="0" y="9278"/>
                      <a:pt x="1835" y="11317"/>
                      <a:pt x="4078" y="113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48" name="Google Shape;548;p11"/>
              <p:cNvSpPr/>
              <p:nvPr/>
            </p:nvSpPr>
            <p:spPr>
              <a:xfrm>
                <a:off x="2769319" y="643749"/>
                <a:ext cx="68647" cy="160507"/>
              </a:xfrm>
              <a:custGeom>
                <a:avLst/>
                <a:gdLst/>
                <a:ahLst/>
                <a:cxnLst/>
                <a:rect l="l" t="t" r="r" b="b"/>
                <a:pathLst>
                  <a:path w="68647" h="160507" extrusionOk="0">
                    <a:moveTo>
                      <a:pt x="0" y="0"/>
                    </a:moveTo>
                    <a:lnTo>
                      <a:pt x="68648" y="0"/>
                    </a:lnTo>
                    <a:lnTo>
                      <a:pt x="68648" y="160507"/>
                    </a:lnTo>
                    <a:lnTo>
                      <a:pt x="0" y="16050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49" name="Google Shape;549;p11"/>
              <p:cNvSpPr/>
              <p:nvPr/>
            </p:nvSpPr>
            <p:spPr>
              <a:xfrm>
                <a:off x="2769319" y="764052"/>
                <a:ext cx="68648" cy="40237"/>
              </a:xfrm>
              <a:custGeom>
                <a:avLst/>
                <a:gdLst/>
                <a:ahLst/>
                <a:cxnLst/>
                <a:rect l="l" t="t" r="r" b="b"/>
                <a:pathLst>
                  <a:path w="68648" h="40237" extrusionOk="0">
                    <a:moveTo>
                      <a:pt x="0" y="40237"/>
                    </a:moveTo>
                    <a:lnTo>
                      <a:pt x="68648" y="40237"/>
                    </a:lnTo>
                    <a:lnTo>
                      <a:pt x="68648" y="0"/>
                    </a:lnTo>
                    <a:lnTo>
                      <a:pt x="0" y="38674"/>
                    </a:lnTo>
                    <a:lnTo>
                      <a:pt x="0" y="40237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50" name="Google Shape;550;p11"/>
              <p:cNvSpPr/>
              <p:nvPr/>
            </p:nvSpPr>
            <p:spPr>
              <a:xfrm>
                <a:off x="2812887" y="643749"/>
                <a:ext cx="13491" cy="160507"/>
              </a:xfrm>
              <a:custGeom>
                <a:avLst/>
                <a:gdLst/>
                <a:ahLst/>
                <a:cxnLst/>
                <a:rect l="l" t="t" r="r" b="b"/>
                <a:pathLst>
                  <a:path w="13491" h="160507" extrusionOk="0">
                    <a:moveTo>
                      <a:pt x="0" y="0"/>
                    </a:moveTo>
                    <a:lnTo>
                      <a:pt x="13492" y="0"/>
                    </a:lnTo>
                    <a:lnTo>
                      <a:pt x="13492" y="160507"/>
                    </a:lnTo>
                    <a:lnTo>
                      <a:pt x="0" y="160507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51" name="Google Shape;551;p11"/>
              <p:cNvSpPr/>
              <p:nvPr/>
            </p:nvSpPr>
            <p:spPr>
              <a:xfrm>
                <a:off x="2777339" y="659755"/>
                <a:ext cx="18147" cy="12509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25095" extrusionOk="0">
                    <a:moveTo>
                      <a:pt x="18147" y="116634"/>
                    </a:moveTo>
                    <a:lnTo>
                      <a:pt x="18147" y="8462"/>
                    </a:lnTo>
                    <a:cubicBezTo>
                      <a:pt x="18147" y="-2821"/>
                      <a:pt x="0" y="-2821"/>
                      <a:pt x="0" y="8462"/>
                    </a:cubicBezTo>
                    <a:lnTo>
                      <a:pt x="0" y="116634"/>
                    </a:lnTo>
                    <a:cubicBezTo>
                      <a:pt x="0" y="127916"/>
                      <a:pt x="18147" y="127916"/>
                      <a:pt x="18147" y="11663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52" name="Google Shape;552;p11"/>
              <p:cNvSpPr/>
              <p:nvPr/>
            </p:nvSpPr>
            <p:spPr>
              <a:xfrm>
                <a:off x="2757459" y="765446"/>
                <a:ext cx="93830" cy="15462"/>
              </a:xfrm>
              <a:custGeom>
                <a:avLst/>
                <a:gdLst/>
                <a:ahLst/>
                <a:cxnLst/>
                <a:rect l="l" t="t" r="r" b="b"/>
                <a:pathLst>
                  <a:path w="93830" h="15462" extrusionOk="0">
                    <a:moveTo>
                      <a:pt x="5573" y="15463"/>
                    </a:moveTo>
                    <a:lnTo>
                      <a:pt x="88257" y="15463"/>
                    </a:lnTo>
                    <a:cubicBezTo>
                      <a:pt x="91315" y="15463"/>
                      <a:pt x="93830" y="12676"/>
                      <a:pt x="93830" y="9278"/>
                    </a:cubicBezTo>
                    <a:lnTo>
                      <a:pt x="93830" y="0"/>
                    </a:lnTo>
                    <a:lnTo>
                      <a:pt x="0" y="0"/>
                    </a:lnTo>
                    <a:lnTo>
                      <a:pt x="0" y="9278"/>
                    </a:lnTo>
                    <a:cubicBezTo>
                      <a:pt x="0" y="12676"/>
                      <a:pt x="2515" y="15463"/>
                      <a:pt x="5573" y="1546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53" name="Google Shape;553;p11"/>
              <p:cNvSpPr/>
              <p:nvPr/>
            </p:nvSpPr>
            <p:spPr>
              <a:xfrm>
                <a:off x="2757493" y="555492"/>
                <a:ext cx="93762" cy="219265"/>
              </a:xfrm>
              <a:custGeom>
                <a:avLst/>
                <a:gdLst/>
                <a:ahLst/>
                <a:cxnLst/>
                <a:rect l="l" t="t" r="r" b="b"/>
                <a:pathLst>
                  <a:path w="93762" h="219265" extrusionOk="0">
                    <a:moveTo>
                      <a:pt x="0" y="0"/>
                    </a:moveTo>
                    <a:lnTo>
                      <a:pt x="93762" y="0"/>
                    </a:lnTo>
                    <a:lnTo>
                      <a:pt x="93762" y="219266"/>
                    </a:lnTo>
                    <a:lnTo>
                      <a:pt x="0" y="21926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54" name="Google Shape;554;p11"/>
              <p:cNvSpPr/>
              <p:nvPr/>
            </p:nvSpPr>
            <p:spPr>
              <a:xfrm>
                <a:off x="2811969" y="555492"/>
                <a:ext cx="25997" cy="219265"/>
              </a:xfrm>
              <a:custGeom>
                <a:avLst/>
                <a:gdLst/>
                <a:ahLst/>
                <a:cxnLst/>
                <a:rect l="l" t="t" r="r" b="b"/>
                <a:pathLst>
                  <a:path w="25997" h="219265" extrusionOk="0">
                    <a:moveTo>
                      <a:pt x="0" y="0"/>
                    </a:moveTo>
                    <a:lnTo>
                      <a:pt x="25998" y="0"/>
                    </a:lnTo>
                    <a:lnTo>
                      <a:pt x="25998" y="219266"/>
                    </a:lnTo>
                    <a:lnTo>
                      <a:pt x="0" y="219266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55" name="Google Shape;555;p11"/>
              <p:cNvSpPr/>
              <p:nvPr/>
            </p:nvSpPr>
            <p:spPr>
              <a:xfrm>
                <a:off x="2765581" y="583036"/>
                <a:ext cx="21308" cy="174950"/>
              </a:xfrm>
              <a:custGeom>
                <a:avLst/>
                <a:gdLst/>
                <a:ahLst/>
                <a:cxnLst/>
                <a:rect l="l" t="t" r="r" b="b"/>
                <a:pathLst>
                  <a:path w="21308" h="174950" extrusionOk="0">
                    <a:moveTo>
                      <a:pt x="21308" y="164398"/>
                    </a:moveTo>
                    <a:lnTo>
                      <a:pt x="21308" y="10552"/>
                    </a:lnTo>
                    <a:cubicBezTo>
                      <a:pt x="21308" y="-3517"/>
                      <a:pt x="0" y="-3517"/>
                      <a:pt x="0" y="10552"/>
                    </a:cubicBezTo>
                    <a:lnTo>
                      <a:pt x="0" y="164398"/>
                    </a:lnTo>
                    <a:cubicBezTo>
                      <a:pt x="0" y="178468"/>
                      <a:pt x="21308" y="178468"/>
                      <a:pt x="21308" y="16439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56" name="Google Shape;556;p11"/>
              <p:cNvSpPr/>
              <p:nvPr/>
            </p:nvSpPr>
            <p:spPr>
              <a:xfrm>
                <a:off x="2738156" y="709950"/>
                <a:ext cx="134101" cy="22055"/>
              </a:xfrm>
              <a:custGeom>
                <a:avLst/>
                <a:gdLst/>
                <a:ahLst/>
                <a:cxnLst/>
                <a:rect l="l" t="t" r="r" b="b"/>
                <a:pathLst>
                  <a:path w="134101" h="22055" extrusionOk="0">
                    <a:moveTo>
                      <a:pt x="7952" y="22056"/>
                    </a:moveTo>
                    <a:lnTo>
                      <a:pt x="126115" y="22056"/>
                    </a:lnTo>
                    <a:cubicBezTo>
                      <a:pt x="130499" y="22056"/>
                      <a:pt x="134102" y="18080"/>
                      <a:pt x="134102" y="13220"/>
                    </a:cubicBezTo>
                    <a:lnTo>
                      <a:pt x="134102" y="0"/>
                    </a:lnTo>
                    <a:lnTo>
                      <a:pt x="0" y="0"/>
                    </a:lnTo>
                    <a:lnTo>
                      <a:pt x="0" y="13220"/>
                    </a:lnTo>
                    <a:cubicBezTo>
                      <a:pt x="0" y="18080"/>
                      <a:pt x="3602" y="22056"/>
                      <a:pt x="7986" y="2205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57" name="Google Shape;557;p11"/>
              <p:cNvSpPr/>
              <p:nvPr/>
            </p:nvSpPr>
            <p:spPr>
              <a:xfrm>
                <a:off x="2738156" y="537786"/>
                <a:ext cx="134033" cy="185383"/>
              </a:xfrm>
              <a:custGeom>
                <a:avLst/>
                <a:gdLst/>
                <a:ahLst/>
                <a:cxnLst/>
                <a:rect l="l" t="t" r="r" b="b"/>
                <a:pathLst>
                  <a:path w="134033" h="185383" extrusionOk="0">
                    <a:moveTo>
                      <a:pt x="0" y="0"/>
                    </a:moveTo>
                    <a:lnTo>
                      <a:pt x="134033" y="0"/>
                    </a:lnTo>
                    <a:lnTo>
                      <a:pt x="134033" y="185383"/>
                    </a:lnTo>
                    <a:lnTo>
                      <a:pt x="0" y="18538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58" name="Google Shape;558;p11"/>
              <p:cNvSpPr/>
              <p:nvPr/>
            </p:nvSpPr>
            <p:spPr>
              <a:xfrm>
                <a:off x="2826412" y="537786"/>
                <a:ext cx="32624" cy="185383"/>
              </a:xfrm>
              <a:custGeom>
                <a:avLst/>
                <a:gdLst/>
                <a:ahLst/>
                <a:cxnLst/>
                <a:rect l="l" t="t" r="r" b="b"/>
                <a:pathLst>
                  <a:path w="32624" h="185383" extrusionOk="0">
                    <a:moveTo>
                      <a:pt x="0" y="0"/>
                    </a:moveTo>
                    <a:lnTo>
                      <a:pt x="32625" y="0"/>
                    </a:lnTo>
                    <a:lnTo>
                      <a:pt x="32625" y="185383"/>
                    </a:lnTo>
                    <a:lnTo>
                      <a:pt x="0" y="185383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59" name="Google Shape;559;p11"/>
              <p:cNvSpPr/>
              <p:nvPr/>
            </p:nvSpPr>
            <p:spPr>
              <a:xfrm>
                <a:off x="2659117" y="531703"/>
                <a:ext cx="292136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292136" h="24400" extrusionOk="0">
                    <a:moveTo>
                      <a:pt x="12056" y="24401"/>
                    </a:moveTo>
                    <a:lnTo>
                      <a:pt x="280055" y="24401"/>
                    </a:lnTo>
                    <a:cubicBezTo>
                      <a:pt x="296163" y="24401"/>
                      <a:pt x="296163" y="0"/>
                      <a:pt x="280055" y="0"/>
                    </a:cubicBezTo>
                    <a:lnTo>
                      <a:pt x="12056" y="0"/>
                    </a:lnTo>
                    <a:cubicBezTo>
                      <a:pt x="-4019" y="0"/>
                      <a:pt x="-4019" y="24401"/>
                      <a:pt x="12056" y="24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60" name="Google Shape;560;p11"/>
              <p:cNvSpPr/>
              <p:nvPr/>
            </p:nvSpPr>
            <p:spPr>
              <a:xfrm>
                <a:off x="2659142" y="544957"/>
                <a:ext cx="292059" cy="11112"/>
              </a:xfrm>
              <a:custGeom>
                <a:avLst/>
                <a:gdLst/>
                <a:ahLst/>
                <a:cxnLst/>
                <a:rect l="l" t="t" r="r" b="b"/>
                <a:pathLst>
                  <a:path w="292059" h="11112" extrusionOk="0">
                    <a:moveTo>
                      <a:pt x="12030" y="11113"/>
                    </a:moveTo>
                    <a:lnTo>
                      <a:pt x="280029" y="11113"/>
                    </a:lnTo>
                    <a:cubicBezTo>
                      <a:pt x="287608" y="11113"/>
                      <a:pt x="291618" y="5743"/>
                      <a:pt x="292060" y="0"/>
                    </a:cubicBezTo>
                    <a:lnTo>
                      <a:pt x="0" y="0"/>
                    </a:lnTo>
                    <a:cubicBezTo>
                      <a:pt x="442" y="5709"/>
                      <a:pt x="4452" y="11113"/>
                      <a:pt x="12030" y="1111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61" name="Google Shape;561;p11"/>
              <p:cNvSpPr/>
              <p:nvPr/>
            </p:nvSpPr>
            <p:spPr>
              <a:xfrm>
                <a:off x="2750288" y="561278"/>
                <a:ext cx="24332" cy="150736"/>
              </a:xfrm>
              <a:custGeom>
                <a:avLst/>
                <a:gdLst/>
                <a:ahLst/>
                <a:cxnLst/>
                <a:rect l="l" t="t" r="r" b="b"/>
                <a:pathLst>
                  <a:path w="24332" h="150736" extrusionOk="0">
                    <a:moveTo>
                      <a:pt x="24333" y="138681"/>
                    </a:moveTo>
                    <a:lnTo>
                      <a:pt x="24333" y="12056"/>
                    </a:lnTo>
                    <a:cubicBezTo>
                      <a:pt x="24333" y="-4019"/>
                      <a:pt x="0" y="-4019"/>
                      <a:pt x="0" y="12056"/>
                    </a:cubicBezTo>
                    <a:lnTo>
                      <a:pt x="0" y="138681"/>
                    </a:lnTo>
                    <a:cubicBezTo>
                      <a:pt x="0" y="154755"/>
                      <a:pt x="24333" y="154755"/>
                      <a:pt x="24333" y="13868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62" name="Google Shape;562;p11"/>
              <p:cNvSpPr/>
              <p:nvPr/>
            </p:nvSpPr>
            <p:spPr>
              <a:xfrm>
                <a:off x="2658871" y="810509"/>
                <a:ext cx="292501" cy="40203"/>
              </a:xfrm>
              <a:custGeom>
                <a:avLst/>
                <a:gdLst/>
                <a:ahLst/>
                <a:cxnLst/>
                <a:rect l="l" t="t" r="r" b="b"/>
                <a:pathLst>
                  <a:path w="292501" h="40203" extrusionOk="0">
                    <a:moveTo>
                      <a:pt x="10059" y="34"/>
                    </a:moveTo>
                    <a:lnTo>
                      <a:pt x="282476" y="34"/>
                    </a:lnTo>
                    <a:cubicBezTo>
                      <a:pt x="288016" y="34"/>
                      <a:pt x="292502" y="4520"/>
                      <a:pt x="292502" y="10059"/>
                    </a:cubicBezTo>
                    <a:lnTo>
                      <a:pt x="292502" y="30144"/>
                    </a:lnTo>
                    <a:cubicBezTo>
                      <a:pt x="292502" y="35683"/>
                      <a:pt x="287982" y="40203"/>
                      <a:pt x="282442" y="40203"/>
                    </a:cubicBezTo>
                    <a:lnTo>
                      <a:pt x="10059" y="40203"/>
                    </a:lnTo>
                    <a:cubicBezTo>
                      <a:pt x="4520" y="40203"/>
                      <a:pt x="0" y="35683"/>
                      <a:pt x="0" y="30144"/>
                    </a:cubicBezTo>
                    <a:lnTo>
                      <a:pt x="0" y="10059"/>
                    </a:lnTo>
                    <a:cubicBezTo>
                      <a:pt x="0" y="4520"/>
                      <a:pt x="4520" y="0"/>
                      <a:pt x="100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63" name="Google Shape;563;p11"/>
              <p:cNvSpPr/>
              <p:nvPr/>
            </p:nvSpPr>
            <p:spPr>
              <a:xfrm>
                <a:off x="2658871" y="810543"/>
                <a:ext cx="292501" cy="20186"/>
              </a:xfrm>
              <a:custGeom>
                <a:avLst/>
                <a:gdLst/>
                <a:ahLst/>
                <a:cxnLst/>
                <a:rect l="l" t="t" r="r" b="b"/>
                <a:pathLst>
                  <a:path w="292501" h="20186" extrusionOk="0">
                    <a:moveTo>
                      <a:pt x="292502" y="20187"/>
                    </a:moveTo>
                    <a:lnTo>
                      <a:pt x="292502" y="10059"/>
                    </a:lnTo>
                    <a:cubicBezTo>
                      <a:pt x="292502" y="4520"/>
                      <a:pt x="287982" y="0"/>
                      <a:pt x="282476" y="0"/>
                    </a:cubicBezTo>
                    <a:lnTo>
                      <a:pt x="10059" y="0"/>
                    </a:lnTo>
                    <a:cubicBezTo>
                      <a:pt x="4520" y="0"/>
                      <a:pt x="0" y="4520"/>
                      <a:pt x="0" y="10059"/>
                    </a:cubicBezTo>
                    <a:lnTo>
                      <a:pt x="0" y="20187"/>
                    </a:lnTo>
                    <a:lnTo>
                      <a:pt x="292502" y="20187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564" name="Google Shape;564;p11"/>
            <p:cNvGrpSpPr/>
            <p:nvPr/>
          </p:nvGrpSpPr>
          <p:grpSpPr>
            <a:xfrm>
              <a:off x="8667748" y="3350364"/>
              <a:ext cx="295775" cy="386504"/>
              <a:chOff x="5612846" y="2845934"/>
              <a:chExt cx="147423" cy="192655"/>
            </a:xfrm>
          </p:grpSpPr>
          <p:sp>
            <p:nvSpPr>
              <p:cNvPr id="565" name="Google Shape;565;p11"/>
              <p:cNvSpPr/>
              <p:nvPr/>
            </p:nvSpPr>
            <p:spPr>
              <a:xfrm>
                <a:off x="5632183" y="2939050"/>
                <a:ext cx="108579" cy="75920"/>
              </a:xfrm>
              <a:custGeom>
                <a:avLst/>
                <a:gdLst/>
                <a:ahLst/>
                <a:cxnLst/>
                <a:rect l="l" t="t" r="r" b="b"/>
                <a:pathLst>
                  <a:path w="108579" h="75920" extrusionOk="0">
                    <a:moveTo>
                      <a:pt x="68" y="75920"/>
                    </a:moveTo>
                    <a:lnTo>
                      <a:pt x="25454" y="75920"/>
                    </a:lnTo>
                    <a:lnTo>
                      <a:pt x="25454" y="36873"/>
                    </a:lnTo>
                    <a:cubicBezTo>
                      <a:pt x="25454" y="29736"/>
                      <a:pt x="31333" y="23857"/>
                      <a:pt x="38470" y="23857"/>
                    </a:cubicBezTo>
                    <a:lnTo>
                      <a:pt x="70177" y="23857"/>
                    </a:lnTo>
                    <a:cubicBezTo>
                      <a:pt x="77314" y="23857"/>
                      <a:pt x="83193" y="29702"/>
                      <a:pt x="83193" y="36873"/>
                    </a:cubicBezTo>
                    <a:lnTo>
                      <a:pt x="83193" y="75920"/>
                    </a:lnTo>
                    <a:lnTo>
                      <a:pt x="108579" y="75920"/>
                    </a:lnTo>
                    <a:lnTo>
                      <a:pt x="108579" y="24469"/>
                    </a:lnTo>
                    <a:cubicBezTo>
                      <a:pt x="108579" y="11011"/>
                      <a:pt x="97568" y="0"/>
                      <a:pt x="84111" y="0"/>
                    </a:cubicBezTo>
                    <a:lnTo>
                      <a:pt x="24468" y="0"/>
                    </a:lnTo>
                    <a:cubicBezTo>
                      <a:pt x="11011" y="0"/>
                      <a:pt x="0" y="11011"/>
                      <a:pt x="0" y="24469"/>
                    </a:cubicBezTo>
                    <a:lnTo>
                      <a:pt x="0" y="7592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66" name="Google Shape;566;p11"/>
              <p:cNvSpPr/>
              <p:nvPr/>
            </p:nvSpPr>
            <p:spPr>
              <a:xfrm>
                <a:off x="5612846" y="3013305"/>
                <a:ext cx="147423" cy="25284"/>
              </a:xfrm>
              <a:custGeom>
                <a:avLst/>
                <a:gdLst/>
                <a:ahLst/>
                <a:cxnLst/>
                <a:rect l="l" t="t" r="r" b="b"/>
                <a:pathLst>
                  <a:path w="147423" h="25284" extrusionOk="0">
                    <a:moveTo>
                      <a:pt x="6321" y="0"/>
                    </a:moveTo>
                    <a:lnTo>
                      <a:pt x="141102" y="0"/>
                    </a:lnTo>
                    <a:cubicBezTo>
                      <a:pt x="144603" y="0"/>
                      <a:pt x="147423" y="2821"/>
                      <a:pt x="147423" y="6321"/>
                    </a:cubicBezTo>
                    <a:lnTo>
                      <a:pt x="147423" y="18963"/>
                    </a:lnTo>
                    <a:cubicBezTo>
                      <a:pt x="147423" y="22430"/>
                      <a:pt x="144603" y="25284"/>
                      <a:pt x="141102" y="25284"/>
                    </a:cubicBezTo>
                    <a:lnTo>
                      <a:pt x="6321" y="25284"/>
                    </a:lnTo>
                    <a:cubicBezTo>
                      <a:pt x="2821" y="25284"/>
                      <a:pt x="0" y="22463"/>
                      <a:pt x="0" y="18963"/>
                    </a:cubicBezTo>
                    <a:lnTo>
                      <a:pt x="0" y="6355"/>
                    </a:lnTo>
                    <a:cubicBezTo>
                      <a:pt x="0" y="2855"/>
                      <a:pt x="2821" y="34"/>
                      <a:pt x="6321" y="3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67" name="Google Shape;567;p11"/>
              <p:cNvSpPr/>
              <p:nvPr/>
            </p:nvSpPr>
            <p:spPr>
              <a:xfrm>
                <a:off x="5612846" y="3013305"/>
                <a:ext cx="147423" cy="11316"/>
              </a:xfrm>
              <a:custGeom>
                <a:avLst/>
                <a:gdLst/>
                <a:ahLst/>
                <a:cxnLst/>
                <a:rect l="l" t="t" r="r" b="b"/>
                <a:pathLst>
                  <a:path w="147423" h="11316" extrusionOk="0">
                    <a:moveTo>
                      <a:pt x="6321" y="0"/>
                    </a:moveTo>
                    <a:lnTo>
                      <a:pt x="141102" y="0"/>
                    </a:lnTo>
                    <a:cubicBezTo>
                      <a:pt x="144569" y="0"/>
                      <a:pt x="147423" y="2821"/>
                      <a:pt x="147423" y="6321"/>
                    </a:cubicBezTo>
                    <a:lnTo>
                      <a:pt x="147423" y="11317"/>
                    </a:lnTo>
                    <a:lnTo>
                      <a:pt x="0" y="11317"/>
                    </a:lnTo>
                    <a:lnTo>
                      <a:pt x="0" y="6321"/>
                    </a:lnTo>
                    <a:cubicBezTo>
                      <a:pt x="0" y="2855"/>
                      <a:pt x="2855" y="0"/>
                      <a:pt x="6321" y="0"/>
                    </a:cubicBez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68" name="Google Shape;568;p11"/>
              <p:cNvSpPr/>
              <p:nvPr/>
            </p:nvSpPr>
            <p:spPr>
              <a:xfrm>
                <a:off x="5673984" y="2868533"/>
                <a:ext cx="25148" cy="70517"/>
              </a:xfrm>
              <a:custGeom>
                <a:avLst/>
                <a:gdLst/>
                <a:ahLst/>
                <a:cxnLst/>
                <a:rect l="l" t="t" r="r" b="b"/>
                <a:pathLst>
                  <a:path w="25148" h="70517" extrusionOk="0">
                    <a:moveTo>
                      <a:pt x="0" y="0"/>
                    </a:moveTo>
                    <a:lnTo>
                      <a:pt x="25148" y="0"/>
                    </a:lnTo>
                    <a:lnTo>
                      <a:pt x="25148" y="70517"/>
                    </a:lnTo>
                    <a:lnTo>
                      <a:pt x="0" y="7051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69" name="Google Shape;569;p11"/>
              <p:cNvSpPr/>
              <p:nvPr/>
            </p:nvSpPr>
            <p:spPr>
              <a:xfrm>
                <a:off x="5665148" y="2845934"/>
                <a:ext cx="42819" cy="42820"/>
              </a:xfrm>
              <a:custGeom>
                <a:avLst/>
                <a:gdLst/>
                <a:ahLst/>
                <a:cxnLst/>
                <a:rect l="l" t="t" r="r" b="b"/>
                <a:pathLst>
                  <a:path w="42819" h="42820" extrusionOk="0">
                    <a:moveTo>
                      <a:pt x="21410" y="42820"/>
                    </a:moveTo>
                    <a:cubicBezTo>
                      <a:pt x="33203" y="42820"/>
                      <a:pt x="42820" y="33203"/>
                      <a:pt x="42820" y="21410"/>
                    </a:cubicBezTo>
                    <a:cubicBezTo>
                      <a:pt x="42820" y="9618"/>
                      <a:pt x="33203" y="0"/>
                      <a:pt x="21410" y="0"/>
                    </a:cubicBezTo>
                    <a:cubicBezTo>
                      <a:pt x="9618" y="0"/>
                      <a:pt x="0" y="9618"/>
                      <a:pt x="0" y="21410"/>
                    </a:cubicBezTo>
                    <a:cubicBezTo>
                      <a:pt x="0" y="33203"/>
                      <a:pt x="9618" y="42820"/>
                      <a:pt x="21410" y="4282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70" name="Google Shape;570;p11"/>
              <p:cNvSpPr/>
              <p:nvPr/>
            </p:nvSpPr>
            <p:spPr>
              <a:xfrm>
                <a:off x="5672692" y="2850488"/>
                <a:ext cx="19405" cy="19438"/>
              </a:xfrm>
              <a:custGeom>
                <a:avLst/>
                <a:gdLst/>
                <a:ahLst/>
                <a:cxnLst/>
                <a:rect l="l" t="t" r="r" b="b"/>
                <a:pathLst>
                  <a:path w="19405" h="19438" extrusionOk="0">
                    <a:moveTo>
                      <a:pt x="9686" y="19439"/>
                    </a:moveTo>
                    <a:cubicBezTo>
                      <a:pt x="15055" y="19439"/>
                      <a:pt x="19405" y="15089"/>
                      <a:pt x="19405" y="9719"/>
                    </a:cubicBezTo>
                    <a:cubicBezTo>
                      <a:pt x="19405" y="4350"/>
                      <a:pt x="15055" y="0"/>
                      <a:pt x="9686" y="0"/>
                    </a:cubicBezTo>
                    <a:cubicBezTo>
                      <a:pt x="4316" y="0"/>
                      <a:pt x="0" y="4384"/>
                      <a:pt x="0" y="9719"/>
                    </a:cubicBezTo>
                    <a:cubicBezTo>
                      <a:pt x="0" y="15055"/>
                      <a:pt x="4350" y="19439"/>
                      <a:pt x="9686" y="1943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_1"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3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6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4" name="Google Shape;574;p13"/>
          <p:cNvSpPr txBox="1">
            <a:spLocks noGrp="1"/>
          </p:cNvSpPr>
          <p:nvPr>
            <p:ph type="subTitle" idx="1"/>
          </p:nvPr>
        </p:nvSpPr>
        <p:spPr>
          <a:xfrm>
            <a:off x="859275" y="2307500"/>
            <a:ext cx="2275200" cy="18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5" name="Google Shape;575;p13"/>
          <p:cNvSpPr txBox="1">
            <a:spLocks noGrp="1"/>
          </p:cNvSpPr>
          <p:nvPr>
            <p:ph type="subTitle" idx="2"/>
          </p:nvPr>
        </p:nvSpPr>
        <p:spPr>
          <a:xfrm>
            <a:off x="3434326" y="2307485"/>
            <a:ext cx="2275200" cy="18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6" name="Google Shape;576;p13"/>
          <p:cNvSpPr txBox="1">
            <a:spLocks noGrp="1"/>
          </p:cNvSpPr>
          <p:nvPr>
            <p:ph type="subTitle" idx="3"/>
          </p:nvPr>
        </p:nvSpPr>
        <p:spPr>
          <a:xfrm>
            <a:off x="6009377" y="2307500"/>
            <a:ext cx="2275200" cy="18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7" name="Google Shape;577;p13"/>
          <p:cNvSpPr txBox="1">
            <a:spLocks noGrp="1"/>
          </p:cNvSpPr>
          <p:nvPr>
            <p:ph type="subTitle" idx="4"/>
          </p:nvPr>
        </p:nvSpPr>
        <p:spPr>
          <a:xfrm>
            <a:off x="859275" y="1605740"/>
            <a:ext cx="2275200" cy="79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1800" b="1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 b="1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 b="1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 b="1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 b="1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 b="1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 b="1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 b="1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 b="1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9pPr>
          </a:lstStyle>
          <a:p>
            <a:endParaRPr/>
          </a:p>
        </p:txBody>
      </p:sp>
      <p:sp>
        <p:nvSpPr>
          <p:cNvPr id="578" name="Google Shape;578;p13"/>
          <p:cNvSpPr txBox="1">
            <a:spLocks noGrp="1"/>
          </p:cNvSpPr>
          <p:nvPr>
            <p:ph type="subTitle" idx="5"/>
          </p:nvPr>
        </p:nvSpPr>
        <p:spPr>
          <a:xfrm>
            <a:off x="3434326" y="1605750"/>
            <a:ext cx="2275200" cy="79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1800" b="1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 b="1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 b="1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 b="1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 b="1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 b="1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 b="1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 b="1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 b="1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9pPr>
          </a:lstStyle>
          <a:p>
            <a:endParaRPr/>
          </a:p>
        </p:txBody>
      </p:sp>
      <p:sp>
        <p:nvSpPr>
          <p:cNvPr id="579" name="Google Shape;579;p13"/>
          <p:cNvSpPr txBox="1">
            <a:spLocks noGrp="1"/>
          </p:cNvSpPr>
          <p:nvPr>
            <p:ph type="subTitle" idx="6"/>
          </p:nvPr>
        </p:nvSpPr>
        <p:spPr>
          <a:xfrm>
            <a:off x="6009377" y="1605740"/>
            <a:ext cx="2275200" cy="79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1800" b="1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 b="1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 b="1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 b="1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 b="1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 b="1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 b="1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 b="1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 b="1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9pPr>
          </a:lstStyle>
          <a:p>
            <a:endParaRPr/>
          </a:p>
        </p:txBody>
      </p:sp>
      <p:grpSp>
        <p:nvGrpSpPr>
          <p:cNvPr id="580" name="Google Shape;580;p13"/>
          <p:cNvGrpSpPr/>
          <p:nvPr/>
        </p:nvGrpSpPr>
        <p:grpSpPr>
          <a:xfrm>
            <a:off x="137545" y="70252"/>
            <a:ext cx="10250819" cy="5073254"/>
            <a:chOff x="137545" y="70252"/>
            <a:chExt cx="10250819" cy="5073254"/>
          </a:xfrm>
        </p:grpSpPr>
        <p:grpSp>
          <p:nvGrpSpPr>
            <p:cNvPr id="581" name="Google Shape;581;p13"/>
            <p:cNvGrpSpPr/>
            <p:nvPr/>
          </p:nvGrpSpPr>
          <p:grpSpPr>
            <a:xfrm>
              <a:off x="7000781" y="70252"/>
              <a:ext cx="3387583" cy="1099978"/>
              <a:chOff x="-1410544" y="70252"/>
              <a:chExt cx="3387583" cy="1099978"/>
            </a:xfrm>
          </p:grpSpPr>
          <p:grpSp>
            <p:nvGrpSpPr>
              <p:cNvPr id="582" name="Google Shape;582;p13"/>
              <p:cNvGrpSpPr/>
              <p:nvPr/>
            </p:nvGrpSpPr>
            <p:grpSpPr>
              <a:xfrm>
                <a:off x="215402" y="366763"/>
                <a:ext cx="369453" cy="803467"/>
                <a:chOff x="7559767" y="271588"/>
                <a:chExt cx="150982" cy="328321"/>
              </a:xfrm>
            </p:grpSpPr>
            <p:sp>
              <p:nvSpPr>
                <p:cNvPr id="583" name="Google Shape;583;p13"/>
                <p:cNvSpPr/>
                <p:nvPr/>
              </p:nvSpPr>
              <p:spPr>
                <a:xfrm>
                  <a:off x="7585314" y="500132"/>
                  <a:ext cx="99776" cy="997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776" h="99777" extrusionOk="0">
                      <a:moveTo>
                        <a:pt x="49888" y="99777"/>
                      </a:moveTo>
                      <a:cubicBezTo>
                        <a:pt x="77381" y="99777"/>
                        <a:pt x="99777" y="77348"/>
                        <a:pt x="99777" y="49889"/>
                      </a:cubicBezTo>
                      <a:cubicBezTo>
                        <a:pt x="99777" y="22430"/>
                        <a:pt x="77381" y="0"/>
                        <a:pt x="49888" y="0"/>
                      </a:cubicBezTo>
                      <a:cubicBezTo>
                        <a:pt x="22395" y="0"/>
                        <a:pt x="0" y="22430"/>
                        <a:pt x="0" y="49889"/>
                      </a:cubicBezTo>
                      <a:cubicBezTo>
                        <a:pt x="0" y="77348"/>
                        <a:pt x="22395" y="99777"/>
                        <a:pt x="49888" y="9977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584" name="Google Shape;584;p13"/>
                <p:cNvSpPr/>
                <p:nvPr/>
              </p:nvSpPr>
              <p:spPr>
                <a:xfrm>
                  <a:off x="7559767" y="271588"/>
                  <a:ext cx="150982" cy="2852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982" h="285262" extrusionOk="0">
                      <a:moveTo>
                        <a:pt x="143370" y="270004"/>
                      </a:moveTo>
                      <a:lnTo>
                        <a:pt x="139768" y="270004"/>
                      </a:lnTo>
                      <a:lnTo>
                        <a:pt x="106429" y="208561"/>
                      </a:lnTo>
                      <a:lnTo>
                        <a:pt x="93550" y="208561"/>
                      </a:lnTo>
                      <a:lnTo>
                        <a:pt x="93550" y="187592"/>
                      </a:lnTo>
                      <a:lnTo>
                        <a:pt x="81179" y="187592"/>
                      </a:lnTo>
                      <a:lnTo>
                        <a:pt x="81179" y="0"/>
                      </a:lnTo>
                      <a:lnTo>
                        <a:pt x="69761" y="0"/>
                      </a:lnTo>
                      <a:lnTo>
                        <a:pt x="69761" y="187592"/>
                      </a:lnTo>
                      <a:lnTo>
                        <a:pt x="57390" y="187592"/>
                      </a:lnTo>
                      <a:lnTo>
                        <a:pt x="57390" y="208561"/>
                      </a:lnTo>
                      <a:lnTo>
                        <a:pt x="48996" y="208561"/>
                      </a:lnTo>
                      <a:lnTo>
                        <a:pt x="11206" y="270004"/>
                      </a:lnTo>
                      <a:lnTo>
                        <a:pt x="7570" y="270004"/>
                      </a:lnTo>
                      <a:cubicBezTo>
                        <a:pt x="-2523" y="270004"/>
                        <a:pt x="-2523" y="285263"/>
                        <a:pt x="7570" y="285263"/>
                      </a:cubicBezTo>
                      <a:lnTo>
                        <a:pt x="143438" y="285263"/>
                      </a:lnTo>
                      <a:cubicBezTo>
                        <a:pt x="153498" y="285263"/>
                        <a:pt x="153498" y="270004"/>
                        <a:pt x="143438" y="27000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585" name="Google Shape;585;p13"/>
                <p:cNvSpPr/>
                <p:nvPr/>
              </p:nvSpPr>
              <p:spPr>
                <a:xfrm>
                  <a:off x="7636290" y="480149"/>
                  <a:ext cx="63482" cy="619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482" h="61919" extrusionOk="0">
                      <a:moveTo>
                        <a:pt x="0" y="0"/>
                      </a:moveTo>
                      <a:lnTo>
                        <a:pt x="29871" y="0"/>
                      </a:lnTo>
                      <a:lnTo>
                        <a:pt x="63482" y="61919"/>
                      </a:lnTo>
                      <a:lnTo>
                        <a:pt x="14035" y="6191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sp>
            <p:nvSpPr>
              <p:cNvPr id="586" name="Google Shape;586;p13"/>
              <p:cNvSpPr/>
              <p:nvPr/>
            </p:nvSpPr>
            <p:spPr>
              <a:xfrm>
                <a:off x="-1410544" y="70252"/>
                <a:ext cx="3387583" cy="296530"/>
              </a:xfrm>
              <a:custGeom>
                <a:avLst/>
                <a:gdLst/>
                <a:ahLst/>
                <a:cxnLst/>
                <a:rect l="l" t="t" r="r" b="b"/>
                <a:pathLst>
                  <a:path w="1510628" h="132232" extrusionOk="0">
                    <a:moveTo>
                      <a:pt x="1501148" y="0"/>
                    </a:moveTo>
                    <a:lnTo>
                      <a:pt x="0" y="0"/>
                    </a:lnTo>
                    <a:lnTo>
                      <a:pt x="0" y="132232"/>
                    </a:lnTo>
                    <a:lnTo>
                      <a:pt x="1510629" y="132232"/>
                    </a:lnTo>
                    <a:lnTo>
                      <a:pt x="1510629" y="0"/>
                    </a:lnTo>
                    <a:lnTo>
                      <a:pt x="1501114" y="0"/>
                    </a:lnTo>
                    <a:close/>
                    <a:moveTo>
                      <a:pt x="1491632" y="95427"/>
                    </a:moveTo>
                    <a:lnTo>
                      <a:pt x="1415236" y="19031"/>
                    </a:lnTo>
                    <a:lnTo>
                      <a:pt x="1491632" y="19031"/>
                    </a:lnTo>
                    <a:lnTo>
                      <a:pt x="1491632" y="95427"/>
                    </a:lnTo>
                    <a:close/>
                    <a:moveTo>
                      <a:pt x="132572" y="19031"/>
                    </a:moveTo>
                    <a:lnTo>
                      <a:pt x="314115" y="19031"/>
                    </a:lnTo>
                    <a:lnTo>
                      <a:pt x="222970" y="110177"/>
                    </a:lnTo>
                    <a:lnTo>
                      <a:pt x="225995" y="113201"/>
                    </a:lnTo>
                    <a:lnTo>
                      <a:pt x="219164" y="113201"/>
                    </a:lnTo>
                    <a:lnTo>
                      <a:pt x="222970" y="109395"/>
                    </a:lnTo>
                    <a:lnTo>
                      <a:pt x="132606" y="19031"/>
                    </a:lnTo>
                    <a:close/>
                    <a:moveTo>
                      <a:pt x="199997" y="113201"/>
                    </a:moveTo>
                    <a:lnTo>
                      <a:pt x="32863" y="113201"/>
                    </a:lnTo>
                    <a:lnTo>
                      <a:pt x="116430" y="29634"/>
                    </a:lnTo>
                    <a:lnTo>
                      <a:pt x="199997" y="113201"/>
                    </a:lnTo>
                    <a:close/>
                    <a:moveTo>
                      <a:pt x="330224" y="29634"/>
                    </a:moveTo>
                    <a:lnTo>
                      <a:pt x="413791" y="113201"/>
                    </a:lnTo>
                    <a:lnTo>
                      <a:pt x="246657" y="113201"/>
                    </a:lnTo>
                    <a:lnTo>
                      <a:pt x="330224" y="29634"/>
                    </a:lnTo>
                    <a:close/>
                    <a:moveTo>
                      <a:pt x="346332" y="19031"/>
                    </a:moveTo>
                    <a:lnTo>
                      <a:pt x="527876" y="19031"/>
                    </a:lnTo>
                    <a:lnTo>
                      <a:pt x="436730" y="110177"/>
                    </a:lnTo>
                    <a:lnTo>
                      <a:pt x="439755" y="113201"/>
                    </a:lnTo>
                    <a:lnTo>
                      <a:pt x="432924" y="113201"/>
                    </a:lnTo>
                    <a:lnTo>
                      <a:pt x="436730" y="109395"/>
                    </a:lnTo>
                    <a:lnTo>
                      <a:pt x="346366" y="19031"/>
                    </a:lnTo>
                    <a:close/>
                    <a:moveTo>
                      <a:pt x="543984" y="29634"/>
                    </a:moveTo>
                    <a:lnTo>
                      <a:pt x="627551" y="113201"/>
                    </a:lnTo>
                    <a:lnTo>
                      <a:pt x="460417" y="113201"/>
                    </a:lnTo>
                    <a:lnTo>
                      <a:pt x="543984" y="29634"/>
                    </a:lnTo>
                    <a:close/>
                    <a:moveTo>
                      <a:pt x="560127" y="19031"/>
                    </a:moveTo>
                    <a:lnTo>
                      <a:pt x="741636" y="19031"/>
                    </a:lnTo>
                    <a:lnTo>
                      <a:pt x="650490" y="110177"/>
                    </a:lnTo>
                    <a:lnTo>
                      <a:pt x="653515" y="113201"/>
                    </a:lnTo>
                    <a:lnTo>
                      <a:pt x="646684" y="113201"/>
                    </a:lnTo>
                    <a:lnTo>
                      <a:pt x="650490" y="109395"/>
                    </a:lnTo>
                    <a:lnTo>
                      <a:pt x="560127" y="19031"/>
                    </a:lnTo>
                    <a:close/>
                    <a:moveTo>
                      <a:pt x="757778" y="29634"/>
                    </a:moveTo>
                    <a:lnTo>
                      <a:pt x="841345" y="113201"/>
                    </a:lnTo>
                    <a:lnTo>
                      <a:pt x="674211" y="113201"/>
                    </a:lnTo>
                    <a:lnTo>
                      <a:pt x="757778" y="29634"/>
                    </a:lnTo>
                    <a:close/>
                    <a:moveTo>
                      <a:pt x="773921" y="19031"/>
                    </a:moveTo>
                    <a:lnTo>
                      <a:pt x="955430" y="19031"/>
                    </a:lnTo>
                    <a:lnTo>
                      <a:pt x="864285" y="110177"/>
                    </a:lnTo>
                    <a:lnTo>
                      <a:pt x="867309" y="113201"/>
                    </a:lnTo>
                    <a:lnTo>
                      <a:pt x="860479" y="113201"/>
                    </a:lnTo>
                    <a:lnTo>
                      <a:pt x="864285" y="109395"/>
                    </a:lnTo>
                    <a:lnTo>
                      <a:pt x="773921" y="19031"/>
                    </a:lnTo>
                    <a:close/>
                    <a:moveTo>
                      <a:pt x="971573" y="29668"/>
                    </a:moveTo>
                    <a:lnTo>
                      <a:pt x="1055140" y="113235"/>
                    </a:lnTo>
                    <a:lnTo>
                      <a:pt x="888040" y="113235"/>
                    </a:lnTo>
                    <a:lnTo>
                      <a:pt x="971573" y="29668"/>
                    </a:lnTo>
                    <a:close/>
                    <a:moveTo>
                      <a:pt x="987715" y="19031"/>
                    </a:moveTo>
                    <a:lnTo>
                      <a:pt x="1169224" y="19031"/>
                    </a:lnTo>
                    <a:lnTo>
                      <a:pt x="1078079" y="110177"/>
                    </a:lnTo>
                    <a:lnTo>
                      <a:pt x="1081104" y="113201"/>
                    </a:lnTo>
                    <a:lnTo>
                      <a:pt x="1074273" y="113201"/>
                    </a:lnTo>
                    <a:lnTo>
                      <a:pt x="1078079" y="109395"/>
                    </a:lnTo>
                    <a:lnTo>
                      <a:pt x="987715" y="19031"/>
                    </a:lnTo>
                    <a:close/>
                    <a:moveTo>
                      <a:pt x="1185367" y="29634"/>
                    </a:moveTo>
                    <a:lnTo>
                      <a:pt x="1268934" y="113201"/>
                    </a:lnTo>
                    <a:lnTo>
                      <a:pt x="1101834" y="113201"/>
                    </a:lnTo>
                    <a:lnTo>
                      <a:pt x="1185401" y="29634"/>
                    </a:lnTo>
                    <a:close/>
                    <a:moveTo>
                      <a:pt x="1201509" y="19031"/>
                    </a:moveTo>
                    <a:lnTo>
                      <a:pt x="1383019" y="19031"/>
                    </a:lnTo>
                    <a:lnTo>
                      <a:pt x="1291873" y="110177"/>
                    </a:lnTo>
                    <a:lnTo>
                      <a:pt x="1294898" y="113201"/>
                    </a:lnTo>
                    <a:lnTo>
                      <a:pt x="1288067" y="113201"/>
                    </a:lnTo>
                    <a:lnTo>
                      <a:pt x="1291873" y="109395"/>
                    </a:lnTo>
                    <a:lnTo>
                      <a:pt x="1201509" y="19031"/>
                    </a:lnTo>
                    <a:close/>
                    <a:moveTo>
                      <a:pt x="1399161" y="29668"/>
                    </a:moveTo>
                    <a:lnTo>
                      <a:pt x="1482694" y="113235"/>
                    </a:lnTo>
                    <a:lnTo>
                      <a:pt x="1315594" y="113235"/>
                    </a:lnTo>
                    <a:lnTo>
                      <a:pt x="1399161" y="29668"/>
                    </a:lnTo>
                    <a:close/>
                    <a:moveTo>
                      <a:pt x="100389" y="19031"/>
                    </a:moveTo>
                    <a:lnTo>
                      <a:pt x="19099" y="100321"/>
                    </a:lnTo>
                    <a:lnTo>
                      <a:pt x="19099" y="19031"/>
                    </a:lnTo>
                    <a:lnTo>
                      <a:pt x="100389" y="1903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587" name="Google Shape;587;p13"/>
            <p:cNvGrpSpPr/>
            <p:nvPr/>
          </p:nvGrpSpPr>
          <p:grpSpPr>
            <a:xfrm rot="5400000">
              <a:off x="-471089" y="4112989"/>
              <a:ext cx="1639151" cy="421882"/>
              <a:chOff x="2195175" y="2564277"/>
              <a:chExt cx="575181" cy="148034"/>
            </a:xfrm>
          </p:grpSpPr>
          <p:sp>
            <p:nvSpPr>
              <p:cNvPr id="588" name="Google Shape;588;p13"/>
              <p:cNvSpPr/>
              <p:nvPr/>
            </p:nvSpPr>
            <p:spPr>
              <a:xfrm>
                <a:off x="2692873" y="2596358"/>
                <a:ext cx="63822" cy="79828"/>
              </a:xfrm>
              <a:custGeom>
                <a:avLst/>
                <a:gdLst/>
                <a:ahLst/>
                <a:cxnLst/>
                <a:rect l="l" t="t" r="r" b="b"/>
                <a:pathLst>
                  <a:path w="63822" h="79828" extrusionOk="0">
                    <a:moveTo>
                      <a:pt x="0" y="0"/>
                    </a:moveTo>
                    <a:lnTo>
                      <a:pt x="63822" y="0"/>
                    </a:lnTo>
                    <a:lnTo>
                      <a:pt x="63822" y="79829"/>
                    </a:lnTo>
                    <a:lnTo>
                      <a:pt x="0" y="7982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89" name="Google Shape;589;p13"/>
              <p:cNvSpPr/>
              <p:nvPr/>
            </p:nvSpPr>
            <p:spPr>
              <a:xfrm>
                <a:off x="2692873" y="2606622"/>
                <a:ext cx="63822" cy="11384"/>
              </a:xfrm>
              <a:custGeom>
                <a:avLst/>
                <a:gdLst/>
                <a:ahLst/>
                <a:cxnLst/>
                <a:rect l="l" t="t" r="r" b="b"/>
                <a:pathLst>
                  <a:path w="63822" h="11384" extrusionOk="0">
                    <a:moveTo>
                      <a:pt x="0" y="0"/>
                    </a:moveTo>
                    <a:lnTo>
                      <a:pt x="63822" y="0"/>
                    </a:lnTo>
                    <a:lnTo>
                      <a:pt x="63822" y="11385"/>
                    </a:lnTo>
                    <a:lnTo>
                      <a:pt x="0" y="11385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90" name="Google Shape;590;p13"/>
              <p:cNvSpPr/>
              <p:nvPr/>
            </p:nvSpPr>
            <p:spPr>
              <a:xfrm>
                <a:off x="2744731" y="2566146"/>
                <a:ext cx="25624" cy="143107"/>
              </a:xfrm>
              <a:custGeom>
                <a:avLst/>
                <a:gdLst/>
                <a:ahLst/>
                <a:cxnLst/>
                <a:rect l="l" t="t" r="r" b="b"/>
                <a:pathLst>
                  <a:path w="25624" h="143107" extrusionOk="0">
                    <a:moveTo>
                      <a:pt x="25624" y="0"/>
                    </a:moveTo>
                    <a:lnTo>
                      <a:pt x="12812" y="0"/>
                    </a:lnTo>
                    <a:cubicBezTo>
                      <a:pt x="5777" y="0"/>
                      <a:pt x="0" y="5777"/>
                      <a:pt x="0" y="12812"/>
                    </a:cubicBezTo>
                    <a:lnTo>
                      <a:pt x="0" y="130295"/>
                    </a:lnTo>
                    <a:cubicBezTo>
                      <a:pt x="0" y="137330"/>
                      <a:pt x="5777" y="143107"/>
                      <a:pt x="12812" y="143107"/>
                    </a:cubicBezTo>
                    <a:lnTo>
                      <a:pt x="25624" y="143107"/>
                    </a:lnTo>
                    <a:lnTo>
                      <a:pt x="2562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91" name="Google Shape;591;p13"/>
              <p:cNvSpPr/>
              <p:nvPr/>
            </p:nvSpPr>
            <p:spPr>
              <a:xfrm>
                <a:off x="2744731" y="2632280"/>
                <a:ext cx="25624" cy="76974"/>
              </a:xfrm>
              <a:custGeom>
                <a:avLst/>
                <a:gdLst/>
                <a:ahLst/>
                <a:cxnLst/>
                <a:rect l="l" t="t" r="r" b="b"/>
                <a:pathLst>
                  <a:path w="25624" h="76974" extrusionOk="0">
                    <a:moveTo>
                      <a:pt x="0" y="0"/>
                    </a:moveTo>
                    <a:lnTo>
                      <a:pt x="0" y="64162"/>
                    </a:lnTo>
                    <a:cubicBezTo>
                      <a:pt x="0" y="71197"/>
                      <a:pt x="5777" y="76974"/>
                      <a:pt x="12812" y="76974"/>
                    </a:cubicBezTo>
                    <a:lnTo>
                      <a:pt x="25624" y="76974"/>
                    </a:lnTo>
                    <a:lnTo>
                      <a:pt x="25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92" name="Google Shape;592;p13"/>
              <p:cNvSpPr/>
              <p:nvPr/>
            </p:nvSpPr>
            <p:spPr>
              <a:xfrm>
                <a:off x="2272625" y="2564277"/>
                <a:ext cx="423680" cy="148034"/>
              </a:xfrm>
              <a:custGeom>
                <a:avLst/>
                <a:gdLst/>
                <a:ahLst/>
                <a:cxnLst/>
                <a:rect l="l" t="t" r="r" b="b"/>
                <a:pathLst>
                  <a:path w="423680" h="148034" extrusionOk="0">
                    <a:moveTo>
                      <a:pt x="14341" y="0"/>
                    </a:moveTo>
                    <a:lnTo>
                      <a:pt x="409339" y="0"/>
                    </a:lnTo>
                    <a:cubicBezTo>
                      <a:pt x="417257" y="0"/>
                      <a:pt x="423680" y="6661"/>
                      <a:pt x="423680" y="14783"/>
                    </a:cubicBezTo>
                    <a:lnTo>
                      <a:pt x="423680" y="133252"/>
                    </a:lnTo>
                    <a:cubicBezTo>
                      <a:pt x="423680" y="141408"/>
                      <a:pt x="417257" y="148035"/>
                      <a:pt x="409339" y="148035"/>
                    </a:cubicBezTo>
                    <a:lnTo>
                      <a:pt x="14341" y="148035"/>
                    </a:lnTo>
                    <a:cubicBezTo>
                      <a:pt x="6457" y="148035"/>
                      <a:pt x="0" y="141374"/>
                      <a:pt x="0" y="133252"/>
                    </a:cubicBezTo>
                    <a:lnTo>
                      <a:pt x="0" y="14783"/>
                    </a:lnTo>
                    <a:cubicBezTo>
                      <a:pt x="0" y="6661"/>
                      <a:pt x="6457" y="0"/>
                      <a:pt x="143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93" name="Google Shape;593;p13"/>
              <p:cNvSpPr/>
              <p:nvPr/>
            </p:nvSpPr>
            <p:spPr>
              <a:xfrm>
                <a:off x="2285267" y="2573283"/>
                <a:ext cx="397954" cy="130295"/>
              </a:xfrm>
              <a:custGeom>
                <a:avLst/>
                <a:gdLst/>
                <a:ahLst/>
                <a:cxnLst/>
                <a:rect l="l" t="t" r="r" b="b"/>
                <a:pathLst>
                  <a:path w="397954" h="130295" extrusionOk="0">
                    <a:moveTo>
                      <a:pt x="12608" y="0"/>
                    </a:moveTo>
                    <a:lnTo>
                      <a:pt x="385312" y="0"/>
                    </a:lnTo>
                    <a:cubicBezTo>
                      <a:pt x="392245" y="0"/>
                      <a:pt x="397954" y="5845"/>
                      <a:pt x="397954" y="13016"/>
                    </a:cubicBezTo>
                    <a:lnTo>
                      <a:pt x="397954" y="117279"/>
                    </a:lnTo>
                    <a:cubicBezTo>
                      <a:pt x="397954" y="124416"/>
                      <a:pt x="392245" y="130295"/>
                      <a:pt x="385312" y="130295"/>
                    </a:cubicBezTo>
                    <a:lnTo>
                      <a:pt x="12608" y="130295"/>
                    </a:lnTo>
                    <a:cubicBezTo>
                      <a:pt x="5675" y="130295"/>
                      <a:pt x="0" y="124416"/>
                      <a:pt x="0" y="117279"/>
                    </a:cubicBezTo>
                    <a:lnTo>
                      <a:pt x="0" y="13016"/>
                    </a:lnTo>
                    <a:cubicBezTo>
                      <a:pt x="0" y="5845"/>
                      <a:pt x="5675" y="0"/>
                      <a:pt x="12608" y="0"/>
                    </a:cubicBez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594" name="Google Shape;594;p13"/>
              <p:cNvGrpSpPr/>
              <p:nvPr/>
            </p:nvGrpSpPr>
            <p:grpSpPr>
              <a:xfrm>
                <a:off x="2445264" y="2583716"/>
                <a:ext cx="207540" cy="106166"/>
                <a:chOff x="2445264" y="2583716"/>
                <a:chExt cx="207540" cy="106166"/>
              </a:xfrm>
            </p:grpSpPr>
            <p:sp>
              <p:nvSpPr>
                <p:cNvPr id="595" name="Google Shape;595;p13"/>
                <p:cNvSpPr/>
                <p:nvPr/>
              </p:nvSpPr>
              <p:spPr>
                <a:xfrm>
                  <a:off x="2445264" y="2628813"/>
                  <a:ext cx="53694" cy="2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694" h="20900" extrusionOk="0">
                      <a:moveTo>
                        <a:pt x="0" y="0"/>
                      </a:moveTo>
                      <a:lnTo>
                        <a:pt x="53695" y="0"/>
                      </a:lnTo>
                      <a:lnTo>
                        <a:pt x="53695" y="20900"/>
                      </a:lnTo>
                      <a:lnTo>
                        <a:pt x="0" y="2090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596" name="Google Shape;596;p13"/>
                <p:cNvSpPr/>
                <p:nvPr/>
              </p:nvSpPr>
              <p:spPr>
                <a:xfrm>
                  <a:off x="2599110" y="2627216"/>
                  <a:ext cx="53694" cy="2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694" h="20900" extrusionOk="0">
                      <a:moveTo>
                        <a:pt x="0" y="0"/>
                      </a:moveTo>
                      <a:lnTo>
                        <a:pt x="53695" y="0"/>
                      </a:lnTo>
                      <a:lnTo>
                        <a:pt x="53695" y="20900"/>
                      </a:lnTo>
                      <a:lnTo>
                        <a:pt x="0" y="2090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597" name="Google Shape;597;p13"/>
                <p:cNvSpPr/>
                <p:nvPr/>
              </p:nvSpPr>
              <p:spPr>
                <a:xfrm>
                  <a:off x="2494643" y="2583716"/>
                  <a:ext cx="106166" cy="106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166" h="106166" extrusionOk="0">
                      <a:moveTo>
                        <a:pt x="53083" y="106166"/>
                      </a:moveTo>
                      <a:cubicBezTo>
                        <a:pt x="82309" y="106166"/>
                        <a:pt x="106166" y="82309"/>
                        <a:pt x="106166" y="53083"/>
                      </a:cubicBezTo>
                      <a:cubicBezTo>
                        <a:pt x="106166" y="23857"/>
                        <a:pt x="82309" y="0"/>
                        <a:pt x="53083" y="0"/>
                      </a:cubicBezTo>
                      <a:cubicBezTo>
                        <a:pt x="23857" y="0"/>
                        <a:pt x="0" y="23857"/>
                        <a:pt x="0" y="53083"/>
                      </a:cubicBezTo>
                      <a:cubicBezTo>
                        <a:pt x="0" y="82309"/>
                        <a:pt x="23823" y="106166"/>
                        <a:pt x="53083" y="10616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598" name="Google Shape;598;p13"/>
                <p:cNvSpPr/>
                <p:nvPr/>
              </p:nvSpPr>
              <p:spPr>
                <a:xfrm>
                  <a:off x="2503037" y="2592110"/>
                  <a:ext cx="89378" cy="89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78" h="89378" extrusionOk="0">
                      <a:moveTo>
                        <a:pt x="44689" y="89378"/>
                      </a:moveTo>
                      <a:cubicBezTo>
                        <a:pt x="69328" y="89378"/>
                        <a:pt x="89378" y="69294"/>
                        <a:pt x="89378" y="44689"/>
                      </a:cubicBezTo>
                      <a:cubicBezTo>
                        <a:pt x="89378" y="20085"/>
                        <a:pt x="69294" y="0"/>
                        <a:pt x="44689" y="0"/>
                      </a:cubicBezTo>
                      <a:cubicBezTo>
                        <a:pt x="20085" y="0"/>
                        <a:pt x="0" y="20085"/>
                        <a:pt x="0" y="44689"/>
                      </a:cubicBezTo>
                      <a:cubicBezTo>
                        <a:pt x="0" y="69294"/>
                        <a:pt x="20085" y="89378"/>
                        <a:pt x="44689" y="8937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599" name="Google Shape;599;p13"/>
                <p:cNvSpPr/>
                <p:nvPr/>
              </p:nvSpPr>
              <p:spPr>
                <a:xfrm>
                  <a:off x="2503037" y="2592110"/>
                  <a:ext cx="89378" cy="46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78" h="46388" extrusionOk="0">
                      <a:moveTo>
                        <a:pt x="44689" y="0"/>
                      </a:moveTo>
                      <a:cubicBezTo>
                        <a:pt x="69362" y="0"/>
                        <a:pt x="89378" y="20017"/>
                        <a:pt x="89378" y="44689"/>
                      </a:cubicBezTo>
                      <a:cubicBezTo>
                        <a:pt x="89378" y="45267"/>
                        <a:pt x="89378" y="45811"/>
                        <a:pt x="89310" y="46388"/>
                      </a:cubicBezTo>
                      <a:lnTo>
                        <a:pt x="34" y="46388"/>
                      </a:lnTo>
                      <a:cubicBezTo>
                        <a:pt x="34" y="45811"/>
                        <a:pt x="0" y="45267"/>
                        <a:pt x="0" y="44689"/>
                      </a:cubicBezTo>
                      <a:cubicBezTo>
                        <a:pt x="0" y="20017"/>
                        <a:pt x="20017" y="0"/>
                        <a:pt x="44689" y="0"/>
                      </a:cubicBezTo>
                      <a:close/>
                    </a:path>
                  </a:pathLst>
                </a:custGeom>
                <a:solidFill>
                  <a:srgbClr val="74D9E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600" name="Google Shape;600;p13"/>
                <p:cNvSpPr/>
                <p:nvPr/>
              </p:nvSpPr>
              <p:spPr>
                <a:xfrm>
                  <a:off x="2546877" y="2599961"/>
                  <a:ext cx="46223" cy="37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223" h="37994" extrusionOk="0">
                      <a:moveTo>
                        <a:pt x="42004" y="18318"/>
                      </a:moveTo>
                      <a:cubicBezTo>
                        <a:pt x="44961" y="24673"/>
                        <a:pt x="46320" y="31401"/>
                        <a:pt x="46218" y="37994"/>
                      </a:cubicBezTo>
                      <a:lnTo>
                        <a:pt x="0" y="37994"/>
                      </a:lnTo>
                      <a:lnTo>
                        <a:pt x="26168" y="0"/>
                      </a:lnTo>
                      <a:cubicBezTo>
                        <a:pt x="32829" y="4384"/>
                        <a:pt x="38368" y="10603"/>
                        <a:pt x="42004" y="18318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601" name="Google Shape;601;p13"/>
                <p:cNvSpPr/>
                <p:nvPr/>
              </p:nvSpPr>
              <p:spPr>
                <a:xfrm>
                  <a:off x="2527812" y="2592375"/>
                  <a:ext cx="42887" cy="463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87" h="46361" extrusionOk="0">
                      <a:moveTo>
                        <a:pt x="23687" y="143"/>
                      </a:moveTo>
                      <a:cubicBezTo>
                        <a:pt x="30722" y="687"/>
                        <a:pt x="37212" y="2828"/>
                        <a:pt x="42888" y="6193"/>
                      </a:cubicBezTo>
                      <a:lnTo>
                        <a:pt x="20085" y="46362"/>
                      </a:lnTo>
                      <a:lnTo>
                        <a:pt x="0" y="4833"/>
                      </a:lnTo>
                      <a:cubicBezTo>
                        <a:pt x="7069" y="1231"/>
                        <a:pt x="15225" y="-536"/>
                        <a:pt x="23721" y="14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602" name="Google Shape;602;p13"/>
                <p:cNvSpPr/>
                <p:nvPr/>
              </p:nvSpPr>
              <p:spPr>
                <a:xfrm>
                  <a:off x="2503770" y="2600402"/>
                  <a:ext cx="46199" cy="38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99" h="38572" extrusionOk="0">
                      <a:moveTo>
                        <a:pt x="5554" y="15021"/>
                      </a:moveTo>
                      <a:cubicBezTo>
                        <a:pt x="8953" y="8836"/>
                        <a:pt x="13540" y="3806"/>
                        <a:pt x="18944" y="0"/>
                      </a:cubicBezTo>
                      <a:lnTo>
                        <a:pt x="46199" y="37349"/>
                      </a:lnTo>
                      <a:lnTo>
                        <a:pt x="49" y="38572"/>
                      </a:lnTo>
                      <a:cubicBezTo>
                        <a:pt x="-325" y="30620"/>
                        <a:pt x="1442" y="22497"/>
                        <a:pt x="5520" y="1502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grpSp>
              <p:nvGrpSpPr>
                <p:cNvPr id="603" name="Google Shape;603;p13"/>
                <p:cNvGrpSpPr/>
                <p:nvPr/>
              </p:nvGrpSpPr>
              <p:grpSpPr>
                <a:xfrm>
                  <a:off x="2527089" y="2609748"/>
                  <a:ext cx="30439" cy="37610"/>
                  <a:chOff x="4840276" y="2840598"/>
                  <a:chExt cx="30439" cy="37610"/>
                </a:xfrm>
              </p:grpSpPr>
              <p:sp>
                <p:nvSpPr>
                  <p:cNvPr id="604" name="Google Shape;604;p13"/>
                  <p:cNvSpPr/>
                  <p:nvPr/>
                </p:nvSpPr>
                <p:spPr>
                  <a:xfrm>
                    <a:off x="4850500" y="2857984"/>
                    <a:ext cx="20215" cy="202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15" h="20224" extrusionOk="0">
                        <a:moveTo>
                          <a:pt x="8171" y="184"/>
                        </a:moveTo>
                        <a:cubicBezTo>
                          <a:pt x="13642" y="-869"/>
                          <a:pt x="18978" y="2699"/>
                          <a:pt x="20031" y="8171"/>
                        </a:cubicBezTo>
                        <a:cubicBezTo>
                          <a:pt x="21085" y="13642"/>
                          <a:pt x="17516" y="18944"/>
                          <a:pt x="12045" y="20031"/>
                        </a:cubicBezTo>
                        <a:cubicBezTo>
                          <a:pt x="6573" y="21119"/>
                          <a:pt x="1238" y="17516"/>
                          <a:pt x="184" y="12045"/>
                        </a:cubicBezTo>
                        <a:cubicBezTo>
                          <a:pt x="-869" y="6573"/>
                          <a:pt x="2699" y="1238"/>
                          <a:pt x="8171" y="184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605" name="Google Shape;605;p13"/>
                  <p:cNvSpPr/>
                  <p:nvPr/>
                </p:nvSpPr>
                <p:spPr>
                  <a:xfrm>
                    <a:off x="4840276" y="2840598"/>
                    <a:ext cx="20501" cy="2569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1" h="25692" extrusionOk="0">
                        <a:moveTo>
                          <a:pt x="14351" y="25692"/>
                        </a:moveTo>
                        <a:lnTo>
                          <a:pt x="20502" y="21410"/>
                        </a:lnTo>
                        <a:lnTo>
                          <a:pt x="6806" y="1597"/>
                        </a:lnTo>
                        <a:cubicBezTo>
                          <a:pt x="5651" y="-68"/>
                          <a:pt x="3306" y="-510"/>
                          <a:pt x="1606" y="646"/>
                        </a:cubicBezTo>
                        <a:lnTo>
                          <a:pt x="1606" y="646"/>
                        </a:lnTo>
                        <a:cubicBezTo>
                          <a:pt x="-93" y="1835"/>
                          <a:pt x="-501" y="4180"/>
                          <a:pt x="655" y="5845"/>
                        </a:cubicBezTo>
                        <a:lnTo>
                          <a:pt x="14317" y="25658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</p:grpSp>
          </p:grpSp>
          <p:sp>
            <p:nvSpPr>
              <p:cNvPr id="606" name="Google Shape;606;p13"/>
              <p:cNvSpPr/>
              <p:nvPr/>
            </p:nvSpPr>
            <p:spPr>
              <a:xfrm>
                <a:off x="2310041" y="2586265"/>
                <a:ext cx="102360" cy="102360"/>
              </a:xfrm>
              <a:custGeom>
                <a:avLst/>
                <a:gdLst/>
                <a:ahLst/>
                <a:cxnLst/>
                <a:rect l="l" t="t" r="r" b="b"/>
                <a:pathLst>
                  <a:path w="102360" h="102360" extrusionOk="0">
                    <a:moveTo>
                      <a:pt x="51180" y="0"/>
                    </a:moveTo>
                    <a:cubicBezTo>
                      <a:pt x="79421" y="0"/>
                      <a:pt x="102360" y="22939"/>
                      <a:pt x="102360" y="51180"/>
                    </a:cubicBezTo>
                    <a:cubicBezTo>
                      <a:pt x="102360" y="79421"/>
                      <a:pt x="79421" y="102360"/>
                      <a:pt x="51180" y="102360"/>
                    </a:cubicBezTo>
                    <a:cubicBezTo>
                      <a:pt x="22939" y="102360"/>
                      <a:pt x="0" y="79421"/>
                      <a:pt x="0" y="51180"/>
                    </a:cubicBezTo>
                    <a:cubicBezTo>
                      <a:pt x="0" y="22939"/>
                      <a:pt x="22939" y="0"/>
                      <a:pt x="51180" y="0"/>
                    </a:cubicBezTo>
                    <a:lnTo>
                      <a:pt x="51180" y="0"/>
                    </a:lnTo>
                    <a:close/>
                    <a:moveTo>
                      <a:pt x="51180" y="41936"/>
                    </a:moveTo>
                    <a:cubicBezTo>
                      <a:pt x="46048" y="41936"/>
                      <a:pt x="41903" y="46082"/>
                      <a:pt x="41903" y="51180"/>
                    </a:cubicBezTo>
                    <a:cubicBezTo>
                      <a:pt x="41903" y="56278"/>
                      <a:pt x="46048" y="60458"/>
                      <a:pt x="51180" y="60458"/>
                    </a:cubicBezTo>
                    <a:cubicBezTo>
                      <a:pt x="56312" y="60458"/>
                      <a:pt x="60458" y="56312"/>
                      <a:pt x="60458" y="51180"/>
                    </a:cubicBezTo>
                    <a:cubicBezTo>
                      <a:pt x="60458" y="46048"/>
                      <a:pt x="56312" y="41936"/>
                      <a:pt x="51180" y="41936"/>
                    </a:cubicBezTo>
                    <a:lnTo>
                      <a:pt x="51180" y="41936"/>
                    </a:lnTo>
                    <a:close/>
                    <a:moveTo>
                      <a:pt x="57263" y="30110"/>
                    </a:moveTo>
                    <a:cubicBezTo>
                      <a:pt x="64502" y="32183"/>
                      <a:pt x="70177" y="37892"/>
                      <a:pt x="72284" y="45097"/>
                    </a:cubicBezTo>
                    <a:lnTo>
                      <a:pt x="89073" y="45097"/>
                    </a:lnTo>
                    <a:cubicBezTo>
                      <a:pt x="86490" y="28784"/>
                      <a:pt x="73576" y="15905"/>
                      <a:pt x="57297" y="13322"/>
                    </a:cubicBezTo>
                    <a:lnTo>
                      <a:pt x="57297" y="30110"/>
                    </a:lnTo>
                    <a:lnTo>
                      <a:pt x="57297" y="30110"/>
                    </a:lnTo>
                    <a:close/>
                    <a:moveTo>
                      <a:pt x="72284" y="57263"/>
                    </a:moveTo>
                    <a:cubicBezTo>
                      <a:pt x="70177" y="64502"/>
                      <a:pt x="64502" y="70177"/>
                      <a:pt x="57263" y="72284"/>
                    </a:cubicBezTo>
                    <a:lnTo>
                      <a:pt x="57263" y="89072"/>
                    </a:lnTo>
                    <a:cubicBezTo>
                      <a:pt x="73576" y="86456"/>
                      <a:pt x="86456" y="73576"/>
                      <a:pt x="89038" y="57263"/>
                    </a:cubicBezTo>
                    <a:lnTo>
                      <a:pt x="72250" y="57263"/>
                    </a:lnTo>
                    <a:close/>
                    <a:moveTo>
                      <a:pt x="45131" y="72284"/>
                    </a:moveTo>
                    <a:cubicBezTo>
                      <a:pt x="37926" y="70177"/>
                      <a:pt x="32217" y="64502"/>
                      <a:pt x="30144" y="57263"/>
                    </a:cubicBezTo>
                    <a:lnTo>
                      <a:pt x="13356" y="57263"/>
                    </a:lnTo>
                    <a:cubicBezTo>
                      <a:pt x="15939" y="73576"/>
                      <a:pt x="28853" y="86456"/>
                      <a:pt x="45131" y="89072"/>
                    </a:cubicBezTo>
                    <a:lnTo>
                      <a:pt x="45131" y="72284"/>
                    </a:lnTo>
                    <a:lnTo>
                      <a:pt x="45131" y="72284"/>
                    </a:lnTo>
                    <a:close/>
                    <a:moveTo>
                      <a:pt x="30144" y="45131"/>
                    </a:moveTo>
                    <a:cubicBezTo>
                      <a:pt x="32217" y="37892"/>
                      <a:pt x="37926" y="32217"/>
                      <a:pt x="45131" y="30144"/>
                    </a:cubicBezTo>
                    <a:lnTo>
                      <a:pt x="45131" y="13356"/>
                    </a:lnTo>
                    <a:cubicBezTo>
                      <a:pt x="28853" y="15939"/>
                      <a:pt x="15939" y="28853"/>
                      <a:pt x="13356" y="45131"/>
                    </a:cubicBezTo>
                    <a:lnTo>
                      <a:pt x="30144" y="4513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07" name="Google Shape;607;p13"/>
              <p:cNvSpPr/>
              <p:nvPr/>
            </p:nvSpPr>
            <p:spPr>
              <a:xfrm>
                <a:off x="2208836" y="2598499"/>
                <a:ext cx="63822" cy="79828"/>
              </a:xfrm>
              <a:custGeom>
                <a:avLst/>
                <a:gdLst/>
                <a:ahLst/>
                <a:cxnLst/>
                <a:rect l="l" t="t" r="r" b="b"/>
                <a:pathLst>
                  <a:path w="63822" h="79828" extrusionOk="0">
                    <a:moveTo>
                      <a:pt x="0" y="0"/>
                    </a:moveTo>
                    <a:lnTo>
                      <a:pt x="63822" y="0"/>
                    </a:lnTo>
                    <a:lnTo>
                      <a:pt x="63822" y="79829"/>
                    </a:lnTo>
                    <a:lnTo>
                      <a:pt x="0" y="7982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08" name="Google Shape;608;p13"/>
              <p:cNvSpPr/>
              <p:nvPr/>
            </p:nvSpPr>
            <p:spPr>
              <a:xfrm>
                <a:off x="2208836" y="2608729"/>
                <a:ext cx="63822" cy="11418"/>
              </a:xfrm>
              <a:custGeom>
                <a:avLst/>
                <a:gdLst/>
                <a:ahLst/>
                <a:cxnLst/>
                <a:rect l="l" t="t" r="r" b="b"/>
                <a:pathLst>
                  <a:path w="63822" h="11418" extrusionOk="0">
                    <a:moveTo>
                      <a:pt x="0" y="0"/>
                    </a:moveTo>
                    <a:lnTo>
                      <a:pt x="63822" y="0"/>
                    </a:lnTo>
                    <a:lnTo>
                      <a:pt x="63822" y="11419"/>
                    </a:lnTo>
                    <a:lnTo>
                      <a:pt x="0" y="11419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09" name="Google Shape;609;p13"/>
              <p:cNvSpPr/>
              <p:nvPr/>
            </p:nvSpPr>
            <p:spPr>
              <a:xfrm>
                <a:off x="2195175" y="2568219"/>
                <a:ext cx="25623" cy="143107"/>
              </a:xfrm>
              <a:custGeom>
                <a:avLst/>
                <a:gdLst/>
                <a:ahLst/>
                <a:cxnLst/>
                <a:rect l="l" t="t" r="r" b="b"/>
                <a:pathLst>
                  <a:path w="25623" h="143107" extrusionOk="0">
                    <a:moveTo>
                      <a:pt x="0" y="34"/>
                    </a:moveTo>
                    <a:lnTo>
                      <a:pt x="12812" y="34"/>
                    </a:lnTo>
                    <a:cubicBezTo>
                      <a:pt x="19847" y="34"/>
                      <a:pt x="25624" y="5811"/>
                      <a:pt x="25624" y="12846"/>
                    </a:cubicBezTo>
                    <a:lnTo>
                      <a:pt x="25624" y="130295"/>
                    </a:lnTo>
                    <a:cubicBezTo>
                      <a:pt x="25624" y="137330"/>
                      <a:pt x="19847" y="143107"/>
                      <a:pt x="12812" y="143107"/>
                    </a:cubicBezTo>
                    <a:lnTo>
                      <a:pt x="0" y="14310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10" name="Google Shape;610;p13"/>
              <p:cNvSpPr/>
              <p:nvPr/>
            </p:nvSpPr>
            <p:spPr>
              <a:xfrm>
                <a:off x="2195175" y="2634387"/>
                <a:ext cx="25623" cy="76974"/>
              </a:xfrm>
              <a:custGeom>
                <a:avLst/>
                <a:gdLst/>
                <a:ahLst/>
                <a:cxnLst/>
                <a:rect l="l" t="t" r="r" b="b"/>
                <a:pathLst>
                  <a:path w="25623" h="76974" extrusionOk="0">
                    <a:moveTo>
                      <a:pt x="25624" y="0"/>
                    </a:moveTo>
                    <a:lnTo>
                      <a:pt x="25624" y="64162"/>
                    </a:lnTo>
                    <a:cubicBezTo>
                      <a:pt x="25624" y="71197"/>
                      <a:pt x="19847" y="76974"/>
                      <a:pt x="12812" y="76974"/>
                    </a:cubicBezTo>
                    <a:lnTo>
                      <a:pt x="0" y="76974"/>
                    </a:lnTo>
                    <a:lnTo>
                      <a:pt x="0" y="0"/>
                    </a:lnTo>
                    <a:lnTo>
                      <a:pt x="25624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11" name="Google Shape;611;p13"/>
              <p:cNvSpPr/>
              <p:nvPr/>
            </p:nvSpPr>
            <p:spPr>
              <a:xfrm>
                <a:off x="2350924" y="2627556"/>
                <a:ext cx="19982" cy="19948"/>
              </a:xfrm>
              <a:custGeom>
                <a:avLst/>
                <a:gdLst/>
                <a:ahLst/>
                <a:cxnLst/>
                <a:rect l="l" t="t" r="r" b="b"/>
                <a:pathLst>
                  <a:path w="19982" h="19948" extrusionOk="0">
                    <a:moveTo>
                      <a:pt x="9991" y="19949"/>
                    </a:moveTo>
                    <a:cubicBezTo>
                      <a:pt x="15463" y="19949"/>
                      <a:pt x="19983" y="15463"/>
                      <a:pt x="19983" y="9958"/>
                    </a:cubicBezTo>
                    <a:cubicBezTo>
                      <a:pt x="19983" y="4452"/>
                      <a:pt x="15497" y="0"/>
                      <a:pt x="9991" y="0"/>
                    </a:cubicBezTo>
                    <a:cubicBezTo>
                      <a:pt x="4486" y="0"/>
                      <a:pt x="0" y="4486"/>
                      <a:pt x="0" y="9958"/>
                    </a:cubicBezTo>
                    <a:cubicBezTo>
                      <a:pt x="0" y="15429"/>
                      <a:pt x="4486" y="19949"/>
                      <a:pt x="9991" y="1994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612" name="Google Shape;612;p13"/>
            <p:cNvGrpSpPr/>
            <p:nvPr/>
          </p:nvGrpSpPr>
          <p:grpSpPr>
            <a:xfrm flipH="1">
              <a:off x="8355930" y="4248567"/>
              <a:ext cx="797040" cy="894936"/>
              <a:chOff x="2566931" y="3410935"/>
              <a:chExt cx="372431" cy="418175"/>
            </a:xfrm>
          </p:grpSpPr>
          <p:sp>
            <p:nvSpPr>
              <p:cNvPr id="613" name="Google Shape;613;p13"/>
              <p:cNvSpPr/>
              <p:nvPr/>
            </p:nvSpPr>
            <p:spPr>
              <a:xfrm>
                <a:off x="2609275" y="3461469"/>
                <a:ext cx="282748" cy="326349"/>
              </a:xfrm>
              <a:custGeom>
                <a:avLst/>
                <a:gdLst/>
                <a:ahLst/>
                <a:cxnLst/>
                <a:rect l="l" t="t" r="r" b="b"/>
                <a:pathLst>
                  <a:path w="282748" h="326349" extrusionOk="0">
                    <a:moveTo>
                      <a:pt x="34" y="34"/>
                    </a:moveTo>
                    <a:lnTo>
                      <a:pt x="36329" y="34"/>
                    </a:lnTo>
                    <a:cubicBezTo>
                      <a:pt x="171858" y="34"/>
                      <a:pt x="282748" y="110924"/>
                      <a:pt x="282748" y="246453"/>
                    </a:cubicBezTo>
                    <a:lnTo>
                      <a:pt x="282748" y="326350"/>
                    </a:lnTo>
                    <a:lnTo>
                      <a:pt x="148273" y="326350"/>
                    </a:lnTo>
                    <a:lnTo>
                      <a:pt x="148273" y="292739"/>
                    </a:lnTo>
                    <a:cubicBezTo>
                      <a:pt x="148273" y="173625"/>
                      <a:pt x="87815" y="126387"/>
                      <a:pt x="0" y="12924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14" name="Google Shape;614;p13"/>
              <p:cNvSpPr/>
              <p:nvPr/>
            </p:nvSpPr>
            <p:spPr>
              <a:xfrm>
                <a:off x="2609275" y="3508536"/>
                <a:ext cx="223411" cy="279317"/>
              </a:xfrm>
              <a:custGeom>
                <a:avLst/>
                <a:gdLst/>
                <a:ahLst/>
                <a:cxnLst/>
                <a:rect l="l" t="t" r="r" b="b"/>
                <a:pathLst>
                  <a:path w="223411" h="279317" extrusionOk="0">
                    <a:moveTo>
                      <a:pt x="223412" y="279317"/>
                    </a:moveTo>
                    <a:lnTo>
                      <a:pt x="148273" y="279317"/>
                    </a:lnTo>
                    <a:lnTo>
                      <a:pt x="148273" y="245707"/>
                    </a:lnTo>
                    <a:cubicBezTo>
                      <a:pt x="148273" y="126592"/>
                      <a:pt x="87815" y="79355"/>
                      <a:pt x="0" y="82209"/>
                    </a:cubicBezTo>
                    <a:lnTo>
                      <a:pt x="0" y="36"/>
                    </a:lnTo>
                    <a:cubicBezTo>
                      <a:pt x="191976" y="-2343"/>
                      <a:pt x="223378" y="115174"/>
                      <a:pt x="223378" y="245367"/>
                    </a:cubicBezTo>
                    <a:lnTo>
                      <a:pt x="223378" y="279317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15" name="Google Shape;615;p13"/>
              <p:cNvSpPr/>
              <p:nvPr/>
            </p:nvSpPr>
            <p:spPr>
              <a:xfrm>
                <a:off x="2566965" y="3410935"/>
                <a:ext cx="42752" cy="238602"/>
              </a:xfrm>
              <a:custGeom>
                <a:avLst/>
                <a:gdLst/>
                <a:ahLst/>
                <a:cxnLst/>
                <a:rect l="l" t="t" r="r" b="b"/>
                <a:pathLst>
                  <a:path w="42752" h="238602" extrusionOk="0">
                    <a:moveTo>
                      <a:pt x="0" y="0"/>
                    </a:moveTo>
                    <a:lnTo>
                      <a:pt x="21376" y="0"/>
                    </a:lnTo>
                    <a:cubicBezTo>
                      <a:pt x="33135" y="0"/>
                      <a:pt x="42752" y="9617"/>
                      <a:pt x="42752" y="21376"/>
                    </a:cubicBezTo>
                    <a:lnTo>
                      <a:pt x="42752" y="217227"/>
                    </a:lnTo>
                    <a:cubicBezTo>
                      <a:pt x="42752" y="228985"/>
                      <a:pt x="33135" y="238603"/>
                      <a:pt x="21376" y="238603"/>
                    </a:cubicBezTo>
                    <a:lnTo>
                      <a:pt x="0" y="2386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16" name="Google Shape;616;p13"/>
              <p:cNvSpPr/>
              <p:nvPr/>
            </p:nvSpPr>
            <p:spPr>
              <a:xfrm>
                <a:off x="2566931" y="3521213"/>
                <a:ext cx="42752" cy="128324"/>
              </a:xfrm>
              <a:custGeom>
                <a:avLst/>
                <a:gdLst/>
                <a:ahLst/>
                <a:cxnLst/>
                <a:rect l="l" t="t" r="r" b="b"/>
                <a:pathLst>
                  <a:path w="42752" h="128324" extrusionOk="0">
                    <a:moveTo>
                      <a:pt x="42752" y="0"/>
                    </a:moveTo>
                    <a:lnTo>
                      <a:pt x="42752" y="106948"/>
                    </a:lnTo>
                    <a:cubicBezTo>
                      <a:pt x="42752" y="118707"/>
                      <a:pt x="33135" y="128324"/>
                      <a:pt x="21376" y="128324"/>
                    </a:cubicBezTo>
                    <a:lnTo>
                      <a:pt x="0" y="128324"/>
                    </a:lnTo>
                    <a:lnTo>
                      <a:pt x="0" y="0"/>
                    </a:lnTo>
                    <a:lnTo>
                      <a:pt x="42718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17" name="Google Shape;617;p13"/>
              <p:cNvSpPr/>
              <p:nvPr/>
            </p:nvSpPr>
            <p:spPr>
              <a:xfrm>
                <a:off x="2700760" y="3786392"/>
                <a:ext cx="238602" cy="42718"/>
              </a:xfrm>
              <a:custGeom>
                <a:avLst/>
                <a:gdLst/>
                <a:ahLst/>
                <a:cxnLst/>
                <a:rect l="l" t="t" r="r" b="b"/>
                <a:pathLst>
                  <a:path w="238602" h="42718" extrusionOk="0">
                    <a:moveTo>
                      <a:pt x="0" y="42718"/>
                    </a:moveTo>
                    <a:lnTo>
                      <a:pt x="0" y="21342"/>
                    </a:lnTo>
                    <a:cubicBezTo>
                      <a:pt x="0" y="9618"/>
                      <a:pt x="9618" y="0"/>
                      <a:pt x="21376" y="0"/>
                    </a:cubicBezTo>
                    <a:lnTo>
                      <a:pt x="217227" y="0"/>
                    </a:lnTo>
                    <a:cubicBezTo>
                      <a:pt x="228985" y="0"/>
                      <a:pt x="238603" y="9618"/>
                      <a:pt x="238603" y="21342"/>
                    </a:cubicBezTo>
                    <a:lnTo>
                      <a:pt x="238603" y="42718"/>
                    </a:lnTo>
                    <a:lnTo>
                      <a:pt x="0" y="4271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18" name="Google Shape;618;p13"/>
              <p:cNvSpPr/>
              <p:nvPr/>
            </p:nvSpPr>
            <p:spPr>
              <a:xfrm>
                <a:off x="2811005" y="3786392"/>
                <a:ext cx="128324" cy="42718"/>
              </a:xfrm>
              <a:custGeom>
                <a:avLst/>
                <a:gdLst/>
                <a:ahLst/>
                <a:cxnLst/>
                <a:rect l="l" t="t" r="r" b="b"/>
                <a:pathLst>
                  <a:path w="128324" h="42718" extrusionOk="0">
                    <a:moveTo>
                      <a:pt x="0" y="0"/>
                    </a:moveTo>
                    <a:lnTo>
                      <a:pt x="106948" y="0"/>
                    </a:lnTo>
                    <a:cubicBezTo>
                      <a:pt x="118707" y="0"/>
                      <a:pt x="128324" y="9618"/>
                      <a:pt x="128324" y="21342"/>
                    </a:cubicBezTo>
                    <a:lnTo>
                      <a:pt x="128324" y="42718"/>
                    </a:lnTo>
                    <a:lnTo>
                      <a:pt x="0" y="427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_AND_TWO_COLUMNS_1"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4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6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1" name="Google Shape;621;p14"/>
          <p:cNvSpPr txBox="1">
            <a:spLocks noGrp="1"/>
          </p:cNvSpPr>
          <p:nvPr>
            <p:ph type="subTitle" idx="1"/>
          </p:nvPr>
        </p:nvSpPr>
        <p:spPr>
          <a:xfrm>
            <a:off x="720000" y="3976057"/>
            <a:ext cx="7368000" cy="6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22" name="Google Shape;622;p14"/>
          <p:cNvSpPr txBox="1">
            <a:spLocks noGrp="1"/>
          </p:cNvSpPr>
          <p:nvPr>
            <p:ph type="subTitle" idx="2"/>
          </p:nvPr>
        </p:nvSpPr>
        <p:spPr>
          <a:xfrm>
            <a:off x="720000" y="1717193"/>
            <a:ext cx="7368000" cy="6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23" name="Google Shape;623;p14"/>
          <p:cNvSpPr txBox="1">
            <a:spLocks noGrp="1"/>
          </p:cNvSpPr>
          <p:nvPr>
            <p:ph type="subTitle" idx="3"/>
          </p:nvPr>
        </p:nvSpPr>
        <p:spPr>
          <a:xfrm>
            <a:off x="720000" y="3645250"/>
            <a:ext cx="73680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1800" b="1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9pPr>
          </a:lstStyle>
          <a:p>
            <a:endParaRPr/>
          </a:p>
        </p:txBody>
      </p:sp>
      <p:sp>
        <p:nvSpPr>
          <p:cNvPr id="624" name="Google Shape;624;p14"/>
          <p:cNvSpPr txBox="1">
            <a:spLocks noGrp="1"/>
          </p:cNvSpPr>
          <p:nvPr>
            <p:ph type="subTitle" idx="4"/>
          </p:nvPr>
        </p:nvSpPr>
        <p:spPr>
          <a:xfrm>
            <a:off x="720000" y="1386375"/>
            <a:ext cx="73680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1800" b="1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9pPr>
          </a:lstStyle>
          <a:p>
            <a:endParaRPr/>
          </a:p>
        </p:txBody>
      </p:sp>
      <p:sp>
        <p:nvSpPr>
          <p:cNvPr id="625" name="Google Shape;625;p14"/>
          <p:cNvSpPr txBox="1">
            <a:spLocks noGrp="1"/>
          </p:cNvSpPr>
          <p:nvPr>
            <p:ph type="subTitle" idx="5"/>
          </p:nvPr>
        </p:nvSpPr>
        <p:spPr>
          <a:xfrm>
            <a:off x="720000" y="2846625"/>
            <a:ext cx="7368000" cy="6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26" name="Google Shape;626;p14"/>
          <p:cNvSpPr txBox="1">
            <a:spLocks noGrp="1"/>
          </p:cNvSpPr>
          <p:nvPr>
            <p:ph type="subTitle" idx="6"/>
          </p:nvPr>
        </p:nvSpPr>
        <p:spPr>
          <a:xfrm>
            <a:off x="720000" y="2515813"/>
            <a:ext cx="73680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1800" b="1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 panose="00000500000000000000"/>
              <a:buNone/>
              <a:defRPr sz="2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9pPr>
          </a:lstStyle>
          <a:p>
            <a:endParaRPr/>
          </a:p>
        </p:txBody>
      </p:sp>
      <p:grpSp>
        <p:nvGrpSpPr>
          <p:cNvPr id="627" name="Google Shape;627;p14"/>
          <p:cNvGrpSpPr/>
          <p:nvPr/>
        </p:nvGrpSpPr>
        <p:grpSpPr>
          <a:xfrm>
            <a:off x="8049762" y="-224599"/>
            <a:ext cx="1512189" cy="5368100"/>
            <a:chOff x="8049762" y="-224599"/>
            <a:chExt cx="1512189" cy="5368100"/>
          </a:xfrm>
        </p:grpSpPr>
        <p:grpSp>
          <p:nvGrpSpPr>
            <p:cNvPr id="628" name="Google Shape;628;p14"/>
            <p:cNvGrpSpPr/>
            <p:nvPr/>
          </p:nvGrpSpPr>
          <p:grpSpPr>
            <a:xfrm>
              <a:off x="8440594" y="-224599"/>
              <a:ext cx="1121357" cy="1865591"/>
              <a:chOff x="5075377" y="957149"/>
              <a:chExt cx="1031228" cy="1715644"/>
            </a:xfrm>
          </p:grpSpPr>
          <p:sp>
            <p:nvSpPr>
              <p:cNvPr id="629" name="Google Shape;629;p14"/>
              <p:cNvSpPr/>
              <p:nvPr/>
            </p:nvSpPr>
            <p:spPr>
              <a:xfrm>
                <a:off x="5135372" y="1086231"/>
                <a:ext cx="914982" cy="710980"/>
              </a:xfrm>
              <a:custGeom>
                <a:avLst/>
                <a:gdLst/>
                <a:ahLst/>
                <a:cxnLst/>
                <a:rect l="l" t="t" r="r" b="b"/>
                <a:pathLst>
                  <a:path w="354988" h="275841" extrusionOk="0">
                    <a:moveTo>
                      <a:pt x="339395" y="68000"/>
                    </a:moveTo>
                    <a:lnTo>
                      <a:pt x="59366" y="268846"/>
                    </a:lnTo>
                    <a:cubicBezTo>
                      <a:pt x="42611" y="280876"/>
                      <a:pt x="19060" y="277002"/>
                      <a:pt x="6996" y="260214"/>
                    </a:cubicBezTo>
                    <a:lnTo>
                      <a:pt x="6996" y="260214"/>
                    </a:lnTo>
                    <a:cubicBezTo>
                      <a:pt x="-5034" y="243460"/>
                      <a:pt x="-1160" y="219875"/>
                      <a:pt x="15628" y="207844"/>
                    </a:cubicBezTo>
                    <a:lnTo>
                      <a:pt x="295657" y="6998"/>
                    </a:lnTo>
                    <a:cubicBezTo>
                      <a:pt x="312412" y="-5032"/>
                      <a:pt x="335963" y="-1158"/>
                      <a:pt x="347993" y="15596"/>
                    </a:cubicBezTo>
                    <a:lnTo>
                      <a:pt x="347993" y="15596"/>
                    </a:lnTo>
                    <a:cubicBezTo>
                      <a:pt x="360023" y="32350"/>
                      <a:pt x="356149" y="55901"/>
                      <a:pt x="339361" y="6796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30" name="Google Shape;630;p14"/>
              <p:cNvSpPr/>
              <p:nvPr/>
            </p:nvSpPr>
            <p:spPr>
              <a:xfrm>
                <a:off x="5188524" y="1637416"/>
                <a:ext cx="118374" cy="118248"/>
              </a:xfrm>
              <a:custGeom>
                <a:avLst/>
                <a:gdLst/>
                <a:ahLst/>
                <a:cxnLst/>
                <a:rect l="l" t="t" r="r" b="b"/>
                <a:pathLst>
                  <a:path w="45926" h="45877" extrusionOk="0">
                    <a:moveTo>
                      <a:pt x="36326" y="41579"/>
                    </a:moveTo>
                    <a:cubicBezTo>
                      <a:pt x="26029" y="48954"/>
                      <a:pt x="11688" y="46609"/>
                      <a:pt x="4313" y="36311"/>
                    </a:cubicBezTo>
                    <a:cubicBezTo>
                      <a:pt x="-3095" y="26014"/>
                      <a:pt x="-717" y="11673"/>
                      <a:pt x="9581" y="4298"/>
                    </a:cubicBezTo>
                    <a:cubicBezTo>
                      <a:pt x="19878" y="-3076"/>
                      <a:pt x="34219" y="-731"/>
                      <a:pt x="41628" y="9566"/>
                    </a:cubicBezTo>
                    <a:cubicBezTo>
                      <a:pt x="49002" y="19863"/>
                      <a:pt x="46657" y="34204"/>
                      <a:pt x="36360" y="41613"/>
                    </a:cubicBezTo>
                    <a:close/>
                  </a:path>
                </a:pathLst>
              </a:custGeom>
              <a:solidFill>
                <a:srgbClr val="212B2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31" name="Google Shape;631;p14"/>
              <p:cNvSpPr/>
              <p:nvPr/>
            </p:nvSpPr>
            <p:spPr>
              <a:xfrm>
                <a:off x="5135460" y="1086237"/>
                <a:ext cx="914982" cy="711063"/>
              </a:xfrm>
              <a:custGeom>
                <a:avLst/>
                <a:gdLst/>
                <a:ahLst/>
                <a:cxnLst/>
                <a:rect l="l" t="t" r="r" b="b"/>
                <a:pathLst>
                  <a:path w="354988" h="275873" extrusionOk="0">
                    <a:moveTo>
                      <a:pt x="15628" y="67998"/>
                    </a:moveTo>
                    <a:lnTo>
                      <a:pt x="295623" y="268878"/>
                    </a:lnTo>
                    <a:cubicBezTo>
                      <a:pt x="312378" y="280908"/>
                      <a:pt x="335963" y="277034"/>
                      <a:pt x="347993" y="260246"/>
                    </a:cubicBezTo>
                    <a:lnTo>
                      <a:pt x="347993" y="260246"/>
                    </a:lnTo>
                    <a:cubicBezTo>
                      <a:pt x="360023" y="243492"/>
                      <a:pt x="356149" y="219907"/>
                      <a:pt x="339361" y="207876"/>
                    </a:cubicBezTo>
                    <a:lnTo>
                      <a:pt x="59332" y="6996"/>
                    </a:lnTo>
                    <a:cubicBezTo>
                      <a:pt x="42577" y="-5034"/>
                      <a:pt x="19026" y="-1160"/>
                      <a:pt x="6996" y="15628"/>
                    </a:cubicBezTo>
                    <a:lnTo>
                      <a:pt x="6996" y="15628"/>
                    </a:lnTo>
                    <a:cubicBezTo>
                      <a:pt x="-5034" y="32382"/>
                      <a:pt x="-1160" y="55933"/>
                      <a:pt x="15628" y="6799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32" name="Google Shape;632;p14"/>
              <p:cNvSpPr/>
              <p:nvPr/>
            </p:nvSpPr>
            <p:spPr>
              <a:xfrm>
                <a:off x="5878841" y="1637333"/>
                <a:ext cx="118323" cy="118369"/>
              </a:xfrm>
              <a:custGeom>
                <a:avLst/>
                <a:gdLst/>
                <a:ahLst/>
                <a:cxnLst/>
                <a:rect l="l" t="t" r="r" b="b"/>
                <a:pathLst>
                  <a:path w="45906" h="45924" extrusionOk="0">
                    <a:moveTo>
                      <a:pt x="9547" y="41611"/>
                    </a:moveTo>
                    <a:cubicBezTo>
                      <a:pt x="19844" y="49020"/>
                      <a:pt x="34185" y="46641"/>
                      <a:pt x="41594" y="36343"/>
                    </a:cubicBezTo>
                    <a:cubicBezTo>
                      <a:pt x="49002" y="26046"/>
                      <a:pt x="46623" y="11705"/>
                      <a:pt x="36326" y="4296"/>
                    </a:cubicBezTo>
                    <a:cubicBezTo>
                      <a:pt x="26029" y="-3078"/>
                      <a:pt x="11688" y="-733"/>
                      <a:pt x="4313" y="9598"/>
                    </a:cubicBezTo>
                    <a:cubicBezTo>
                      <a:pt x="-3095" y="19895"/>
                      <a:pt x="-716" y="34236"/>
                      <a:pt x="9581" y="41611"/>
                    </a:cubicBezTo>
                    <a:close/>
                  </a:path>
                </a:pathLst>
              </a:custGeom>
              <a:solidFill>
                <a:srgbClr val="212B2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33" name="Google Shape;633;p14"/>
              <p:cNvSpPr/>
              <p:nvPr/>
            </p:nvSpPr>
            <p:spPr>
              <a:xfrm>
                <a:off x="5135460" y="1607696"/>
                <a:ext cx="915069" cy="710975"/>
              </a:xfrm>
              <a:custGeom>
                <a:avLst/>
                <a:gdLst/>
                <a:ahLst/>
                <a:cxnLst/>
                <a:rect l="l" t="t" r="r" b="b"/>
                <a:pathLst>
                  <a:path w="355022" h="275839" extrusionOk="0">
                    <a:moveTo>
                      <a:pt x="339327" y="67963"/>
                    </a:moveTo>
                    <a:lnTo>
                      <a:pt x="59332" y="268844"/>
                    </a:lnTo>
                    <a:cubicBezTo>
                      <a:pt x="42577" y="280874"/>
                      <a:pt x="19026" y="277000"/>
                      <a:pt x="6996" y="260212"/>
                    </a:cubicBezTo>
                    <a:lnTo>
                      <a:pt x="6996" y="260212"/>
                    </a:lnTo>
                    <a:cubicBezTo>
                      <a:pt x="-5034" y="243458"/>
                      <a:pt x="-1160" y="219873"/>
                      <a:pt x="15628" y="207876"/>
                    </a:cubicBezTo>
                    <a:lnTo>
                      <a:pt x="295657" y="6996"/>
                    </a:lnTo>
                    <a:cubicBezTo>
                      <a:pt x="312412" y="-5034"/>
                      <a:pt x="335997" y="-1160"/>
                      <a:pt x="348027" y="15628"/>
                    </a:cubicBezTo>
                    <a:lnTo>
                      <a:pt x="348027" y="15628"/>
                    </a:lnTo>
                    <a:cubicBezTo>
                      <a:pt x="360057" y="32382"/>
                      <a:pt x="356183" y="55933"/>
                      <a:pt x="339395" y="6796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34" name="Google Shape;634;p14"/>
              <p:cNvSpPr/>
              <p:nvPr/>
            </p:nvSpPr>
            <p:spPr>
              <a:xfrm>
                <a:off x="5887986" y="1651606"/>
                <a:ext cx="118336" cy="118367"/>
              </a:xfrm>
              <a:custGeom>
                <a:avLst/>
                <a:gdLst/>
                <a:ahLst/>
                <a:cxnLst/>
                <a:rect l="l" t="t" r="r" b="b"/>
                <a:pathLst>
                  <a:path w="45911" h="45923" extrusionOk="0">
                    <a:moveTo>
                      <a:pt x="36345" y="41611"/>
                    </a:moveTo>
                    <a:cubicBezTo>
                      <a:pt x="26048" y="49019"/>
                      <a:pt x="11707" y="46641"/>
                      <a:pt x="4298" y="36343"/>
                    </a:cubicBezTo>
                    <a:cubicBezTo>
                      <a:pt x="-3076" y="26046"/>
                      <a:pt x="-731" y="11705"/>
                      <a:pt x="9566" y="4296"/>
                    </a:cubicBezTo>
                    <a:cubicBezTo>
                      <a:pt x="19897" y="-3078"/>
                      <a:pt x="34204" y="-733"/>
                      <a:pt x="41613" y="9598"/>
                    </a:cubicBezTo>
                    <a:cubicBezTo>
                      <a:pt x="48988" y="19895"/>
                      <a:pt x="46643" y="34236"/>
                      <a:pt x="36345" y="41611"/>
                    </a:cubicBez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35" name="Google Shape;635;p14"/>
              <p:cNvSpPr/>
              <p:nvPr/>
            </p:nvSpPr>
            <p:spPr>
              <a:xfrm>
                <a:off x="5188436" y="2158788"/>
                <a:ext cx="118287" cy="118336"/>
              </a:xfrm>
              <a:custGeom>
                <a:avLst/>
                <a:gdLst/>
                <a:ahLst/>
                <a:cxnLst/>
                <a:rect l="l" t="t" r="r" b="b"/>
                <a:pathLst>
                  <a:path w="45892" h="45911" extrusionOk="0">
                    <a:moveTo>
                      <a:pt x="36360" y="41613"/>
                    </a:moveTo>
                    <a:cubicBezTo>
                      <a:pt x="26063" y="48988"/>
                      <a:pt x="11722" y="46643"/>
                      <a:pt x="4313" y="36345"/>
                    </a:cubicBezTo>
                    <a:cubicBezTo>
                      <a:pt x="-3095" y="26014"/>
                      <a:pt x="-717" y="11707"/>
                      <a:pt x="9581" y="4298"/>
                    </a:cubicBezTo>
                    <a:cubicBezTo>
                      <a:pt x="19878" y="-3076"/>
                      <a:pt x="34219" y="-731"/>
                      <a:pt x="41594" y="9566"/>
                    </a:cubicBezTo>
                    <a:cubicBezTo>
                      <a:pt x="48968" y="19863"/>
                      <a:pt x="46623" y="34204"/>
                      <a:pt x="36326" y="41613"/>
                    </a:cubicBezTo>
                    <a:close/>
                  </a:path>
                </a:pathLst>
              </a:custGeom>
              <a:solidFill>
                <a:srgbClr val="212B2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36" name="Google Shape;636;p14"/>
              <p:cNvSpPr/>
              <p:nvPr/>
            </p:nvSpPr>
            <p:spPr>
              <a:xfrm>
                <a:off x="5135460" y="1607521"/>
                <a:ext cx="914899" cy="711063"/>
              </a:xfrm>
              <a:custGeom>
                <a:avLst/>
                <a:gdLst/>
                <a:ahLst/>
                <a:cxnLst/>
                <a:rect l="l" t="t" r="r" b="b"/>
                <a:pathLst>
                  <a:path w="354956" h="275873" extrusionOk="0">
                    <a:moveTo>
                      <a:pt x="15594" y="68031"/>
                    </a:moveTo>
                    <a:lnTo>
                      <a:pt x="295589" y="268878"/>
                    </a:lnTo>
                    <a:cubicBezTo>
                      <a:pt x="312344" y="280908"/>
                      <a:pt x="335929" y="277034"/>
                      <a:pt x="347959" y="260246"/>
                    </a:cubicBezTo>
                    <a:lnTo>
                      <a:pt x="347959" y="260246"/>
                    </a:lnTo>
                    <a:cubicBezTo>
                      <a:pt x="359989" y="243492"/>
                      <a:pt x="356115" y="219941"/>
                      <a:pt x="339361" y="207876"/>
                    </a:cubicBezTo>
                    <a:lnTo>
                      <a:pt x="59332" y="6996"/>
                    </a:lnTo>
                    <a:cubicBezTo>
                      <a:pt x="42577" y="-5034"/>
                      <a:pt x="19026" y="-1160"/>
                      <a:pt x="6996" y="15628"/>
                    </a:cubicBezTo>
                    <a:lnTo>
                      <a:pt x="6996" y="15628"/>
                    </a:lnTo>
                    <a:cubicBezTo>
                      <a:pt x="-5034" y="32382"/>
                      <a:pt x="-1160" y="55967"/>
                      <a:pt x="15628" y="6799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37" name="Google Shape;637;p14"/>
              <p:cNvSpPr/>
              <p:nvPr/>
            </p:nvSpPr>
            <p:spPr>
              <a:xfrm>
                <a:off x="5179196" y="1651601"/>
                <a:ext cx="118387" cy="118305"/>
              </a:xfrm>
              <a:custGeom>
                <a:avLst/>
                <a:gdLst/>
                <a:ahLst/>
                <a:cxnLst/>
                <a:rect l="l" t="t" r="r" b="b"/>
                <a:pathLst>
                  <a:path w="45931" h="45899" extrusionOk="0">
                    <a:moveTo>
                      <a:pt x="9598" y="41613"/>
                    </a:moveTo>
                    <a:cubicBezTo>
                      <a:pt x="19895" y="48988"/>
                      <a:pt x="34236" y="46609"/>
                      <a:pt x="41645" y="36311"/>
                    </a:cubicBezTo>
                    <a:cubicBezTo>
                      <a:pt x="49019" y="26014"/>
                      <a:pt x="46641" y="11673"/>
                      <a:pt x="36343" y="4298"/>
                    </a:cubicBezTo>
                    <a:cubicBezTo>
                      <a:pt x="26046" y="-3076"/>
                      <a:pt x="11705" y="-731"/>
                      <a:pt x="4296" y="9566"/>
                    </a:cubicBezTo>
                    <a:cubicBezTo>
                      <a:pt x="-3078" y="19863"/>
                      <a:pt x="-733" y="34204"/>
                      <a:pt x="9598" y="41613"/>
                    </a:cubicBez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38" name="Google Shape;638;p14"/>
              <p:cNvSpPr/>
              <p:nvPr/>
            </p:nvSpPr>
            <p:spPr>
              <a:xfrm>
                <a:off x="5878841" y="2158700"/>
                <a:ext cx="118287" cy="118336"/>
              </a:xfrm>
              <a:custGeom>
                <a:avLst/>
                <a:gdLst/>
                <a:ahLst/>
                <a:cxnLst/>
                <a:rect l="l" t="t" r="r" b="b"/>
                <a:pathLst>
                  <a:path w="45892" h="45911" extrusionOk="0">
                    <a:moveTo>
                      <a:pt x="9547" y="41613"/>
                    </a:moveTo>
                    <a:cubicBezTo>
                      <a:pt x="19844" y="48988"/>
                      <a:pt x="34185" y="46643"/>
                      <a:pt x="41594" y="36346"/>
                    </a:cubicBezTo>
                    <a:cubicBezTo>
                      <a:pt x="48968" y="26014"/>
                      <a:pt x="46623" y="11707"/>
                      <a:pt x="36326" y="4298"/>
                    </a:cubicBezTo>
                    <a:cubicBezTo>
                      <a:pt x="26029" y="-3076"/>
                      <a:pt x="11688" y="-731"/>
                      <a:pt x="4313" y="9566"/>
                    </a:cubicBezTo>
                    <a:cubicBezTo>
                      <a:pt x="-3095" y="19863"/>
                      <a:pt x="-716" y="34205"/>
                      <a:pt x="9581" y="41613"/>
                    </a:cubicBezTo>
                    <a:close/>
                  </a:path>
                </a:pathLst>
              </a:custGeom>
              <a:solidFill>
                <a:srgbClr val="212B2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39" name="Google Shape;639;p14"/>
              <p:cNvSpPr/>
              <p:nvPr/>
            </p:nvSpPr>
            <p:spPr>
              <a:xfrm>
                <a:off x="5493973" y="2120485"/>
                <a:ext cx="554183" cy="452140"/>
              </a:xfrm>
              <a:custGeom>
                <a:avLst/>
                <a:gdLst/>
                <a:ahLst/>
                <a:cxnLst/>
                <a:rect l="l" t="t" r="r" b="b"/>
                <a:pathLst>
                  <a:path w="215008" h="175418" extrusionOk="0">
                    <a:moveTo>
                      <a:pt x="199380" y="67966"/>
                    </a:moveTo>
                    <a:lnTo>
                      <a:pt x="59366" y="168423"/>
                    </a:lnTo>
                    <a:cubicBezTo>
                      <a:pt x="42611" y="180453"/>
                      <a:pt x="19060" y="176579"/>
                      <a:pt x="6996" y="159791"/>
                    </a:cubicBezTo>
                    <a:lnTo>
                      <a:pt x="6996" y="159791"/>
                    </a:lnTo>
                    <a:cubicBezTo>
                      <a:pt x="-5034" y="143037"/>
                      <a:pt x="-1160" y="119452"/>
                      <a:pt x="15628" y="107421"/>
                    </a:cubicBezTo>
                    <a:lnTo>
                      <a:pt x="155643" y="6998"/>
                    </a:lnTo>
                    <a:cubicBezTo>
                      <a:pt x="172397" y="-5032"/>
                      <a:pt x="195982" y="-1158"/>
                      <a:pt x="208012" y="15596"/>
                    </a:cubicBezTo>
                    <a:lnTo>
                      <a:pt x="208012" y="15596"/>
                    </a:lnTo>
                    <a:cubicBezTo>
                      <a:pt x="220043" y="32384"/>
                      <a:pt x="216168" y="55935"/>
                      <a:pt x="199380" y="6796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40" name="Google Shape;640;p14"/>
              <p:cNvSpPr/>
              <p:nvPr/>
            </p:nvSpPr>
            <p:spPr>
              <a:xfrm>
                <a:off x="5885796" y="2164356"/>
                <a:ext cx="118336" cy="118369"/>
              </a:xfrm>
              <a:custGeom>
                <a:avLst/>
                <a:gdLst/>
                <a:ahLst/>
                <a:cxnLst/>
                <a:rect l="l" t="t" r="r" b="b"/>
                <a:pathLst>
                  <a:path w="45911" h="45924" extrusionOk="0">
                    <a:moveTo>
                      <a:pt x="36345" y="41628"/>
                    </a:moveTo>
                    <a:cubicBezTo>
                      <a:pt x="26048" y="49002"/>
                      <a:pt x="11707" y="46657"/>
                      <a:pt x="4298" y="36326"/>
                    </a:cubicBezTo>
                    <a:cubicBezTo>
                      <a:pt x="-3076" y="26029"/>
                      <a:pt x="-731" y="11688"/>
                      <a:pt x="9566" y="4313"/>
                    </a:cubicBezTo>
                    <a:cubicBezTo>
                      <a:pt x="19863" y="-3095"/>
                      <a:pt x="34204" y="-716"/>
                      <a:pt x="41613" y="9581"/>
                    </a:cubicBezTo>
                    <a:cubicBezTo>
                      <a:pt x="48988" y="19878"/>
                      <a:pt x="46643" y="34219"/>
                      <a:pt x="36345" y="41628"/>
                    </a:cubicBez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41" name="Google Shape;641;p14"/>
              <p:cNvSpPr/>
              <p:nvPr/>
            </p:nvSpPr>
            <p:spPr>
              <a:xfrm>
                <a:off x="5133311" y="2120485"/>
                <a:ext cx="546085" cy="445657"/>
              </a:xfrm>
              <a:custGeom>
                <a:avLst/>
                <a:gdLst/>
                <a:ahLst/>
                <a:cxnLst/>
                <a:rect l="l" t="t" r="r" b="b"/>
                <a:pathLst>
                  <a:path w="211866" h="172903" extrusionOk="0">
                    <a:moveTo>
                      <a:pt x="15613" y="67966"/>
                    </a:moveTo>
                    <a:lnTo>
                      <a:pt x="152501" y="165908"/>
                    </a:lnTo>
                    <a:cubicBezTo>
                      <a:pt x="169290" y="177938"/>
                      <a:pt x="192807" y="174064"/>
                      <a:pt x="204871" y="157276"/>
                    </a:cubicBezTo>
                    <a:lnTo>
                      <a:pt x="204871" y="157276"/>
                    </a:lnTo>
                    <a:cubicBezTo>
                      <a:pt x="216901" y="140522"/>
                      <a:pt x="213027" y="116937"/>
                      <a:pt x="196239" y="104940"/>
                    </a:cubicBezTo>
                    <a:lnTo>
                      <a:pt x="59351" y="6998"/>
                    </a:lnTo>
                    <a:cubicBezTo>
                      <a:pt x="42563" y="-5032"/>
                      <a:pt x="19046" y="-1158"/>
                      <a:pt x="6981" y="15596"/>
                    </a:cubicBezTo>
                    <a:lnTo>
                      <a:pt x="6981" y="15596"/>
                    </a:lnTo>
                    <a:cubicBezTo>
                      <a:pt x="-5015" y="32350"/>
                      <a:pt x="-1175" y="55969"/>
                      <a:pt x="15613" y="6796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42" name="Google Shape;642;p14"/>
              <p:cNvSpPr/>
              <p:nvPr/>
            </p:nvSpPr>
            <p:spPr>
              <a:xfrm>
                <a:off x="5177140" y="2164395"/>
                <a:ext cx="118323" cy="118336"/>
              </a:xfrm>
              <a:custGeom>
                <a:avLst/>
                <a:gdLst/>
                <a:ahLst/>
                <a:cxnLst/>
                <a:rect l="l" t="t" r="r" b="b"/>
                <a:pathLst>
                  <a:path w="45906" h="45911" extrusionOk="0">
                    <a:moveTo>
                      <a:pt x="9547" y="41613"/>
                    </a:moveTo>
                    <a:cubicBezTo>
                      <a:pt x="19844" y="48988"/>
                      <a:pt x="34185" y="46643"/>
                      <a:pt x="41594" y="36345"/>
                    </a:cubicBezTo>
                    <a:cubicBezTo>
                      <a:pt x="49002" y="26048"/>
                      <a:pt x="46623" y="11707"/>
                      <a:pt x="36326" y="4298"/>
                    </a:cubicBezTo>
                    <a:cubicBezTo>
                      <a:pt x="26029" y="-3076"/>
                      <a:pt x="11688" y="-731"/>
                      <a:pt x="4313" y="9566"/>
                    </a:cubicBezTo>
                    <a:cubicBezTo>
                      <a:pt x="-3095" y="19863"/>
                      <a:pt x="-717" y="34204"/>
                      <a:pt x="9581" y="41613"/>
                    </a:cubicBez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43" name="Google Shape;643;p14"/>
              <p:cNvSpPr/>
              <p:nvPr/>
            </p:nvSpPr>
            <p:spPr>
              <a:xfrm>
                <a:off x="5411734" y="2283789"/>
                <a:ext cx="389004" cy="389004"/>
              </a:xfrm>
              <a:custGeom>
                <a:avLst/>
                <a:gdLst/>
                <a:ahLst/>
                <a:cxnLst/>
                <a:rect l="l" t="t" r="r" b="b"/>
                <a:pathLst>
                  <a:path w="150923" h="150923" extrusionOk="0">
                    <a:moveTo>
                      <a:pt x="75479" y="150924"/>
                    </a:moveTo>
                    <a:cubicBezTo>
                      <a:pt x="33780" y="150924"/>
                      <a:pt x="0" y="117143"/>
                      <a:pt x="0" y="75479"/>
                    </a:cubicBezTo>
                    <a:cubicBezTo>
                      <a:pt x="0" y="33814"/>
                      <a:pt x="33780" y="0"/>
                      <a:pt x="75479" y="0"/>
                    </a:cubicBezTo>
                    <a:cubicBezTo>
                      <a:pt x="117143" y="0"/>
                      <a:pt x="150958" y="33814"/>
                      <a:pt x="150924" y="75479"/>
                    </a:cubicBezTo>
                    <a:cubicBezTo>
                      <a:pt x="150924" y="117143"/>
                      <a:pt x="117143" y="150924"/>
                      <a:pt x="75479" y="1509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44" name="Google Shape;644;p14"/>
              <p:cNvSpPr/>
              <p:nvPr/>
            </p:nvSpPr>
            <p:spPr>
              <a:xfrm>
                <a:off x="5493086" y="2363914"/>
                <a:ext cx="231073" cy="231073"/>
              </a:xfrm>
              <a:custGeom>
                <a:avLst/>
                <a:gdLst/>
                <a:ahLst/>
                <a:cxnLst/>
                <a:rect l="l" t="t" r="r" b="b"/>
                <a:pathLst>
                  <a:path w="89650" h="89650" extrusionOk="0">
                    <a:moveTo>
                      <a:pt x="44825" y="89650"/>
                    </a:moveTo>
                    <a:cubicBezTo>
                      <a:pt x="20085" y="89650"/>
                      <a:pt x="34" y="69599"/>
                      <a:pt x="0" y="44825"/>
                    </a:cubicBezTo>
                    <a:cubicBezTo>
                      <a:pt x="0" y="20085"/>
                      <a:pt x="20085" y="34"/>
                      <a:pt x="44825" y="0"/>
                    </a:cubicBezTo>
                    <a:cubicBezTo>
                      <a:pt x="69566" y="0"/>
                      <a:pt x="89650" y="20085"/>
                      <a:pt x="89650" y="44825"/>
                    </a:cubicBezTo>
                    <a:cubicBezTo>
                      <a:pt x="89650" y="69565"/>
                      <a:pt x="69600" y="89616"/>
                      <a:pt x="44859" y="8965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645" name="Google Shape;645;p14"/>
              <p:cNvGrpSpPr/>
              <p:nvPr/>
            </p:nvGrpSpPr>
            <p:grpSpPr>
              <a:xfrm>
                <a:off x="5462260" y="2324333"/>
                <a:ext cx="287143" cy="305870"/>
                <a:chOff x="413198" y="3377501"/>
                <a:chExt cx="111434" cy="118706"/>
              </a:xfrm>
            </p:grpSpPr>
            <p:sp>
              <p:nvSpPr>
                <p:cNvPr id="646" name="Google Shape;646;p14"/>
                <p:cNvSpPr/>
                <p:nvPr/>
              </p:nvSpPr>
              <p:spPr>
                <a:xfrm>
                  <a:off x="454557" y="3477890"/>
                  <a:ext cx="27459" cy="183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59" h="18317" extrusionOk="0">
                      <a:moveTo>
                        <a:pt x="27459" y="0"/>
                      </a:moveTo>
                      <a:lnTo>
                        <a:pt x="0" y="0"/>
                      </a:lnTo>
                      <a:lnTo>
                        <a:pt x="5743" y="18318"/>
                      </a:lnTo>
                      <a:lnTo>
                        <a:pt x="21988" y="18283"/>
                      </a:lnTo>
                      <a:lnTo>
                        <a:pt x="2745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647" name="Google Shape;647;p14"/>
                <p:cNvSpPr/>
                <p:nvPr/>
              </p:nvSpPr>
              <p:spPr>
                <a:xfrm>
                  <a:off x="497309" y="3446013"/>
                  <a:ext cx="26813" cy="27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13" h="27969" extrusionOk="0">
                      <a:moveTo>
                        <a:pt x="13730" y="0"/>
                      </a:moveTo>
                      <a:lnTo>
                        <a:pt x="0" y="23789"/>
                      </a:lnTo>
                      <a:lnTo>
                        <a:pt x="18691" y="27969"/>
                      </a:lnTo>
                      <a:lnTo>
                        <a:pt x="26813" y="13900"/>
                      </a:lnTo>
                      <a:lnTo>
                        <a:pt x="1373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648" name="Google Shape;648;p14"/>
                <p:cNvSpPr/>
                <p:nvPr/>
              </p:nvSpPr>
              <p:spPr>
                <a:xfrm>
                  <a:off x="497921" y="3400576"/>
                  <a:ext cx="26711" cy="281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11" h="28172" extrusionOk="0">
                      <a:moveTo>
                        <a:pt x="0" y="4384"/>
                      </a:moveTo>
                      <a:lnTo>
                        <a:pt x="13730" y="28173"/>
                      </a:lnTo>
                      <a:lnTo>
                        <a:pt x="26712" y="14035"/>
                      </a:lnTo>
                      <a:lnTo>
                        <a:pt x="18589" y="0"/>
                      </a:lnTo>
                      <a:lnTo>
                        <a:pt x="0" y="438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649" name="Google Shape;649;p14"/>
                <p:cNvSpPr/>
                <p:nvPr/>
              </p:nvSpPr>
              <p:spPr>
                <a:xfrm>
                  <a:off x="455815" y="3377501"/>
                  <a:ext cx="27459" cy="182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59" h="18283" extrusionOk="0">
                      <a:moveTo>
                        <a:pt x="0" y="18283"/>
                      </a:moveTo>
                      <a:lnTo>
                        <a:pt x="27459" y="18283"/>
                      </a:lnTo>
                      <a:lnTo>
                        <a:pt x="21716" y="0"/>
                      </a:lnTo>
                      <a:lnTo>
                        <a:pt x="5471" y="0"/>
                      </a:lnTo>
                      <a:lnTo>
                        <a:pt x="0" y="1828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650" name="Google Shape;650;p14"/>
                <p:cNvSpPr/>
                <p:nvPr/>
              </p:nvSpPr>
              <p:spPr>
                <a:xfrm>
                  <a:off x="413708" y="3399693"/>
                  <a:ext cx="26813" cy="27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13" h="27968" extrusionOk="0">
                      <a:moveTo>
                        <a:pt x="13084" y="27969"/>
                      </a:moveTo>
                      <a:lnTo>
                        <a:pt x="26813" y="4180"/>
                      </a:lnTo>
                      <a:lnTo>
                        <a:pt x="8122" y="0"/>
                      </a:lnTo>
                      <a:lnTo>
                        <a:pt x="0" y="14069"/>
                      </a:lnTo>
                      <a:lnTo>
                        <a:pt x="13084" y="2796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651" name="Google Shape;651;p14"/>
                <p:cNvSpPr/>
                <p:nvPr/>
              </p:nvSpPr>
              <p:spPr>
                <a:xfrm>
                  <a:off x="413198" y="3444959"/>
                  <a:ext cx="26711" cy="281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11" h="28172" extrusionOk="0">
                      <a:moveTo>
                        <a:pt x="26712" y="23789"/>
                      </a:moveTo>
                      <a:lnTo>
                        <a:pt x="12982" y="0"/>
                      </a:lnTo>
                      <a:lnTo>
                        <a:pt x="0" y="14104"/>
                      </a:lnTo>
                      <a:lnTo>
                        <a:pt x="8122" y="28173"/>
                      </a:lnTo>
                      <a:lnTo>
                        <a:pt x="26712" y="2378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652" name="Google Shape;652;p14"/>
                <p:cNvSpPr/>
                <p:nvPr/>
              </p:nvSpPr>
              <p:spPr>
                <a:xfrm>
                  <a:off x="422862" y="3390800"/>
                  <a:ext cx="92141" cy="92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141" h="92115" extrusionOk="0">
                      <a:moveTo>
                        <a:pt x="23030" y="85934"/>
                      </a:moveTo>
                      <a:cubicBezTo>
                        <a:pt x="1008" y="73224"/>
                        <a:pt x="-6537" y="45051"/>
                        <a:pt x="6173" y="23030"/>
                      </a:cubicBezTo>
                      <a:cubicBezTo>
                        <a:pt x="18884" y="1008"/>
                        <a:pt x="47090" y="-6537"/>
                        <a:pt x="69112" y="6173"/>
                      </a:cubicBezTo>
                      <a:cubicBezTo>
                        <a:pt x="91134" y="18884"/>
                        <a:pt x="98678" y="47056"/>
                        <a:pt x="85968" y="69078"/>
                      </a:cubicBezTo>
                      <a:cubicBezTo>
                        <a:pt x="73258" y="91134"/>
                        <a:pt x="45085" y="98644"/>
                        <a:pt x="23064" y="85934"/>
                      </a:cubicBezTo>
                      <a:lnTo>
                        <a:pt x="23064" y="85934"/>
                      </a:lnTo>
                      <a:close/>
                      <a:moveTo>
                        <a:pt x="43046" y="51270"/>
                      </a:moveTo>
                      <a:cubicBezTo>
                        <a:pt x="45935" y="52936"/>
                        <a:pt x="49639" y="51950"/>
                        <a:pt x="51304" y="49061"/>
                      </a:cubicBezTo>
                      <a:cubicBezTo>
                        <a:pt x="52970" y="46173"/>
                        <a:pt x="51984" y="42468"/>
                        <a:pt x="49095" y="40803"/>
                      </a:cubicBezTo>
                      <a:cubicBezTo>
                        <a:pt x="46207" y="39138"/>
                        <a:pt x="42503" y="40124"/>
                        <a:pt x="40837" y="43012"/>
                      </a:cubicBezTo>
                      <a:cubicBezTo>
                        <a:pt x="39172" y="45901"/>
                        <a:pt x="40158" y="49571"/>
                        <a:pt x="43046" y="5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sp>
            <p:nvSpPr>
              <p:cNvPr id="653" name="Google Shape;653;p14"/>
              <p:cNvSpPr/>
              <p:nvPr/>
            </p:nvSpPr>
            <p:spPr>
              <a:xfrm>
                <a:off x="5487183" y="2358518"/>
                <a:ext cx="222088" cy="177780"/>
              </a:xfrm>
              <a:custGeom>
                <a:avLst/>
                <a:gdLst/>
                <a:ahLst/>
                <a:cxnLst/>
                <a:rect l="l" t="t" r="r" b="b"/>
                <a:pathLst>
                  <a:path w="86164" h="68974" extrusionOk="0">
                    <a:moveTo>
                      <a:pt x="6097" y="68975"/>
                    </a:moveTo>
                    <a:cubicBezTo>
                      <a:pt x="-1753" y="55211"/>
                      <a:pt x="-2331" y="37744"/>
                      <a:pt x="6165" y="23062"/>
                    </a:cubicBezTo>
                    <a:cubicBezTo>
                      <a:pt x="18875" y="1007"/>
                      <a:pt x="47082" y="-6538"/>
                      <a:pt x="69070" y="6172"/>
                    </a:cubicBezTo>
                    <a:cubicBezTo>
                      <a:pt x="76479" y="10454"/>
                      <a:pt x="82256" y="16503"/>
                      <a:pt x="86164" y="23470"/>
                    </a:cubicBezTo>
                    <a:lnTo>
                      <a:pt x="51364" y="43215"/>
                    </a:lnTo>
                    <a:cubicBezTo>
                      <a:pt x="50855" y="42263"/>
                      <a:pt x="50073" y="41414"/>
                      <a:pt x="49053" y="40802"/>
                    </a:cubicBezTo>
                    <a:cubicBezTo>
                      <a:pt x="46165" y="39137"/>
                      <a:pt x="42460" y="40122"/>
                      <a:pt x="40795" y="43011"/>
                    </a:cubicBezTo>
                    <a:cubicBezTo>
                      <a:pt x="39674" y="44982"/>
                      <a:pt x="39776" y="47327"/>
                      <a:pt x="40863" y="49162"/>
                    </a:cubicBezTo>
                    <a:lnTo>
                      <a:pt x="6063" y="68941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654" name="Google Shape;654;p14"/>
              <p:cNvGrpSpPr/>
              <p:nvPr/>
            </p:nvGrpSpPr>
            <p:grpSpPr>
              <a:xfrm>
                <a:off x="5075377" y="957149"/>
                <a:ext cx="1031228" cy="358499"/>
                <a:chOff x="263057" y="2846906"/>
                <a:chExt cx="400197" cy="139131"/>
              </a:xfrm>
            </p:grpSpPr>
            <p:sp>
              <p:nvSpPr>
                <p:cNvPr id="655" name="Google Shape;655;p14"/>
                <p:cNvSpPr/>
                <p:nvPr/>
              </p:nvSpPr>
              <p:spPr>
                <a:xfrm>
                  <a:off x="578432" y="2914043"/>
                  <a:ext cx="45926" cy="45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26" h="45926" extrusionOk="0">
                      <a:moveTo>
                        <a:pt x="36360" y="41613"/>
                      </a:moveTo>
                      <a:cubicBezTo>
                        <a:pt x="26063" y="49021"/>
                        <a:pt x="11722" y="46643"/>
                        <a:pt x="4313" y="36345"/>
                      </a:cubicBezTo>
                      <a:cubicBezTo>
                        <a:pt x="-3095" y="26048"/>
                        <a:pt x="-717" y="11707"/>
                        <a:pt x="9581" y="4298"/>
                      </a:cubicBezTo>
                      <a:cubicBezTo>
                        <a:pt x="19878" y="-3076"/>
                        <a:pt x="34219" y="-731"/>
                        <a:pt x="41628" y="9566"/>
                      </a:cubicBezTo>
                      <a:cubicBezTo>
                        <a:pt x="49002" y="19863"/>
                        <a:pt x="46657" y="34204"/>
                        <a:pt x="36360" y="41579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656" name="Google Shape;656;p14"/>
                <p:cNvSpPr/>
                <p:nvPr/>
              </p:nvSpPr>
              <p:spPr>
                <a:xfrm>
                  <a:off x="303379" y="2914043"/>
                  <a:ext cx="45911" cy="459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11" h="45911" extrusionOk="0">
                      <a:moveTo>
                        <a:pt x="9566" y="41613"/>
                      </a:moveTo>
                      <a:cubicBezTo>
                        <a:pt x="19863" y="48987"/>
                        <a:pt x="34204" y="46643"/>
                        <a:pt x="41613" y="36345"/>
                      </a:cubicBezTo>
                      <a:cubicBezTo>
                        <a:pt x="48988" y="26048"/>
                        <a:pt x="46643" y="11707"/>
                        <a:pt x="36345" y="4298"/>
                      </a:cubicBezTo>
                      <a:cubicBezTo>
                        <a:pt x="26048" y="-3076"/>
                        <a:pt x="11707" y="-731"/>
                        <a:pt x="4298" y="9566"/>
                      </a:cubicBezTo>
                      <a:cubicBezTo>
                        <a:pt x="-3076" y="19863"/>
                        <a:pt x="-731" y="34204"/>
                        <a:pt x="9566" y="41613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657" name="Google Shape;657;p14"/>
                <p:cNvSpPr/>
                <p:nvPr/>
              </p:nvSpPr>
              <p:spPr>
                <a:xfrm>
                  <a:off x="263057" y="2871987"/>
                  <a:ext cx="400197" cy="114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197" h="114050" extrusionOk="0">
                      <a:moveTo>
                        <a:pt x="371685" y="0"/>
                      </a:moveTo>
                      <a:lnTo>
                        <a:pt x="28513" y="0"/>
                      </a:lnTo>
                      <a:cubicBezTo>
                        <a:pt x="12846" y="0"/>
                        <a:pt x="0" y="12846"/>
                        <a:pt x="0" y="28513"/>
                      </a:cubicBezTo>
                      <a:lnTo>
                        <a:pt x="0" y="85538"/>
                      </a:lnTo>
                      <a:cubicBezTo>
                        <a:pt x="0" y="101239"/>
                        <a:pt x="12846" y="114051"/>
                        <a:pt x="28513" y="114051"/>
                      </a:cubicBezTo>
                      <a:lnTo>
                        <a:pt x="371685" y="114051"/>
                      </a:lnTo>
                      <a:cubicBezTo>
                        <a:pt x="387385" y="114051"/>
                        <a:pt x="400197" y="101205"/>
                        <a:pt x="400197" y="85538"/>
                      </a:cubicBezTo>
                      <a:lnTo>
                        <a:pt x="400197" y="28513"/>
                      </a:lnTo>
                      <a:cubicBezTo>
                        <a:pt x="400197" y="12812"/>
                        <a:pt x="387351" y="0"/>
                        <a:pt x="371685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658" name="Google Shape;658;p14"/>
                <p:cNvSpPr/>
                <p:nvPr/>
              </p:nvSpPr>
              <p:spPr>
                <a:xfrm>
                  <a:off x="587639" y="2846906"/>
                  <a:ext cx="50024" cy="138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24" h="138043" extrusionOk="0">
                      <a:moveTo>
                        <a:pt x="50025" y="113065"/>
                      </a:moveTo>
                      <a:lnTo>
                        <a:pt x="50025" y="25012"/>
                      </a:lnTo>
                      <a:cubicBezTo>
                        <a:pt x="50025" y="11249"/>
                        <a:pt x="38776" y="0"/>
                        <a:pt x="25012" y="0"/>
                      </a:cubicBezTo>
                      <a:lnTo>
                        <a:pt x="25012" y="0"/>
                      </a:lnTo>
                      <a:cubicBezTo>
                        <a:pt x="11283" y="0"/>
                        <a:pt x="34" y="11249"/>
                        <a:pt x="0" y="24978"/>
                      </a:cubicBezTo>
                      <a:lnTo>
                        <a:pt x="0" y="113031"/>
                      </a:lnTo>
                      <a:cubicBezTo>
                        <a:pt x="0" y="126795"/>
                        <a:pt x="11249" y="138044"/>
                        <a:pt x="25012" y="138044"/>
                      </a:cubicBezTo>
                      <a:lnTo>
                        <a:pt x="25012" y="138044"/>
                      </a:lnTo>
                      <a:cubicBezTo>
                        <a:pt x="38776" y="138044"/>
                        <a:pt x="50025" y="126795"/>
                        <a:pt x="50025" y="11303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659" name="Google Shape;659;p14"/>
                <p:cNvSpPr/>
                <p:nvPr/>
              </p:nvSpPr>
              <p:spPr>
                <a:xfrm>
                  <a:off x="489289" y="2846906"/>
                  <a:ext cx="50024" cy="1380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24" h="138077" extrusionOk="0">
                      <a:moveTo>
                        <a:pt x="50025" y="113065"/>
                      </a:moveTo>
                      <a:lnTo>
                        <a:pt x="50025" y="25012"/>
                      </a:lnTo>
                      <a:cubicBezTo>
                        <a:pt x="50025" y="11249"/>
                        <a:pt x="38742" y="0"/>
                        <a:pt x="25012" y="0"/>
                      </a:cubicBezTo>
                      <a:lnTo>
                        <a:pt x="25012" y="0"/>
                      </a:lnTo>
                      <a:cubicBezTo>
                        <a:pt x="11249" y="0"/>
                        <a:pt x="0" y="11249"/>
                        <a:pt x="0" y="25012"/>
                      </a:cubicBezTo>
                      <a:lnTo>
                        <a:pt x="0" y="113065"/>
                      </a:lnTo>
                      <a:cubicBezTo>
                        <a:pt x="0" y="126829"/>
                        <a:pt x="11249" y="138078"/>
                        <a:pt x="25012" y="138078"/>
                      </a:cubicBezTo>
                      <a:lnTo>
                        <a:pt x="25012" y="138078"/>
                      </a:lnTo>
                      <a:cubicBezTo>
                        <a:pt x="38776" y="138078"/>
                        <a:pt x="50025" y="126829"/>
                        <a:pt x="50025" y="113065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660" name="Google Shape;660;p14"/>
                <p:cNvSpPr/>
                <p:nvPr/>
              </p:nvSpPr>
              <p:spPr>
                <a:xfrm>
                  <a:off x="390905" y="2846906"/>
                  <a:ext cx="50024" cy="1380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24" h="138077" extrusionOk="0">
                      <a:moveTo>
                        <a:pt x="50025" y="113065"/>
                      </a:moveTo>
                      <a:lnTo>
                        <a:pt x="50025" y="25012"/>
                      </a:lnTo>
                      <a:cubicBezTo>
                        <a:pt x="50025" y="11249"/>
                        <a:pt x="38776" y="0"/>
                        <a:pt x="25012" y="0"/>
                      </a:cubicBezTo>
                      <a:lnTo>
                        <a:pt x="25012" y="0"/>
                      </a:lnTo>
                      <a:cubicBezTo>
                        <a:pt x="11249" y="0"/>
                        <a:pt x="0" y="11283"/>
                        <a:pt x="0" y="25012"/>
                      </a:cubicBezTo>
                      <a:lnTo>
                        <a:pt x="0" y="113065"/>
                      </a:lnTo>
                      <a:cubicBezTo>
                        <a:pt x="0" y="126829"/>
                        <a:pt x="11249" y="138078"/>
                        <a:pt x="25012" y="138078"/>
                      </a:cubicBezTo>
                      <a:lnTo>
                        <a:pt x="25012" y="138078"/>
                      </a:lnTo>
                      <a:cubicBezTo>
                        <a:pt x="38776" y="138078"/>
                        <a:pt x="50025" y="126829"/>
                        <a:pt x="50025" y="113065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661" name="Google Shape;661;p14"/>
                <p:cNvSpPr/>
                <p:nvPr/>
              </p:nvSpPr>
              <p:spPr>
                <a:xfrm>
                  <a:off x="292521" y="2846906"/>
                  <a:ext cx="50024" cy="138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24" h="138043" extrusionOk="0">
                      <a:moveTo>
                        <a:pt x="50025" y="113065"/>
                      </a:moveTo>
                      <a:lnTo>
                        <a:pt x="50025" y="25012"/>
                      </a:lnTo>
                      <a:cubicBezTo>
                        <a:pt x="50025" y="11249"/>
                        <a:pt x="38776" y="0"/>
                        <a:pt x="25012" y="0"/>
                      </a:cubicBezTo>
                      <a:lnTo>
                        <a:pt x="25012" y="0"/>
                      </a:lnTo>
                      <a:cubicBezTo>
                        <a:pt x="11283" y="0"/>
                        <a:pt x="0" y="11249"/>
                        <a:pt x="0" y="24978"/>
                      </a:cubicBezTo>
                      <a:lnTo>
                        <a:pt x="0" y="113031"/>
                      </a:lnTo>
                      <a:cubicBezTo>
                        <a:pt x="0" y="126795"/>
                        <a:pt x="11249" y="138044"/>
                        <a:pt x="25012" y="138044"/>
                      </a:cubicBezTo>
                      <a:lnTo>
                        <a:pt x="25012" y="138044"/>
                      </a:lnTo>
                      <a:cubicBezTo>
                        <a:pt x="38776" y="138044"/>
                        <a:pt x="50025" y="126795"/>
                        <a:pt x="50025" y="11303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sp>
            <p:nvSpPr>
              <p:cNvPr id="662" name="Google Shape;662;p14"/>
              <p:cNvSpPr/>
              <p:nvPr/>
            </p:nvSpPr>
            <p:spPr>
              <a:xfrm>
                <a:off x="5578816" y="1929320"/>
                <a:ext cx="60615" cy="60790"/>
              </a:xfrm>
              <a:custGeom>
                <a:avLst/>
                <a:gdLst/>
                <a:ahLst/>
                <a:cxnLst/>
                <a:rect l="l" t="t" r="r" b="b"/>
                <a:pathLst>
                  <a:path w="23517" h="23585" extrusionOk="0">
                    <a:moveTo>
                      <a:pt x="11759" y="0"/>
                    </a:moveTo>
                    <a:cubicBezTo>
                      <a:pt x="5268" y="0"/>
                      <a:pt x="-34" y="5302"/>
                      <a:pt x="0" y="11792"/>
                    </a:cubicBezTo>
                    <a:cubicBezTo>
                      <a:pt x="0" y="18283"/>
                      <a:pt x="5268" y="23585"/>
                      <a:pt x="11759" y="23585"/>
                    </a:cubicBezTo>
                    <a:cubicBezTo>
                      <a:pt x="18250" y="23585"/>
                      <a:pt x="23551" y="18318"/>
                      <a:pt x="23517" y="11826"/>
                    </a:cubicBezTo>
                    <a:cubicBezTo>
                      <a:pt x="23517" y="5336"/>
                      <a:pt x="18250" y="34"/>
                      <a:pt x="11759" y="34"/>
                    </a:cubicBez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5562441" y="1411272"/>
                <a:ext cx="60703" cy="60790"/>
              </a:xfrm>
              <a:custGeom>
                <a:avLst/>
                <a:gdLst/>
                <a:ahLst/>
                <a:cxnLst/>
                <a:rect l="l" t="t" r="r" b="b"/>
                <a:pathLst>
                  <a:path w="23551" h="23585" extrusionOk="0">
                    <a:moveTo>
                      <a:pt x="11793" y="0"/>
                    </a:moveTo>
                    <a:cubicBezTo>
                      <a:pt x="5302" y="0"/>
                      <a:pt x="34" y="5268"/>
                      <a:pt x="0" y="11793"/>
                    </a:cubicBezTo>
                    <a:cubicBezTo>
                      <a:pt x="0" y="18283"/>
                      <a:pt x="5302" y="23585"/>
                      <a:pt x="11793" y="23585"/>
                    </a:cubicBezTo>
                    <a:cubicBezTo>
                      <a:pt x="18283" y="23585"/>
                      <a:pt x="23551" y="18318"/>
                      <a:pt x="23551" y="11827"/>
                    </a:cubicBezTo>
                    <a:cubicBezTo>
                      <a:pt x="23551" y="5336"/>
                      <a:pt x="18283" y="34"/>
                      <a:pt x="11793" y="34"/>
                    </a:cubicBez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664" name="Google Shape;664;p14"/>
            <p:cNvGrpSpPr/>
            <p:nvPr/>
          </p:nvGrpSpPr>
          <p:grpSpPr>
            <a:xfrm>
              <a:off x="8049762" y="4164605"/>
              <a:ext cx="1107385" cy="978895"/>
              <a:chOff x="318247" y="2569282"/>
              <a:chExt cx="300928" cy="266062"/>
            </a:xfrm>
          </p:grpSpPr>
          <p:sp>
            <p:nvSpPr>
              <p:cNvPr id="665" name="Google Shape;665;p14"/>
              <p:cNvSpPr/>
              <p:nvPr/>
            </p:nvSpPr>
            <p:spPr>
              <a:xfrm>
                <a:off x="334831" y="2766730"/>
                <a:ext cx="32013" cy="12913"/>
              </a:xfrm>
              <a:custGeom>
                <a:avLst/>
                <a:gdLst/>
                <a:ahLst/>
                <a:cxnLst/>
                <a:rect l="l" t="t" r="r" b="b"/>
                <a:pathLst>
                  <a:path w="32013" h="12913" extrusionOk="0">
                    <a:moveTo>
                      <a:pt x="0" y="0"/>
                    </a:moveTo>
                    <a:lnTo>
                      <a:pt x="32013" y="0"/>
                    </a:lnTo>
                    <a:lnTo>
                      <a:pt x="32013" y="12914"/>
                    </a:lnTo>
                    <a:lnTo>
                      <a:pt x="0" y="1291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66" name="Google Shape;666;p14"/>
              <p:cNvSpPr/>
              <p:nvPr/>
            </p:nvSpPr>
            <p:spPr>
              <a:xfrm>
                <a:off x="572414" y="2766866"/>
                <a:ext cx="32013" cy="12913"/>
              </a:xfrm>
              <a:custGeom>
                <a:avLst/>
                <a:gdLst/>
                <a:ahLst/>
                <a:cxnLst/>
                <a:rect l="l" t="t" r="r" b="b"/>
                <a:pathLst>
                  <a:path w="32013" h="12913" extrusionOk="0">
                    <a:moveTo>
                      <a:pt x="0" y="0"/>
                    </a:moveTo>
                    <a:lnTo>
                      <a:pt x="32013" y="0"/>
                    </a:lnTo>
                    <a:lnTo>
                      <a:pt x="32013" y="12914"/>
                    </a:lnTo>
                    <a:lnTo>
                      <a:pt x="0" y="1291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67" name="Google Shape;667;p14"/>
              <p:cNvSpPr/>
              <p:nvPr/>
            </p:nvSpPr>
            <p:spPr>
              <a:xfrm>
                <a:off x="318247" y="2758778"/>
                <a:ext cx="30857" cy="30857"/>
              </a:xfrm>
              <a:custGeom>
                <a:avLst/>
                <a:gdLst/>
                <a:ahLst/>
                <a:cxnLst/>
                <a:rect l="l" t="t" r="r" b="b"/>
                <a:pathLst>
                  <a:path w="30857" h="30857" extrusionOk="0">
                    <a:moveTo>
                      <a:pt x="30858" y="15429"/>
                    </a:moveTo>
                    <a:cubicBezTo>
                      <a:pt x="30858" y="23950"/>
                      <a:pt x="23950" y="30858"/>
                      <a:pt x="15429" y="30858"/>
                    </a:cubicBezTo>
                    <a:cubicBezTo>
                      <a:pt x="6908" y="30858"/>
                      <a:pt x="0" y="23950"/>
                      <a:pt x="0" y="15429"/>
                    </a:cubicBezTo>
                    <a:cubicBezTo>
                      <a:pt x="0" y="6908"/>
                      <a:pt x="6908" y="0"/>
                      <a:pt x="15429" y="0"/>
                    </a:cubicBezTo>
                    <a:cubicBezTo>
                      <a:pt x="23950" y="0"/>
                      <a:pt x="30858" y="6908"/>
                      <a:pt x="30858" y="1542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68" name="Google Shape;668;p14"/>
              <p:cNvSpPr/>
              <p:nvPr/>
            </p:nvSpPr>
            <p:spPr>
              <a:xfrm>
                <a:off x="355391" y="2591236"/>
                <a:ext cx="227863" cy="196054"/>
              </a:xfrm>
              <a:custGeom>
                <a:avLst/>
                <a:gdLst/>
                <a:ahLst/>
                <a:cxnLst/>
                <a:rect l="l" t="t" r="r" b="b"/>
                <a:pathLst>
                  <a:path w="227863" h="196054" extrusionOk="0">
                    <a:moveTo>
                      <a:pt x="0" y="0"/>
                    </a:moveTo>
                    <a:lnTo>
                      <a:pt x="227864" y="0"/>
                    </a:lnTo>
                    <a:lnTo>
                      <a:pt x="185723" y="196055"/>
                    </a:lnTo>
                    <a:lnTo>
                      <a:pt x="39931" y="1960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69" name="Google Shape;669;p14"/>
              <p:cNvSpPr/>
              <p:nvPr/>
            </p:nvSpPr>
            <p:spPr>
              <a:xfrm>
                <a:off x="376937" y="2597013"/>
                <a:ext cx="181135" cy="155851"/>
              </a:xfrm>
              <a:custGeom>
                <a:avLst/>
                <a:gdLst/>
                <a:ahLst/>
                <a:cxnLst/>
                <a:rect l="l" t="t" r="r" b="b"/>
                <a:pathLst>
                  <a:path w="181135" h="155851" extrusionOk="0">
                    <a:moveTo>
                      <a:pt x="0" y="0"/>
                    </a:moveTo>
                    <a:lnTo>
                      <a:pt x="82310" y="0"/>
                    </a:lnTo>
                    <a:lnTo>
                      <a:pt x="82310" y="155851"/>
                    </a:lnTo>
                    <a:lnTo>
                      <a:pt x="31741" y="155851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98826" y="0"/>
                    </a:moveTo>
                    <a:lnTo>
                      <a:pt x="181135" y="0"/>
                    </a:lnTo>
                    <a:lnTo>
                      <a:pt x="147627" y="155851"/>
                    </a:lnTo>
                    <a:lnTo>
                      <a:pt x="98826" y="155851"/>
                    </a:lnTo>
                    <a:lnTo>
                      <a:pt x="98826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70" name="Google Shape;670;p14"/>
              <p:cNvSpPr/>
              <p:nvPr/>
            </p:nvSpPr>
            <p:spPr>
              <a:xfrm>
                <a:off x="336598" y="2569282"/>
                <a:ext cx="265484" cy="25861"/>
              </a:xfrm>
              <a:custGeom>
                <a:avLst/>
                <a:gdLst/>
                <a:ahLst/>
                <a:cxnLst/>
                <a:rect l="l" t="t" r="r" b="b"/>
                <a:pathLst>
                  <a:path w="265484" h="25861" extrusionOk="0">
                    <a:moveTo>
                      <a:pt x="0" y="0"/>
                    </a:moveTo>
                    <a:lnTo>
                      <a:pt x="265484" y="0"/>
                    </a:lnTo>
                    <a:lnTo>
                      <a:pt x="265484" y="25862"/>
                    </a:lnTo>
                    <a:lnTo>
                      <a:pt x="0" y="258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71" name="Google Shape;671;p14"/>
              <p:cNvSpPr/>
              <p:nvPr/>
            </p:nvSpPr>
            <p:spPr>
              <a:xfrm>
                <a:off x="358348" y="2753341"/>
                <a:ext cx="222018" cy="39965"/>
              </a:xfrm>
              <a:custGeom>
                <a:avLst/>
                <a:gdLst/>
                <a:ahLst/>
                <a:cxnLst/>
                <a:rect l="l" t="t" r="r" b="b"/>
                <a:pathLst>
                  <a:path w="222018" h="39965" extrusionOk="0">
                    <a:moveTo>
                      <a:pt x="0" y="0"/>
                    </a:moveTo>
                    <a:lnTo>
                      <a:pt x="222018" y="0"/>
                    </a:lnTo>
                    <a:lnTo>
                      <a:pt x="222018" y="39965"/>
                    </a:lnTo>
                    <a:lnTo>
                      <a:pt x="0" y="3996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72" name="Google Shape;672;p14"/>
              <p:cNvSpPr/>
              <p:nvPr/>
            </p:nvSpPr>
            <p:spPr>
              <a:xfrm>
                <a:off x="371568" y="2763400"/>
                <a:ext cx="70754" cy="70755"/>
              </a:xfrm>
              <a:custGeom>
                <a:avLst/>
                <a:gdLst/>
                <a:ahLst/>
                <a:cxnLst/>
                <a:rect l="l" t="t" r="r" b="b"/>
                <a:pathLst>
                  <a:path w="70754" h="70755" extrusionOk="0">
                    <a:moveTo>
                      <a:pt x="35377" y="70755"/>
                    </a:moveTo>
                    <a:cubicBezTo>
                      <a:pt x="54850" y="70755"/>
                      <a:pt x="70755" y="54850"/>
                      <a:pt x="70755" y="35377"/>
                    </a:cubicBezTo>
                    <a:cubicBezTo>
                      <a:pt x="70755" y="15905"/>
                      <a:pt x="54850" y="0"/>
                      <a:pt x="35377" y="0"/>
                    </a:cubicBezTo>
                    <a:cubicBezTo>
                      <a:pt x="15905" y="0"/>
                      <a:pt x="0" y="15905"/>
                      <a:pt x="0" y="35377"/>
                    </a:cubicBezTo>
                    <a:cubicBezTo>
                      <a:pt x="0" y="54850"/>
                      <a:pt x="15905" y="70755"/>
                      <a:pt x="35377" y="7075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73" name="Google Shape;673;p14"/>
              <p:cNvSpPr/>
              <p:nvPr/>
            </p:nvSpPr>
            <p:spPr>
              <a:xfrm>
                <a:off x="490478" y="2764589"/>
                <a:ext cx="70754" cy="70755"/>
              </a:xfrm>
              <a:custGeom>
                <a:avLst/>
                <a:gdLst/>
                <a:ahLst/>
                <a:cxnLst/>
                <a:rect l="l" t="t" r="r" b="b"/>
                <a:pathLst>
                  <a:path w="70754" h="70755" extrusionOk="0">
                    <a:moveTo>
                      <a:pt x="35378" y="70755"/>
                    </a:moveTo>
                    <a:cubicBezTo>
                      <a:pt x="54850" y="70755"/>
                      <a:pt x="70755" y="54850"/>
                      <a:pt x="70755" y="35378"/>
                    </a:cubicBezTo>
                    <a:cubicBezTo>
                      <a:pt x="70755" y="15905"/>
                      <a:pt x="54850" y="0"/>
                      <a:pt x="35378" y="0"/>
                    </a:cubicBezTo>
                    <a:cubicBezTo>
                      <a:pt x="15905" y="0"/>
                      <a:pt x="0" y="15905"/>
                      <a:pt x="0" y="35378"/>
                    </a:cubicBezTo>
                    <a:cubicBezTo>
                      <a:pt x="0" y="54850"/>
                      <a:pt x="15905" y="70755"/>
                      <a:pt x="35378" y="7075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74" name="Google Shape;674;p14"/>
              <p:cNvSpPr/>
              <p:nvPr/>
            </p:nvSpPr>
            <p:spPr>
              <a:xfrm>
                <a:off x="380880" y="2772710"/>
                <a:ext cx="52131" cy="52131"/>
              </a:xfrm>
              <a:custGeom>
                <a:avLst/>
                <a:gdLst/>
                <a:ahLst/>
                <a:cxnLst/>
                <a:rect l="l" t="t" r="r" b="b"/>
                <a:pathLst>
                  <a:path w="52131" h="52131" extrusionOk="0">
                    <a:moveTo>
                      <a:pt x="52132" y="26066"/>
                    </a:moveTo>
                    <a:cubicBezTo>
                      <a:pt x="52132" y="40462"/>
                      <a:pt x="40462" y="52132"/>
                      <a:pt x="26066" y="52132"/>
                    </a:cubicBezTo>
                    <a:cubicBezTo>
                      <a:pt x="11670" y="52132"/>
                      <a:pt x="0" y="40462"/>
                      <a:pt x="0" y="26066"/>
                    </a:cubicBezTo>
                    <a:cubicBezTo>
                      <a:pt x="0" y="11670"/>
                      <a:pt x="11670" y="0"/>
                      <a:pt x="26066" y="0"/>
                    </a:cubicBezTo>
                    <a:cubicBezTo>
                      <a:pt x="40462" y="0"/>
                      <a:pt x="52132" y="11670"/>
                      <a:pt x="52132" y="2606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75" name="Google Shape;675;p14"/>
              <p:cNvSpPr/>
              <p:nvPr/>
            </p:nvSpPr>
            <p:spPr>
              <a:xfrm>
                <a:off x="499790" y="2773900"/>
                <a:ext cx="52131" cy="52131"/>
              </a:xfrm>
              <a:custGeom>
                <a:avLst/>
                <a:gdLst/>
                <a:ahLst/>
                <a:cxnLst/>
                <a:rect l="l" t="t" r="r" b="b"/>
                <a:pathLst>
                  <a:path w="52131" h="52131" extrusionOk="0">
                    <a:moveTo>
                      <a:pt x="52132" y="26066"/>
                    </a:moveTo>
                    <a:cubicBezTo>
                      <a:pt x="52132" y="40462"/>
                      <a:pt x="40462" y="52132"/>
                      <a:pt x="26066" y="52132"/>
                    </a:cubicBezTo>
                    <a:cubicBezTo>
                      <a:pt x="11670" y="52132"/>
                      <a:pt x="0" y="40462"/>
                      <a:pt x="0" y="26066"/>
                    </a:cubicBezTo>
                    <a:cubicBezTo>
                      <a:pt x="0" y="11670"/>
                      <a:pt x="11670" y="0"/>
                      <a:pt x="26066" y="0"/>
                    </a:cubicBezTo>
                    <a:cubicBezTo>
                      <a:pt x="40462" y="0"/>
                      <a:pt x="52132" y="11670"/>
                      <a:pt x="52132" y="2606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76" name="Google Shape;676;p14"/>
              <p:cNvSpPr/>
              <p:nvPr/>
            </p:nvSpPr>
            <p:spPr>
              <a:xfrm>
                <a:off x="397838" y="2789670"/>
                <a:ext cx="18215" cy="18215"/>
              </a:xfrm>
              <a:custGeom>
                <a:avLst/>
                <a:gdLst/>
                <a:ahLst/>
                <a:cxnLst/>
                <a:rect l="l" t="t" r="r" b="b"/>
                <a:pathLst>
                  <a:path w="18215" h="18215" extrusionOk="0">
                    <a:moveTo>
                      <a:pt x="9108" y="18216"/>
                    </a:moveTo>
                    <a:cubicBezTo>
                      <a:pt x="14137" y="18216"/>
                      <a:pt x="18216" y="14104"/>
                      <a:pt x="18216" y="9108"/>
                    </a:cubicBezTo>
                    <a:cubicBezTo>
                      <a:pt x="18216" y="4112"/>
                      <a:pt x="14137" y="0"/>
                      <a:pt x="9108" y="0"/>
                    </a:cubicBezTo>
                    <a:cubicBezTo>
                      <a:pt x="4078" y="0"/>
                      <a:pt x="0" y="4078"/>
                      <a:pt x="0" y="9108"/>
                    </a:cubicBezTo>
                    <a:cubicBezTo>
                      <a:pt x="0" y="14138"/>
                      <a:pt x="4078" y="18216"/>
                      <a:pt x="9108" y="18216"/>
                    </a:cubicBez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77" name="Google Shape;677;p14"/>
              <p:cNvSpPr/>
              <p:nvPr/>
            </p:nvSpPr>
            <p:spPr>
              <a:xfrm>
                <a:off x="516748" y="2790859"/>
                <a:ext cx="18215" cy="18215"/>
              </a:xfrm>
              <a:custGeom>
                <a:avLst/>
                <a:gdLst/>
                <a:ahLst/>
                <a:cxnLst/>
                <a:rect l="l" t="t" r="r" b="b"/>
                <a:pathLst>
                  <a:path w="18215" h="18215" extrusionOk="0">
                    <a:moveTo>
                      <a:pt x="9108" y="18215"/>
                    </a:moveTo>
                    <a:cubicBezTo>
                      <a:pt x="14137" y="18215"/>
                      <a:pt x="18216" y="14137"/>
                      <a:pt x="18216" y="9108"/>
                    </a:cubicBezTo>
                    <a:cubicBezTo>
                      <a:pt x="18216" y="4078"/>
                      <a:pt x="14137" y="0"/>
                      <a:pt x="9108" y="0"/>
                    </a:cubicBezTo>
                    <a:cubicBezTo>
                      <a:pt x="4078" y="0"/>
                      <a:pt x="0" y="4112"/>
                      <a:pt x="0" y="9108"/>
                    </a:cubicBezTo>
                    <a:cubicBezTo>
                      <a:pt x="0" y="14103"/>
                      <a:pt x="4078" y="18215"/>
                      <a:pt x="9108" y="18215"/>
                    </a:cubicBez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78" name="Google Shape;678;p14"/>
              <p:cNvSpPr/>
              <p:nvPr/>
            </p:nvSpPr>
            <p:spPr>
              <a:xfrm>
                <a:off x="591003" y="2754496"/>
                <a:ext cx="28172" cy="38673"/>
              </a:xfrm>
              <a:custGeom>
                <a:avLst/>
                <a:gdLst/>
                <a:ahLst/>
                <a:cxnLst/>
                <a:rect l="l" t="t" r="r" b="b"/>
                <a:pathLst>
                  <a:path w="28172" h="38673" extrusionOk="0">
                    <a:moveTo>
                      <a:pt x="8972" y="12506"/>
                    </a:moveTo>
                    <a:lnTo>
                      <a:pt x="8972" y="26168"/>
                    </a:lnTo>
                    <a:lnTo>
                      <a:pt x="28173" y="26168"/>
                    </a:lnTo>
                    <a:lnTo>
                      <a:pt x="28173" y="38674"/>
                    </a:lnTo>
                    <a:lnTo>
                      <a:pt x="0" y="38674"/>
                    </a:lnTo>
                    <a:lnTo>
                      <a:pt x="0" y="38572"/>
                    </a:lnTo>
                    <a:lnTo>
                      <a:pt x="0" y="26168"/>
                    </a:lnTo>
                    <a:lnTo>
                      <a:pt x="0" y="12506"/>
                    </a:lnTo>
                    <a:lnTo>
                      <a:pt x="0" y="2277"/>
                    </a:lnTo>
                    <a:lnTo>
                      <a:pt x="0" y="0"/>
                    </a:lnTo>
                    <a:lnTo>
                      <a:pt x="28173" y="0"/>
                    </a:lnTo>
                    <a:lnTo>
                      <a:pt x="28173" y="12506"/>
                    </a:lnTo>
                    <a:lnTo>
                      <a:pt x="8972" y="1250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_1_1"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6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627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06" name="Google Shape;706;p16"/>
          <p:cNvSpPr txBox="1">
            <a:spLocks noGrp="1"/>
          </p:cNvSpPr>
          <p:nvPr>
            <p:ph type="subTitle" idx="1"/>
          </p:nvPr>
        </p:nvSpPr>
        <p:spPr>
          <a:xfrm>
            <a:off x="1949001" y="1766021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7" name="Google Shape;707;p16"/>
          <p:cNvSpPr txBox="1">
            <a:spLocks noGrp="1"/>
          </p:cNvSpPr>
          <p:nvPr>
            <p:ph type="subTitle" idx="2"/>
          </p:nvPr>
        </p:nvSpPr>
        <p:spPr>
          <a:xfrm>
            <a:off x="1949001" y="2860536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8" name="Google Shape;708;p16"/>
          <p:cNvSpPr txBox="1">
            <a:spLocks noGrp="1"/>
          </p:cNvSpPr>
          <p:nvPr>
            <p:ph type="subTitle" idx="3"/>
          </p:nvPr>
        </p:nvSpPr>
        <p:spPr>
          <a:xfrm>
            <a:off x="5757350" y="2860521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9" name="Google Shape;709;p16"/>
          <p:cNvSpPr txBox="1">
            <a:spLocks noGrp="1"/>
          </p:cNvSpPr>
          <p:nvPr>
            <p:ph type="subTitle" idx="4"/>
          </p:nvPr>
        </p:nvSpPr>
        <p:spPr>
          <a:xfrm>
            <a:off x="5757350" y="1766021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0" name="Google Shape;710;p16"/>
          <p:cNvSpPr txBox="1">
            <a:spLocks noGrp="1"/>
          </p:cNvSpPr>
          <p:nvPr>
            <p:ph type="title" idx="5" hasCustomPrompt="1"/>
          </p:nvPr>
        </p:nvSpPr>
        <p:spPr>
          <a:xfrm>
            <a:off x="1076914" y="1503350"/>
            <a:ext cx="7959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1" name="Google Shape;711;p16"/>
          <p:cNvSpPr txBox="1">
            <a:spLocks noGrp="1"/>
          </p:cNvSpPr>
          <p:nvPr>
            <p:ph type="title" idx="6" hasCustomPrompt="1"/>
          </p:nvPr>
        </p:nvSpPr>
        <p:spPr>
          <a:xfrm>
            <a:off x="4885239" y="2598000"/>
            <a:ext cx="7959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2" name="Google Shape;712;p16"/>
          <p:cNvSpPr txBox="1">
            <a:spLocks noGrp="1"/>
          </p:cNvSpPr>
          <p:nvPr>
            <p:ph type="title" idx="7" hasCustomPrompt="1"/>
          </p:nvPr>
        </p:nvSpPr>
        <p:spPr>
          <a:xfrm>
            <a:off x="1076914" y="2598000"/>
            <a:ext cx="7959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3" name="Google Shape;713;p16"/>
          <p:cNvSpPr txBox="1">
            <a:spLocks noGrp="1"/>
          </p:cNvSpPr>
          <p:nvPr>
            <p:ph type="title" idx="8" hasCustomPrompt="1"/>
          </p:nvPr>
        </p:nvSpPr>
        <p:spPr>
          <a:xfrm>
            <a:off x="4885239" y="1503350"/>
            <a:ext cx="7959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4" name="Google Shape;714;p16"/>
          <p:cNvSpPr txBox="1">
            <a:spLocks noGrp="1"/>
          </p:cNvSpPr>
          <p:nvPr>
            <p:ph type="subTitle" idx="9"/>
          </p:nvPr>
        </p:nvSpPr>
        <p:spPr>
          <a:xfrm>
            <a:off x="1949000" y="1450025"/>
            <a:ext cx="2309700" cy="4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15" name="Google Shape;715;p16"/>
          <p:cNvSpPr txBox="1">
            <a:spLocks noGrp="1"/>
          </p:cNvSpPr>
          <p:nvPr>
            <p:ph type="subTitle" idx="13"/>
          </p:nvPr>
        </p:nvSpPr>
        <p:spPr>
          <a:xfrm>
            <a:off x="1949000" y="2544686"/>
            <a:ext cx="2309700" cy="4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16" name="Google Shape;716;p16"/>
          <p:cNvSpPr txBox="1">
            <a:spLocks noGrp="1"/>
          </p:cNvSpPr>
          <p:nvPr>
            <p:ph type="subTitle" idx="14"/>
          </p:nvPr>
        </p:nvSpPr>
        <p:spPr>
          <a:xfrm>
            <a:off x="5757350" y="2544686"/>
            <a:ext cx="2309700" cy="4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17" name="Google Shape;717;p16"/>
          <p:cNvSpPr txBox="1">
            <a:spLocks noGrp="1"/>
          </p:cNvSpPr>
          <p:nvPr>
            <p:ph type="subTitle" idx="15"/>
          </p:nvPr>
        </p:nvSpPr>
        <p:spPr>
          <a:xfrm>
            <a:off x="5757350" y="1450025"/>
            <a:ext cx="2309700" cy="4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18" name="Google Shape;718;p16"/>
          <p:cNvSpPr txBox="1">
            <a:spLocks noGrp="1"/>
          </p:cNvSpPr>
          <p:nvPr>
            <p:ph type="subTitle" idx="16"/>
          </p:nvPr>
        </p:nvSpPr>
        <p:spPr>
          <a:xfrm>
            <a:off x="1949001" y="3955051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9" name="Google Shape;719;p16"/>
          <p:cNvSpPr txBox="1">
            <a:spLocks noGrp="1"/>
          </p:cNvSpPr>
          <p:nvPr>
            <p:ph type="subTitle" idx="17"/>
          </p:nvPr>
        </p:nvSpPr>
        <p:spPr>
          <a:xfrm>
            <a:off x="5757350" y="3955021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0" name="Google Shape;720;p16"/>
          <p:cNvSpPr txBox="1">
            <a:spLocks noGrp="1"/>
          </p:cNvSpPr>
          <p:nvPr>
            <p:ph type="title" idx="18" hasCustomPrompt="1"/>
          </p:nvPr>
        </p:nvSpPr>
        <p:spPr>
          <a:xfrm>
            <a:off x="4885239" y="3692525"/>
            <a:ext cx="7959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21" name="Google Shape;721;p16"/>
          <p:cNvSpPr txBox="1">
            <a:spLocks noGrp="1"/>
          </p:cNvSpPr>
          <p:nvPr>
            <p:ph type="title" idx="19" hasCustomPrompt="1"/>
          </p:nvPr>
        </p:nvSpPr>
        <p:spPr>
          <a:xfrm>
            <a:off x="1076914" y="3692525"/>
            <a:ext cx="7959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22" name="Google Shape;722;p16"/>
          <p:cNvSpPr txBox="1">
            <a:spLocks noGrp="1"/>
          </p:cNvSpPr>
          <p:nvPr>
            <p:ph type="subTitle" idx="20"/>
          </p:nvPr>
        </p:nvSpPr>
        <p:spPr>
          <a:xfrm>
            <a:off x="1949000" y="3639222"/>
            <a:ext cx="2309700" cy="4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23" name="Google Shape;723;p16"/>
          <p:cNvSpPr txBox="1">
            <a:spLocks noGrp="1"/>
          </p:cNvSpPr>
          <p:nvPr>
            <p:ph type="subTitle" idx="21"/>
          </p:nvPr>
        </p:nvSpPr>
        <p:spPr>
          <a:xfrm>
            <a:off x="5757350" y="3639199"/>
            <a:ext cx="2309700" cy="4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grpSp>
        <p:nvGrpSpPr>
          <p:cNvPr id="724" name="Google Shape;724;p16"/>
          <p:cNvGrpSpPr/>
          <p:nvPr/>
        </p:nvGrpSpPr>
        <p:grpSpPr>
          <a:xfrm>
            <a:off x="-111954" y="1297489"/>
            <a:ext cx="9256024" cy="3934331"/>
            <a:chOff x="-111954" y="1297489"/>
            <a:chExt cx="9256024" cy="3934331"/>
          </a:xfrm>
        </p:grpSpPr>
        <p:grpSp>
          <p:nvGrpSpPr>
            <p:cNvPr id="725" name="Google Shape;725;p16"/>
            <p:cNvGrpSpPr/>
            <p:nvPr/>
          </p:nvGrpSpPr>
          <p:grpSpPr>
            <a:xfrm>
              <a:off x="-111954" y="3312882"/>
              <a:ext cx="978840" cy="1918938"/>
              <a:chOff x="5261279" y="1944386"/>
              <a:chExt cx="343549" cy="673501"/>
            </a:xfrm>
          </p:grpSpPr>
          <p:sp>
            <p:nvSpPr>
              <p:cNvPr id="726" name="Google Shape;726;p16"/>
              <p:cNvSpPr/>
              <p:nvPr/>
            </p:nvSpPr>
            <p:spPr>
              <a:xfrm rot="1397564">
                <a:off x="5484957" y="2325472"/>
                <a:ext cx="77637" cy="116565"/>
              </a:xfrm>
              <a:custGeom>
                <a:avLst/>
                <a:gdLst/>
                <a:ahLst/>
                <a:cxnLst/>
                <a:rect l="l" t="t" r="r" b="b"/>
                <a:pathLst>
                  <a:path w="77721" h="116692" extrusionOk="0">
                    <a:moveTo>
                      <a:pt x="1750" y="594"/>
                    </a:moveTo>
                    <a:lnTo>
                      <a:pt x="1750" y="594"/>
                    </a:lnTo>
                    <a:cubicBezTo>
                      <a:pt x="-17" y="1716"/>
                      <a:pt x="-527" y="4095"/>
                      <a:pt x="594" y="5862"/>
                    </a:cubicBezTo>
                    <a:lnTo>
                      <a:pt x="70704" y="114951"/>
                    </a:lnTo>
                    <a:cubicBezTo>
                      <a:pt x="71825" y="116718"/>
                      <a:pt x="74204" y="117228"/>
                      <a:pt x="75971" y="116073"/>
                    </a:cubicBezTo>
                    <a:lnTo>
                      <a:pt x="75971" y="116073"/>
                    </a:lnTo>
                    <a:cubicBezTo>
                      <a:pt x="77738" y="114951"/>
                      <a:pt x="78248" y="112572"/>
                      <a:pt x="77127" y="110805"/>
                    </a:cubicBezTo>
                    <a:lnTo>
                      <a:pt x="7017" y="1750"/>
                    </a:lnTo>
                    <a:cubicBezTo>
                      <a:pt x="5896" y="-17"/>
                      <a:pt x="3517" y="-527"/>
                      <a:pt x="1750" y="59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27" name="Google Shape;727;p16"/>
              <p:cNvSpPr/>
              <p:nvPr/>
            </p:nvSpPr>
            <p:spPr>
              <a:xfrm rot="1397564">
                <a:off x="5507184" y="2468622"/>
                <a:ext cx="77762" cy="116588"/>
              </a:xfrm>
              <a:custGeom>
                <a:avLst/>
                <a:gdLst/>
                <a:ahLst/>
                <a:cxnLst/>
                <a:rect l="l" t="t" r="r" b="b"/>
                <a:pathLst>
                  <a:path w="77846" h="116715" extrusionOk="0">
                    <a:moveTo>
                      <a:pt x="655" y="5879"/>
                    </a:moveTo>
                    <a:lnTo>
                      <a:pt x="70764" y="114934"/>
                    </a:lnTo>
                    <a:cubicBezTo>
                      <a:pt x="73517" y="119182"/>
                      <a:pt x="79906" y="115036"/>
                      <a:pt x="77187" y="110822"/>
                    </a:cubicBezTo>
                    <a:lnTo>
                      <a:pt x="7078" y="1767"/>
                    </a:lnTo>
                    <a:cubicBezTo>
                      <a:pt x="4393" y="-2447"/>
                      <a:pt x="-2064" y="1665"/>
                      <a:pt x="655" y="587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28" name="Google Shape;728;p16"/>
              <p:cNvSpPr/>
              <p:nvPr/>
            </p:nvSpPr>
            <p:spPr>
              <a:xfrm>
                <a:off x="5354429" y="1998445"/>
                <a:ext cx="119182" cy="517957"/>
              </a:xfrm>
              <a:custGeom>
                <a:avLst/>
                <a:gdLst/>
                <a:ahLst/>
                <a:cxnLst/>
                <a:rect l="l" t="t" r="r" b="b"/>
                <a:pathLst>
                  <a:path w="119182" h="334166" extrusionOk="0">
                    <a:moveTo>
                      <a:pt x="0" y="332399"/>
                    </a:moveTo>
                    <a:lnTo>
                      <a:pt x="119182" y="334166"/>
                    </a:lnTo>
                    <a:lnTo>
                      <a:pt x="92913" y="884"/>
                    </a:lnTo>
                    <a:lnTo>
                      <a:pt x="34868" y="0"/>
                    </a:lnTo>
                    <a:lnTo>
                      <a:pt x="0" y="33239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29" name="Google Shape;729;p16"/>
              <p:cNvSpPr/>
              <p:nvPr/>
            </p:nvSpPr>
            <p:spPr>
              <a:xfrm>
                <a:off x="5302407" y="2467426"/>
                <a:ext cx="216899" cy="110666"/>
              </a:xfrm>
              <a:custGeom>
                <a:avLst/>
                <a:gdLst/>
                <a:ahLst/>
                <a:cxnLst/>
                <a:rect l="l" t="t" r="r" b="b"/>
                <a:pathLst>
                  <a:path w="216899" h="110666" extrusionOk="0">
                    <a:moveTo>
                      <a:pt x="132118" y="2665"/>
                    </a:moveTo>
                    <a:cubicBezTo>
                      <a:pt x="183367" y="14117"/>
                      <a:pt x="217962" y="60132"/>
                      <a:pt x="216875" y="110666"/>
                    </a:cubicBezTo>
                    <a:lnTo>
                      <a:pt x="22" y="110666"/>
                    </a:lnTo>
                    <a:cubicBezTo>
                      <a:pt x="-148" y="102136"/>
                      <a:pt x="668" y="93470"/>
                      <a:pt x="2639" y="84804"/>
                    </a:cubicBezTo>
                    <a:cubicBezTo>
                      <a:pt x="15688" y="26352"/>
                      <a:pt x="73700" y="-10419"/>
                      <a:pt x="132118" y="26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30" name="Google Shape;730;p16"/>
              <p:cNvSpPr/>
              <p:nvPr/>
            </p:nvSpPr>
            <p:spPr>
              <a:xfrm rot="3786509">
                <a:off x="5361080" y="2010522"/>
                <a:ext cx="185458" cy="93721"/>
              </a:xfrm>
              <a:custGeom>
                <a:avLst/>
                <a:gdLst/>
                <a:ahLst/>
                <a:cxnLst/>
                <a:rect l="l" t="t" r="r" b="b"/>
                <a:pathLst>
                  <a:path w="236291" h="100389" extrusionOk="0">
                    <a:moveTo>
                      <a:pt x="11589" y="0"/>
                    </a:moveTo>
                    <a:lnTo>
                      <a:pt x="0" y="97738"/>
                    </a:lnTo>
                    <a:lnTo>
                      <a:pt x="230650" y="100389"/>
                    </a:lnTo>
                    <a:lnTo>
                      <a:pt x="236292" y="52777"/>
                    </a:lnTo>
                    <a:lnTo>
                      <a:pt x="1158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31" name="Google Shape;731;p16"/>
              <p:cNvSpPr/>
              <p:nvPr/>
            </p:nvSpPr>
            <p:spPr>
              <a:xfrm>
                <a:off x="5370079" y="1944386"/>
                <a:ext cx="98572" cy="98571"/>
              </a:xfrm>
              <a:custGeom>
                <a:avLst/>
                <a:gdLst/>
                <a:ahLst/>
                <a:cxnLst/>
                <a:rect l="l" t="t" r="r" b="b"/>
                <a:pathLst>
                  <a:path w="98572" h="98571" extrusionOk="0">
                    <a:moveTo>
                      <a:pt x="98227" y="55067"/>
                    </a:moveTo>
                    <a:cubicBezTo>
                      <a:pt x="95032" y="82084"/>
                      <a:pt x="70495" y="101421"/>
                      <a:pt x="43478" y="98227"/>
                    </a:cubicBezTo>
                    <a:cubicBezTo>
                      <a:pt x="16461" y="95032"/>
                      <a:pt x="-2876" y="70529"/>
                      <a:pt x="352" y="43478"/>
                    </a:cubicBezTo>
                    <a:cubicBezTo>
                      <a:pt x="3547" y="16461"/>
                      <a:pt x="28083" y="-2876"/>
                      <a:pt x="55100" y="352"/>
                    </a:cubicBezTo>
                    <a:cubicBezTo>
                      <a:pt x="82118" y="3547"/>
                      <a:pt x="101421" y="28049"/>
                      <a:pt x="98227" y="5510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32" name="Google Shape;732;p16"/>
              <p:cNvSpPr/>
              <p:nvPr/>
            </p:nvSpPr>
            <p:spPr>
              <a:xfrm rot="1651514">
                <a:off x="5433706" y="2149644"/>
                <a:ext cx="117064" cy="132403"/>
              </a:xfrm>
              <a:custGeom>
                <a:avLst/>
                <a:gdLst/>
                <a:ahLst/>
                <a:cxnLst/>
                <a:rect l="l" t="t" r="r" b="b"/>
                <a:pathLst>
                  <a:path w="116973" h="132300" extrusionOk="0">
                    <a:moveTo>
                      <a:pt x="47544" y="0"/>
                    </a:moveTo>
                    <a:lnTo>
                      <a:pt x="0" y="38198"/>
                    </a:lnTo>
                    <a:lnTo>
                      <a:pt x="111196" y="132300"/>
                    </a:lnTo>
                    <a:lnTo>
                      <a:pt x="116974" y="127645"/>
                    </a:lnTo>
                    <a:lnTo>
                      <a:pt x="4754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33" name="Google Shape;733;p16"/>
              <p:cNvSpPr/>
              <p:nvPr/>
            </p:nvSpPr>
            <p:spPr>
              <a:xfrm rot="1651514">
                <a:off x="5435834" y="2112422"/>
                <a:ext cx="85828" cy="85822"/>
              </a:xfrm>
              <a:custGeom>
                <a:avLst/>
                <a:gdLst/>
                <a:ahLst/>
                <a:cxnLst/>
                <a:rect l="l" t="t" r="r" b="b"/>
                <a:pathLst>
                  <a:path w="85761" h="85755" extrusionOk="0">
                    <a:moveTo>
                      <a:pt x="85466" y="47907"/>
                    </a:moveTo>
                    <a:cubicBezTo>
                      <a:pt x="82680" y="71424"/>
                      <a:pt x="61338" y="88212"/>
                      <a:pt x="37821" y="85460"/>
                    </a:cubicBezTo>
                    <a:cubicBezTo>
                      <a:pt x="14304" y="82673"/>
                      <a:pt x="-2485" y="61331"/>
                      <a:pt x="302" y="37848"/>
                    </a:cubicBezTo>
                    <a:cubicBezTo>
                      <a:pt x="3089" y="14331"/>
                      <a:pt x="24431" y="-2457"/>
                      <a:pt x="47914" y="295"/>
                    </a:cubicBezTo>
                    <a:cubicBezTo>
                      <a:pt x="71431" y="3082"/>
                      <a:pt x="88219" y="24424"/>
                      <a:pt x="85466" y="479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34" name="Google Shape;734;p16"/>
              <p:cNvSpPr/>
              <p:nvPr/>
            </p:nvSpPr>
            <p:spPr>
              <a:xfrm rot="1770831">
                <a:off x="5484845" y="2270187"/>
                <a:ext cx="49400" cy="49399"/>
              </a:xfrm>
              <a:custGeom>
                <a:avLst/>
                <a:gdLst/>
                <a:ahLst/>
                <a:cxnLst/>
                <a:rect l="l" t="t" r="r" b="b"/>
                <a:pathLst>
                  <a:path w="49413" h="49412" extrusionOk="0">
                    <a:moveTo>
                      <a:pt x="24707" y="49413"/>
                    </a:moveTo>
                    <a:cubicBezTo>
                      <a:pt x="38300" y="49413"/>
                      <a:pt x="49413" y="38334"/>
                      <a:pt x="49413" y="24706"/>
                    </a:cubicBezTo>
                    <a:cubicBezTo>
                      <a:pt x="49413" y="11079"/>
                      <a:pt x="38300" y="0"/>
                      <a:pt x="24707" y="0"/>
                    </a:cubicBezTo>
                    <a:cubicBezTo>
                      <a:pt x="11113" y="0"/>
                      <a:pt x="0" y="11113"/>
                      <a:pt x="0" y="24706"/>
                    </a:cubicBezTo>
                    <a:cubicBezTo>
                      <a:pt x="0" y="38300"/>
                      <a:pt x="11113" y="49413"/>
                      <a:pt x="24707" y="4941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35" name="Google Shape;735;p16"/>
              <p:cNvSpPr/>
              <p:nvPr/>
            </p:nvSpPr>
            <p:spPr>
              <a:xfrm>
                <a:off x="5365673" y="2494967"/>
                <a:ext cx="92980" cy="78095"/>
              </a:xfrm>
              <a:custGeom>
                <a:avLst/>
                <a:gdLst/>
                <a:ahLst/>
                <a:cxnLst/>
                <a:rect l="l" t="t" r="r" b="b"/>
                <a:pathLst>
                  <a:path w="92980" h="78095" extrusionOk="0">
                    <a:moveTo>
                      <a:pt x="45165" y="0"/>
                    </a:moveTo>
                    <a:cubicBezTo>
                      <a:pt x="28445" y="0"/>
                      <a:pt x="12914" y="5064"/>
                      <a:pt x="0" y="13764"/>
                    </a:cubicBezTo>
                    <a:lnTo>
                      <a:pt x="45165" y="78095"/>
                    </a:lnTo>
                    <a:lnTo>
                      <a:pt x="92981" y="15599"/>
                    </a:lnTo>
                    <a:cubicBezTo>
                      <a:pt x="79591" y="5777"/>
                      <a:pt x="63075" y="0"/>
                      <a:pt x="4519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36" name="Google Shape;736;p16"/>
              <p:cNvSpPr/>
              <p:nvPr/>
            </p:nvSpPr>
            <p:spPr>
              <a:xfrm>
                <a:off x="5261279" y="2544652"/>
                <a:ext cx="305576" cy="73235"/>
              </a:xfrm>
              <a:custGeom>
                <a:avLst/>
                <a:gdLst/>
                <a:ahLst/>
                <a:cxnLst/>
                <a:rect l="l" t="t" r="r" b="b"/>
                <a:pathLst>
                  <a:path w="305576" h="73235" extrusionOk="0">
                    <a:moveTo>
                      <a:pt x="271665" y="0"/>
                    </a:moveTo>
                    <a:lnTo>
                      <a:pt x="33912" y="0"/>
                    </a:lnTo>
                    <a:cubicBezTo>
                      <a:pt x="-11321" y="0"/>
                      <a:pt x="-11287" y="73236"/>
                      <a:pt x="33912" y="73236"/>
                    </a:cubicBezTo>
                    <a:lnTo>
                      <a:pt x="271665" y="73236"/>
                    </a:lnTo>
                    <a:cubicBezTo>
                      <a:pt x="316864" y="73236"/>
                      <a:pt x="316898" y="0"/>
                      <a:pt x="2716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37" name="Google Shape;737;p16"/>
              <p:cNvSpPr/>
              <p:nvPr/>
            </p:nvSpPr>
            <p:spPr>
              <a:xfrm rot="1770831">
                <a:off x="5504032" y="2285456"/>
                <a:ext cx="16579" cy="16579"/>
              </a:xfrm>
              <a:custGeom>
                <a:avLst/>
                <a:gdLst/>
                <a:ahLst/>
                <a:cxnLst/>
                <a:rect l="l" t="t" r="r" b="b"/>
                <a:pathLst>
                  <a:path w="16584" h="16584" extrusionOk="0">
                    <a:moveTo>
                      <a:pt x="8292" y="16584"/>
                    </a:moveTo>
                    <a:cubicBezTo>
                      <a:pt x="12846" y="16584"/>
                      <a:pt x="16584" y="12846"/>
                      <a:pt x="16584" y="8292"/>
                    </a:cubicBezTo>
                    <a:cubicBezTo>
                      <a:pt x="16584" y="3738"/>
                      <a:pt x="12846" y="0"/>
                      <a:pt x="8292" y="0"/>
                    </a:cubicBezTo>
                    <a:cubicBezTo>
                      <a:pt x="3738" y="0"/>
                      <a:pt x="0" y="3738"/>
                      <a:pt x="0" y="8292"/>
                    </a:cubicBezTo>
                    <a:cubicBezTo>
                      <a:pt x="0" y="12846"/>
                      <a:pt x="3738" y="16584"/>
                      <a:pt x="8292" y="1658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38" name="Google Shape;738;p16"/>
              <p:cNvSpPr/>
              <p:nvPr/>
            </p:nvSpPr>
            <p:spPr>
              <a:xfrm rot="1651514">
                <a:off x="5462903" y="2138782"/>
                <a:ext cx="34486" cy="34486"/>
              </a:xfrm>
              <a:custGeom>
                <a:avLst/>
                <a:gdLst/>
                <a:ahLst/>
                <a:cxnLst/>
                <a:rect l="l" t="t" r="r" b="b"/>
                <a:pathLst>
                  <a:path w="34459" h="34459" extrusionOk="0">
                    <a:moveTo>
                      <a:pt x="17230" y="34460"/>
                    </a:moveTo>
                    <a:cubicBezTo>
                      <a:pt x="26712" y="34460"/>
                      <a:pt x="34460" y="26712"/>
                      <a:pt x="34460" y="17230"/>
                    </a:cubicBezTo>
                    <a:cubicBezTo>
                      <a:pt x="34460" y="7748"/>
                      <a:pt x="26712" y="0"/>
                      <a:pt x="17230" y="0"/>
                    </a:cubicBezTo>
                    <a:cubicBezTo>
                      <a:pt x="7748" y="0"/>
                      <a:pt x="0" y="7748"/>
                      <a:pt x="0" y="17230"/>
                    </a:cubicBezTo>
                    <a:cubicBezTo>
                      <a:pt x="0" y="26712"/>
                      <a:pt x="7748" y="34460"/>
                      <a:pt x="17230" y="3446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39" name="Google Shape;739;p16"/>
              <p:cNvSpPr/>
              <p:nvPr/>
            </p:nvSpPr>
            <p:spPr>
              <a:xfrm>
                <a:off x="5401085" y="1976242"/>
                <a:ext cx="34459" cy="34459"/>
              </a:xfrm>
              <a:custGeom>
                <a:avLst/>
                <a:gdLst/>
                <a:ahLst/>
                <a:cxnLst/>
                <a:rect l="l" t="t" r="r" b="b"/>
                <a:pathLst>
                  <a:path w="34459" h="34459" extrusionOk="0">
                    <a:moveTo>
                      <a:pt x="17230" y="34460"/>
                    </a:moveTo>
                    <a:cubicBezTo>
                      <a:pt x="26711" y="34460"/>
                      <a:pt x="34460" y="26711"/>
                      <a:pt x="34460" y="17230"/>
                    </a:cubicBezTo>
                    <a:cubicBezTo>
                      <a:pt x="34460" y="7748"/>
                      <a:pt x="26711" y="0"/>
                      <a:pt x="17230" y="0"/>
                    </a:cubicBezTo>
                    <a:cubicBezTo>
                      <a:pt x="7748" y="0"/>
                      <a:pt x="0" y="7748"/>
                      <a:pt x="0" y="17230"/>
                    </a:cubicBezTo>
                    <a:cubicBezTo>
                      <a:pt x="0" y="26711"/>
                      <a:pt x="7748" y="34460"/>
                      <a:pt x="17230" y="3446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740" name="Google Shape;740;p16"/>
            <p:cNvGrpSpPr/>
            <p:nvPr/>
          </p:nvGrpSpPr>
          <p:grpSpPr>
            <a:xfrm flipH="1">
              <a:off x="8430823" y="1297489"/>
              <a:ext cx="713247" cy="1298137"/>
              <a:chOff x="4380117" y="1824165"/>
              <a:chExt cx="226939" cy="437466"/>
            </a:xfrm>
          </p:grpSpPr>
          <p:sp>
            <p:nvSpPr>
              <p:cNvPr id="741" name="Google Shape;741;p16"/>
              <p:cNvSpPr/>
              <p:nvPr/>
            </p:nvSpPr>
            <p:spPr>
              <a:xfrm>
                <a:off x="4469971" y="2216942"/>
                <a:ext cx="57501" cy="44689"/>
              </a:xfrm>
              <a:custGeom>
                <a:avLst/>
                <a:gdLst/>
                <a:ahLst/>
                <a:cxnLst/>
                <a:rect l="l" t="t" r="r" b="b"/>
                <a:pathLst>
                  <a:path w="57501" h="44689" extrusionOk="0">
                    <a:moveTo>
                      <a:pt x="57501" y="0"/>
                    </a:moveTo>
                    <a:lnTo>
                      <a:pt x="0" y="0"/>
                    </a:lnTo>
                    <a:lnTo>
                      <a:pt x="18487" y="44689"/>
                    </a:lnTo>
                    <a:lnTo>
                      <a:pt x="38776" y="44689"/>
                    </a:lnTo>
                    <a:lnTo>
                      <a:pt x="5750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42" name="Google Shape;742;p16"/>
              <p:cNvSpPr/>
              <p:nvPr/>
            </p:nvSpPr>
            <p:spPr>
              <a:xfrm>
                <a:off x="4496614" y="2025306"/>
                <a:ext cx="110442" cy="191602"/>
              </a:xfrm>
              <a:custGeom>
                <a:avLst/>
                <a:gdLst/>
                <a:ahLst/>
                <a:cxnLst/>
                <a:rect l="l" t="t" r="r" b="b"/>
                <a:pathLst>
                  <a:path w="110442" h="191602" extrusionOk="0">
                    <a:moveTo>
                      <a:pt x="48054" y="0"/>
                    </a:moveTo>
                    <a:cubicBezTo>
                      <a:pt x="48054" y="0"/>
                      <a:pt x="106234" y="59574"/>
                      <a:pt x="110279" y="62973"/>
                    </a:cubicBezTo>
                    <a:cubicBezTo>
                      <a:pt x="114323" y="66337"/>
                      <a:pt x="41937" y="191603"/>
                      <a:pt x="41937" y="191603"/>
                    </a:cubicBezTo>
                    <a:lnTo>
                      <a:pt x="0" y="191603"/>
                    </a:lnTo>
                    <a:lnTo>
                      <a:pt x="0" y="8564"/>
                    </a:lnTo>
                    <a:lnTo>
                      <a:pt x="480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43" name="Google Shape;743;p16"/>
              <p:cNvSpPr/>
              <p:nvPr/>
            </p:nvSpPr>
            <p:spPr>
              <a:xfrm>
                <a:off x="4388719" y="2025306"/>
                <a:ext cx="110410" cy="191602"/>
              </a:xfrm>
              <a:custGeom>
                <a:avLst/>
                <a:gdLst/>
                <a:ahLst/>
                <a:cxnLst/>
                <a:rect l="l" t="t" r="r" b="b"/>
                <a:pathLst>
                  <a:path w="110410" h="191602" extrusionOk="0">
                    <a:moveTo>
                      <a:pt x="62391" y="0"/>
                    </a:moveTo>
                    <a:cubicBezTo>
                      <a:pt x="62391" y="0"/>
                      <a:pt x="4210" y="59574"/>
                      <a:pt x="166" y="62973"/>
                    </a:cubicBezTo>
                    <a:cubicBezTo>
                      <a:pt x="-3912" y="66337"/>
                      <a:pt x="68474" y="191603"/>
                      <a:pt x="68474" y="191603"/>
                    </a:cubicBezTo>
                    <a:lnTo>
                      <a:pt x="110410" y="191603"/>
                    </a:lnTo>
                    <a:lnTo>
                      <a:pt x="110410" y="8564"/>
                    </a:lnTo>
                    <a:lnTo>
                      <a:pt x="6239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44" name="Google Shape;744;p16"/>
              <p:cNvSpPr/>
              <p:nvPr/>
            </p:nvSpPr>
            <p:spPr>
              <a:xfrm>
                <a:off x="4381340" y="1840704"/>
                <a:ext cx="156938" cy="181135"/>
              </a:xfrm>
              <a:custGeom>
                <a:avLst/>
                <a:gdLst/>
                <a:ahLst/>
                <a:cxnLst/>
                <a:rect l="l" t="t" r="r" b="b"/>
                <a:pathLst>
                  <a:path w="156938" h="181135" extrusionOk="0">
                    <a:moveTo>
                      <a:pt x="0" y="0"/>
                    </a:moveTo>
                    <a:lnTo>
                      <a:pt x="20152" y="0"/>
                    </a:lnTo>
                    <a:cubicBezTo>
                      <a:pt x="95359" y="0"/>
                      <a:pt x="156939" y="61545"/>
                      <a:pt x="156939" y="136786"/>
                    </a:cubicBezTo>
                    <a:lnTo>
                      <a:pt x="156939" y="181136"/>
                    </a:lnTo>
                    <a:lnTo>
                      <a:pt x="82309" y="181136"/>
                    </a:lnTo>
                    <a:lnTo>
                      <a:pt x="82309" y="162478"/>
                    </a:lnTo>
                    <a:cubicBezTo>
                      <a:pt x="82309" y="94646"/>
                      <a:pt x="48733" y="70143"/>
                      <a:pt x="34" y="71741"/>
                    </a:cubicBez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45" name="Google Shape;745;p16"/>
              <p:cNvSpPr/>
              <p:nvPr/>
            </p:nvSpPr>
            <p:spPr>
              <a:xfrm>
                <a:off x="4432079" y="2021024"/>
                <a:ext cx="132436" cy="23721"/>
              </a:xfrm>
              <a:custGeom>
                <a:avLst/>
                <a:gdLst/>
                <a:ahLst/>
                <a:cxnLst/>
                <a:rect l="l" t="t" r="r" b="b"/>
                <a:pathLst>
                  <a:path w="132436" h="23721" extrusionOk="0">
                    <a:moveTo>
                      <a:pt x="0" y="23721"/>
                    </a:moveTo>
                    <a:lnTo>
                      <a:pt x="0" y="11861"/>
                    </a:lnTo>
                    <a:cubicBezTo>
                      <a:pt x="0" y="5336"/>
                      <a:pt x="5336" y="0"/>
                      <a:pt x="11860" y="0"/>
                    </a:cubicBezTo>
                    <a:lnTo>
                      <a:pt x="120576" y="0"/>
                    </a:lnTo>
                    <a:cubicBezTo>
                      <a:pt x="127101" y="0"/>
                      <a:pt x="132436" y="5336"/>
                      <a:pt x="132436" y="11861"/>
                    </a:cubicBezTo>
                    <a:lnTo>
                      <a:pt x="132436" y="23721"/>
                    </a:lnTo>
                    <a:lnTo>
                      <a:pt x="0" y="2372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46" name="Google Shape;746;p16"/>
              <p:cNvSpPr/>
              <p:nvPr/>
            </p:nvSpPr>
            <p:spPr>
              <a:xfrm>
                <a:off x="4493284" y="2021024"/>
                <a:ext cx="71230" cy="23721"/>
              </a:xfrm>
              <a:custGeom>
                <a:avLst/>
                <a:gdLst/>
                <a:ahLst/>
                <a:cxnLst/>
                <a:rect l="l" t="t" r="r" b="b"/>
                <a:pathLst>
                  <a:path w="71230" h="23721" extrusionOk="0">
                    <a:moveTo>
                      <a:pt x="0" y="0"/>
                    </a:moveTo>
                    <a:lnTo>
                      <a:pt x="59370" y="0"/>
                    </a:lnTo>
                    <a:cubicBezTo>
                      <a:pt x="65895" y="0"/>
                      <a:pt x="71231" y="5336"/>
                      <a:pt x="71231" y="11861"/>
                    </a:cubicBezTo>
                    <a:lnTo>
                      <a:pt x="71231" y="23721"/>
                    </a:lnTo>
                    <a:lnTo>
                      <a:pt x="0" y="237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47" name="Google Shape;747;p16"/>
              <p:cNvSpPr/>
              <p:nvPr/>
            </p:nvSpPr>
            <p:spPr>
              <a:xfrm>
                <a:off x="4453489" y="2009877"/>
                <a:ext cx="99131" cy="11248"/>
              </a:xfrm>
              <a:custGeom>
                <a:avLst/>
                <a:gdLst/>
                <a:ahLst/>
                <a:cxnLst/>
                <a:rect l="l" t="t" r="r" b="b"/>
                <a:pathLst>
                  <a:path w="99131" h="11248" extrusionOk="0">
                    <a:moveTo>
                      <a:pt x="93524" y="0"/>
                    </a:moveTo>
                    <a:lnTo>
                      <a:pt x="5607" y="0"/>
                    </a:lnTo>
                    <a:cubicBezTo>
                      <a:pt x="2515" y="0"/>
                      <a:pt x="0" y="2515"/>
                      <a:pt x="0" y="5607"/>
                    </a:cubicBezTo>
                    <a:lnTo>
                      <a:pt x="0" y="5607"/>
                    </a:lnTo>
                    <a:cubicBezTo>
                      <a:pt x="0" y="8700"/>
                      <a:pt x="2515" y="11249"/>
                      <a:pt x="5607" y="11249"/>
                    </a:cubicBezTo>
                    <a:lnTo>
                      <a:pt x="93524" y="11249"/>
                    </a:lnTo>
                    <a:cubicBezTo>
                      <a:pt x="96617" y="11249"/>
                      <a:pt x="99131" y="8700"/>
                      <a:pt x="99131" y="5607"/>
                    </a:cubicBezTo>
                    <a:lnTo>
                      <a:pt x="99131" y="5607"/>
                    </a:lnTo>
                    <a:cubicBezTo>
                      <a:pt x="99131" y="2515"/>
                      <a:pt x="96583" y="0"/>
                      <a:pt x="935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48" name="Google Shape;748;p16"/>
              <p:cNvSpPr/>
              <p:nvPr/>
            </p:nvSpPr>
            <p:spPr>
              <a:xfrm>
                <a:off x="4451585" y="1992137"/>
                <a:ext cx="99199" cy="11248"/>
              </a:xfrm>
              <a:custGeom>
                <a:avLst/>
                <a:gdLst/>
                <a:ahLst/>
                <a:cxnLst/>
                <a:rect l="l" t="t" r="r" b="b"/>
                <a:pathLst>
                  <a:path w="99199" h="11248" extrusionOk="0">
                    <a:moveTo>
                      <a:pt x="93558" y="34"/>
                    </a:moveTo>
                    <a:lnTo>
                      <a:pt x="5641" y="34"/>
                    </a:lnTo>
                    <a:cubicBezTo>
                      <a:pt x="2549" y="34"/>
                      <a:pt x="0" y="2549"/>
                      <a:pt x="0" y="5641"/>
                    </a:cubicBezTo>
                    <a:lnTo>
                      <a:pt x="0" y="5641"/>
                    </a:lnTo>
                    <a:cubicBezTo>
                      <a:pt x="0" y="8734"/>
                      <a:pt x="2549" y="11249"/>
                      <a:pt x="5641" y="11249"/>
                    </a:cubicBezTo>
                    <a:lnTo>
                      <a:pt x="93558" y="11249"/>
                    </a:lnTo>
                    <a:cubicBezTo>
                      <a:pt x="96651" y="11249"/>
                      <a:pt x="99200" y="8700"/>
                      <a:pt x="99200" y="5607"/>
                    </a:cubicBezTo>
                    <a:lnTo>
                      <a:pt x="99200" y="5607"/>
                    </a:lnTo>
                    <a:cubicBezTo>
                      <a:pt x="99200" y="2515"/>
                      <a:pt x="96685" y="0"/>
                      <a:pt x="935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49" name="Google Shape;749;p16"/>
              <p:cNvSpPr/>
              <p:nvPr/>
            </p:nvSpPr>
            <p:spPr>
              <a:xfrm>
                <a:off x="4449751" y="1974466"/>
                <a:ext cx="99165" cy="11214"/>
              </a:xfrm>
              <a:custGeom>
                <a:avLst/>
                <a:gdLst/>
                <a:ahLst/>
                <a:cxnLst/>
                <a:rect l="l" t="t" r="r" b="b"/>
                <a:pathLst>
                  <a:path w="99165" h="11214" extrusionOk="0">
                    <a:moveTo>
                      <a:pt x="93524" y="0"/>
                    </a:moveTo>
                    <a:lnTo>
                      <a:pt x="5607" y="0"/>
                    </a:lnTo>
                    <a:cubicBezTo>
                      <a:pt x="2515" y="0"/>
                      <a:pt x="0" y="2515"/>
                      <a:pt x="0" y="5607"/>
                    </a:cubicBezTo>
                    <a:lnTo>
                      <a:pt x="0" y="5607"/>
                    </a:lnTo>
                    <a:cubicBezTo>
                      <a:pt x="0" y="8700"/>
                      <a:pt x="2515" y="11215"/>
                      <a:pt x="5607" y="11215"/>
                    </a:cubicBezTo>
                    <a:lnTo>
                      <a:pt x="93524" y="11215"/>
                    </a:lnTo>
                    <a:cubicBezTo>
                      <a:pt x="96617" y="11215"/>
                      <a:pt x="99165" y="8666"/>
                      <a:pt x="99165" y="5607"/>
                    </a:cubicBezTo>
                    <a:lnTo>
                      <a:pt x="99165" y="5607"/>
                    </a:lnTo>
                    <a:cubicBezTo>
                      <a:pt x="99165" y="2515"/>
                      <a:pt x="96651" y="0"/>
                      <a:pt x="935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50" name="Google Shape;750;p16"/>
              <p:cNvSpPr/>
              <p:nvPr/>
            </p:nvSpPr>
            <p:spPr>
              <a:xfrm>
                <a:off x="4447881" y="1956760"/>
                <a:ext cx="99131" cy="11214"/>
              </a:xfrm>
              <a:custGeom>
                <a:avLst/>
                <a:gdLst/>
                <a:ahLst/>
                <a:cxnLst/>
                <a:rect l="l" t="t" r="r" b="b"/>
                <a:pathLst>
                  <a:path w="99131" h="11214" extrusionOk="0">
                    <a:moveTo>
                      <a:pt x="93524" y="0"/>
                    </a:moveTo>
                    <a:lnTo>
                      <a:pt x="5607" y="0"/>
                    </a:lnTo>
                    <a:cubicBezTo>
                      <a:pt x="2515" y="0"/>
                      <a:pt x="0" y="2515"/>
                      <a:pt x="0" y="5607"/>
                    </a:cubicBezTo>
                    <a:lnTo>
                      <a:pt x="0" y="5607"/>
                    </a:lnTo>
                    <a:cubicBezTo>
                      <a:pt x="0" y="8700"/>
                      <a:pt x="2549" y="11215"/>
                      <a:pt x="5607" y="11215"/>
                    </a:cubicBezTo>
                    <a:lnTo>
                      <a:pt x="93524" y="11215"/>
                    </a:lnTo>
                    <a:cubicBezTo>
                      <a:pt x="96617" y="11215"/>
                      <a:pt x="99132" y="8700"/>
                      <a:pt x="99132" y="5607"/>
                    </a:cubicBezTo>
                    <a:lnTo>
                      <a:pt x="99132" y="5607"/>
                    </a:lnTo>
                    <a:cubicBezTo>
                      <a:pt x="99132" y="2515"/>
                      <a:pt x="96617" y="0"/>
                      <a:pt x="935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51" name="Google Shape;751;p16"/>
              <p:cNvSpPr/>
              <p:nvPr/>
            </p:nvSpPr>
            <p:spPr>
              <a:xfrm>
                <a:off x="4446074" y="1936907"/>
                <a:ext cx="99074" cy="15507"/>
              </a:xfrm>
              <a:custGeom>
                <a:avLst/>
                <a:gdLst/>
                <a:ahLst/>
                <a:cxnLst/>
                <a:rect l="l" t="t" r="r" b="b"/>
                <a:pathLst>
                  <a:path w="99074" h="15507" extrusionOk="0">
                    <a:moveTo>
                      <a:pt x="93156" y="6"/>
                    </a:moveTo>
                    <a:lnTo>
                      <a:pt x="5341" y="4288"/>
                    </a:lnTo>
                    <a:cubicBezTo>
                      <a:pt x="2249" y="4424"/>
                      <a:pt x="-130" y="7074"/>
                      <a:pt x="6" y="10167"/>
                    </a:cubicBezTo>
                    <a:lnTo>
                      <a:pt x="6" y="10167"/>
                    </a:lnTo>
                    <a:cubicBezTo>
                      <a:pt x="142" y="13259"/>
                      <a:pt x="2792" y="15638"/>
                      <a:pt x="5885" y="15502"/>
                    </a:cubicBezTo>
                    <a:lnTo>
                      <a:pt x="93734" y="11220"/>
                    </a:lnTo>
                    <a:cubicBezTo>
                      <a:pt x="96826" y="11084"/>
                      <a:pt x="99205" y="8434"/>
                      <a:pt x="99069" y="5341"/>
                    </a:cubicBezTo>
                    <a:lnTo>
                      <a:pt x="99069" y="5341"/>
                    </a:lnTo>
                    <a:cubicBezTo>
                      <a:pt x="98899" y="2249"/>
                      <a:pt x="96283" y="-130"/>
                      <a:pt x="93190" y="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52" name="Google Shape;752;p16"/>
              <p:cNvSpPr/>
              <p:nvPr/>
            </p:nvSpPr>
            <p:spPr>
              <a:xfrm>
                <a:off x="4437315" y="1910952"/>
                <a:ext cx="97595" cy="27725"/>
              </a:xfrm>
              <a:custGeom>
                <a:avLst/>
                <a:gdLst/>
                <a:ahLst/>
                <a:cxnLst/>
                <a:rect l="l" t="t" r="r" b="b"/>
                <a:pathLst>
                  <a:path w="97595" h="27725" extrusionOk="0">
                    <a:moveTo>
                      <a:pt x="90939" y="99"/>
                    </a:moveTo>
                    <a:lnTo>
                      <a:pt x="4551" y="16582"/>
                    </a:lnTo>
                    <a:cubicBezTo>
                      <a:pt x="1526" y="17159"/>
                      <a:pt x="-479" y="20116"/>
                      <a:pt x="99" y="23175"/>
                    </a:cubicBezTo>
                    <a:lnTo>
                      <a:pt x="99" y="23175"/>
                    </a:lnTo>
                    <a:cubicBezTo>
                      <a:pt x="677" y="26199"/>
                      <a:pt x="3633" y="28204"/>
                      <a:pt x="6658" y="27626"/>
                    </a:cubicBezTo>
                    <a:lnTo>
                      <a:pt x="93012" y="11110"/>
                    </a:lnTo>
                    <a:cubicBezTo>
                      <a:pt x="96036" y="10532"/>
                      <a:pt x="98075" y="7576"/>
                      <a:pt x="97498" y="4551"/>
                    </a:cubicBezTo>
                    <a:lnTo>
                      <a:pt x="97498" y="4551"/>
                    </a:lnTo>
                    <a:cubicBezTo>
                      <a:pt x="96920" y="1526"/>
                      <a:pt x="93963" y="-478"/>
                      <a:pt x="90939" y="9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53" name="Google Shape;753;p16"/>
              <p:cNvSpPr/>
              <p:nvPr/>
            </p:nvSpPr>
            <p:spPr>
              <a:xfrm>
                <a:off x="4429531" y="1882948"/>
                <a:ext cx="90598" cy="49035"/>
              </a:xfrm>
              <a:custGeom>
                <a:avLst/>
                <a:gdLst/>
                <a:ahLst/>
                <a:cxnLst/>
                <a:rect l="l" t="t" r="r" b="b"/>
                <a:pathLst>
                  <a:path w="90598" h="49035" extrusionOk="0">
                    <a:moveTo>
                      <a:pt x="82580" y="542"/>
                    </a:moveTo>
                    <a:lnTo>
                      <a:pt x="3193" y="38366"/>
                    </a:lnTo>
                    <a:cubicBezTo>
                      <a:pt x="406" y="39692"/>
                      <a:pt x="-783" y="43056"/>
                      <a:pt x="542" y="45843"/>
                    </a:cubicBezTo>
                    <a:lnTo>
                      <a:pt x="542" y="45843"/>
                    </a:lnTo>
                    <a:cubicBezTo>
                      <a:pt x="1867" y="48630"/>
                      <a:pt x="5232" y="49819"/>
                      <a:pt x="8018" y="48494"/>
                    </a:cubicBezTo>
                    <a:lnTo>
                      <a:pt x="87405" y="10669"/>
                    </a:lnTo>
                    <a:cubicBezTo>
                      <a:pt x="90192" y="9344"/>
                      <a:pt x="91382" y="5980"/>
                      <a:pt x="90056" y="3193"/>
                    </a:cubicBezTo>
                    <a:lnTo>
                      <a:pt x="90056" y="3193"/>
                    </a:lnTo>
                    <a:cubicBezTo>
                      <a:pt x="88731" y="406"/>
                      <a:pt x="85332" y="-783"/>
                      <a:pt x="82546" y="5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54" name="Google Shape;754;p16"/>
              <p:cNvSpPr/>
              <p:nvPr/>
            </p:nvSpPr>
            <p:spPr>
              <a:xfrm>
                <a:off x="4422838" y="1855265"/>
                <a:ext cx="71972" cy="74814"/>
              </a:xfrm>
              <a:custGeom>
                <a:avLst/>
                <a:gdLst/>
                <a:ahLst/>
                <a:cxnLst/>
                <a:rect l="l" t="t" r="r" b="b"/>
                <a:pathLst>
                  <a:path w="71972" h="74814" extrusionOk="0">
                    <a:moveTo>
                      <a:pt x="62324" y="1718"/>
                    </a:moveTo>
                    <a:lnTo>
                      <a:pt x="1560" y="65302"/>
                    </a:lnTo>
                    <a:cubicBezTo>
                      <a:pt x="-581" y="67545"/>
                      <a:pt x="-513" y="71113"/>
                      <a:pt x="1730" y="73254"/>
                    </a:cubicBezTo>
                    <a:lnTo>
                      <a:pt x="1730" y="73254"/>
                    </a:lnTo>
                    <a:cubicBezTo>
                      <a:pt x="3973" y="75395"/>
                      <a:pt x="7541" y="75327"/>
                      <a:pt x="9682" y="73085"/>
                    </a:cubicBezTo>
                    <a:lnTo>
                      <a:pt x="70412" y="9500"/>
                    </a:lnTo>
                    <a:cubicBezTo>
                      <a:pt x="72553" y="7257"/>
                      <a:pt x="72485" y="3689"/>
                      <a:pt x="70242" y="1548"/>
                    </a:cubicBezTo>
                    <a:lnTo>
                      <a:pt x="70242" y="1548"/>
                    </a:lnTo>
                    <a:cubicBezTo>
                      <a:pt x="67999" y="-593"/>
                      <a:pt x="64431" y="-491"/>
                      <a:pt x="62324" y="17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55" name="Google Shape;755;p16"/>
              <p:cNvSpPr/>
              <p:nvPr/>
            </p:nvSpPr>
            <p:spPr>
              <a:xfrm>
                <a:off x="4416185" y="1835374"/>
                <a:ext cx="45386" cy="92221"/>
              </a:xfrm>
              <a:custGeom>
                <a:avLst/>
                <a:gdLst/>
                <a:ahLst/>
                <a:cxnLst/>
                <a:rect l="l" t="t" r="r" b="b"/>
                <a:pathLst>
                  <a:path w="45386" h="92221" extrusionOk="0">
                    <a:moveTo>
                      <a:pt x="34619" y="3427"/>
                    </a:moveTo>
                    <a:lnTo>
                      <a:pt x="431" y="84445"/>
                    </a:lnTo>
                    <a:cubicBezTo>
                      <a:pt x="-758" y="87299"/>
                      <a:pt x="601" y="90596"/>
                      <a:pt x="3422" y="91785"/>
                    </a:cubicBezTo>
                    <a:lnTo>
                      <a:pt x="3422" y="91785"/>
                    </a:lnTo>
                    <a:cubicBezTo>
                      <a:pt x="6277" y="92975"/>
                      <a:pt x="9573" y="91649"/>
                      <a:pt x="10762" y="88795"/>
                    </a:cubicBezTo>
                    <a:lnTo>
                      <a:pt x="44951" y="7777"/>
                    </a:lnTo>
                    <a:cubicBezTo>
                      <a:pt x="46140" y="4956"/>
                      <a:pt x="44815" y="1625"/>
                      <a:pt x="41960" y="436"/>
                    </a:cubicBezTo>
                    <a:lnTo>
                      <a:pt x="41960" y="436"/>
                    </a:lnTo>
                    <a:cubicBezTo>
                      <a:pt x="39105" y="-753"/>
                      <a:pt x="35809" y="572"/>
                      <a:pt x="34585" y="342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56" name="Google Shape;756;p16"/>
              <p:cNvSpPr/>
              <p:nvPr/>
            </p:nvSpPr>
            <p:spPr>
              <a:xfrm>
                <a:off x="4407685" y="1824165"/>
                <a:ext cx="19556" cy="98768"/>
              </a:xfrm>
              <a:custGeom>
                <a:avLst/>
                <a:gdLst/>
                <a:ahLst/>
                <a:cxnLst/>
                <a:rect l="l" t="t" r="r" b="b"/>
                <a:pathLst>
                  <a:path w="19556" h="98768" extrusionOk="0">
                    <a:moveTo>
                      <a:pt x="8354" y="5086"/>
                    </a:moveTo>
                    <a:lnTo>
                      <a:pt x="28" y="92629"/>
                    </a:lnTo>
                    <a:cubicBezTo>
                      <a:pt x="-279" y="95722"/>
                      <a:pt x="1999" y="98440"/>
                      <a:pt x="5091" y="98746"/>
                    </a:cubicBezTo>
                    <a:lnTo>
                      <a:pt x="5091" y="98746"/>
                    </a:lnTo>
                    <a:cubicBezTo>
                      <a:pt x="8149" y="99018"/>
                      <a:pt x="10902" y="96775"/>
                      <a:pt x="11208" y="93683"/>
                    </a:cubicBezTo>
                    <a:lnTo>
                      <a:pt x="19534" y="6140"/>
                    </a:lnTo>
                    <a:cubicBezTo>
                      <a:pt x="19806" y="3047"/>
                      <a:pt x="17563" y="294"/>
                      <a:pt x="14471" y="22"/>
                    </a:cubicBezTo>
                    <a:lnTo>
                      <a:pt x="14471" y="22"/>
                    </a:lnTo>
                    <a:cubicBezTo>
                      <a:pt x="11378" y="-250"/>
                      <a:pt x="8625" y="1993"/>
                      <a:pt x="8320" y="50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57" name="Google Shape;757;p16"/>
              <p:cNvSpPr/>
              <p:nvPr/>
            </p:nvSpPr>
            <p:spPr>
              <a:xfrm>
                <a:off x="4380117" y="1825037"/>
                <a:ext cx="11486" cy="99165"/>
              </a:xfrm>
              <a:custGeom>
                <a:avLst/>
                <a:gdLst/>
                <a:ahLst/>
                <a:cxnLst/>
                <a:rect l="l" t="t" r="r" b="b"/>
                <a:pathLst>
                  <a:path w="11486" h="99165" extrusionOk="0">
                    <a:moveTo>
                      <a:pt x="238" y="5607"/>
                    </a:moveTo>
                    <a:lnTo>
                      <a:pt x="0" y="93524"/>
                    </a:lnTo>
                    <a:cubicBezTo>
                      <a:pt x="0" y="96617"/>
                      <a:pt x="2515" y="99166"/>
                      <a:pt x="5607" y="99166"/>
                    </a:cubicBezTo>
                    <a:lnTo>
                      <a:pt x="5607" y="99166"/>
                    </a:lnTo>
                    <a:cubicBezTo>
                      <a:pt x="8700" y="99166"/>
                      <a:pt x="11249" y="96651"/>
                      <a:pt x="11249" y="93558"/>
                    </a:cubicBezTo>
                    <a:lnTo>
                      <a:pt x="11486" y="5641"/>
                    </a:lnTo>
                    <a:cubicBezTo>
                      <a:pt x="11486" y="2549"/>
                      <a:pt x="8971" y="34"/>
                      <a:pt x="5879" y="0"/>
                    </a:cubicBezTo>
                    <a:lnTo>
                      <a:pt x="5879" y="0"/>
                    </a:lnTo>
                    <a:cubicBezTo>
                      <a:pt x="2787" y="0"/>
                      <a:pt x="272" y="2515"/>
                      <a:pt x="238" y="56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2_1"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17"/>
          <p:cNvSpPr txBox="1">
            <a:spLocks noGrp="1"/>
          </p:cNvSpPr>
          <p:nvPr>
            <p:ph type="title"/>
          </p:nvPr>
        </p:nvSpPr>
        <p:spPr>
          <a:xfrm>
            <a:off x="4888988" y="979163"/>
            <a:ext cx="2888700" cy="197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60" name="Google Shape;760;p17"/>
          <p:cNvSpPr txBox="1">
            <a:spLocks noGrp="1"/>
          </p:cNvSpPr>
          <p:nvPr>
            <p:ph type="subTitle" idx="1"/>
          </p:nvPr>
        </p:nvSpPr>
        <p:spPr>
          <a:xfrm>
            <a:off x="4888988" y="2955338"/>
            <a:ext cx="2888700" cy="12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1" name="Google Shape;761;p17"/>
          <p:cNvSpPr>
            <a:spLocks noGrp="1"/>
          </p:cNvSpPr>
          <p:nvPr>
            <p:ph type="pic" idx="2"/>
          </p:nvPr>
        </p:nvSpPr>
        <p:spPr>
          <a:xfrm>
            <a:off x="972000" y="612600"/>
            <a:ext cx="3191100" cy="3918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GB"/>
          </a:p>
        </p:txBody>
      </p:sp>
      <p:grpSp>
        <p:nvGrpSpPr>
          <p:cNvPr id="762" name="Google Shape;762;p17"/>
          <p:cNvGrpSpPr/>
          <p:nvPr/>
        </p:nvGrpSpPr>
        <p:grpSpPr>
          <a:xfrm>
            <a:off x="-1487994" y="70252"/>
            <a:ext cx="10632064" cy="4754749"/>
            <a:chOff x="-1487994" y="70252"/>
            <a:chExt cx="10632064" cy="4754749"/>
          </a:xfrm>
        </p:grpSpPr>
        <p:grpSp>
          <p:nvGrpSpPr>
            <p:cNvPr id="763" name="Google Shape;763;p17"/>
            <p:cNvGrpSpPr/>
            <p:nvPr/>
          </p:nvGrpSpPr>
          <p:grpSpPr>
            <a:xfrm>
              <a:off x="-1487994" y="70252"/>
              <a:ext cx="3387583" cy="1099978"/>
              <a:chOff x="-1410544" y="70252"/>
              <a:chExt cx="3387583" cy="1099978"/>
            </a:xfrm>
          </p:grpSpPr>
          <p:grpSp>
            <p:nvGrpSpPr>
              <p:cNvPr id="764" name="Google Shape;764;p17"/>
              <p:cNvGrpSpPr/>
              <p:nvPr/>
            </p:nvGrpSpPr>
            <p:grpSpPr>
              <a:xfrm>
                <a:off x="215402" y="366763"/>
                <a:ext cx="369453" cy="803467"/>
                <a:chOff x="7559767" y="271588"/>
                <a:chExt cx="150982" cy="328321"/>
              </a:xfrm>
            </p:grpSpPr>
            <p:sp>
              <p:nvSpPr>
                <p:cNvPr id="765" name="Google Shape;765;p17"/>
                <p:cNvSpPr/>
                <p:nvPr/>
              </p:nvSpPr>
              <p:spPr>
                <a:xfrm>
                  <a:off x="7585314" y="500132"/>
                  <a:ext cx="99776" cy="997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776" h="99777" extrusionOk="0">
                      <a:moveTo>
                        <a:pt x="49888" y="99777"/>
                      </a:moveTo>
                      <a:cubicBezTo>
                        <a:pt x="77381" y="99777"/>
                        <a:pt x="99777" y="77348"/>
                        <a:pt x="99777" y="49889"/>
                      </a:cubicBezTo>
                      <a:cubicBezTo>
                        <a:pt x="99777" y="22430"/>
                        <a:pt x="77381" y="0"/>
                        <a:pt x="49888" y="0"/>
                      </a:cubicBezTo>
                      <a:cubicBezTo>
                        <a:pt x="22395" y="0"/>
                        <a:pt x="0" y="22430"/>
                        <a:pt x="0" y="49889"/>
                      </a:cubicBezTo>
                      <a:cubicBezTo>
                        <a:pt x="0" y="77348"/>
                        <a:pt x="22395" y="99777"/>
                        <a:pt x="49888" y="9977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766" name="Google Shape;766;p17"/>
                <p:cNvSpPr/>
                <p:nvPr/>
              </p:nvSpPr>
              <p:spPr>
                <a:xfrm>
                  <a:off x="7559767" y="271588"/>
                  <a:ext cx="150982" cy="2852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982" h="285262" extrusionOk="0">
                      <a:moveTo>
                        <a:pt x="143370" y="270004"/>
                      </a:moveTo>
                      <a:lnTo>
                        <a:pt x="139768" y="270004"/>
                      </a:lnTo>
                      <a:lnTo>
                        <a:pt x="106429" y="208561"/>
                      </a:lnTo>
                      <a:lnTo>
                        <a:pt x="93550" y="208561"/>
                      </a:lnTo>
                      <a:lnTo>
                        <a:pt x="93550" y="187592"/>
                      </a:lnTo>
                      <a:lnTo>
                        <a:pt x="81179" y="187592"/>
                      </a:lnTo>
                      <a:lnTo>
                        <a:pt x="81179" y="0"/>
                      </a:lnTo>
                      <a:lnTo>
                        <a:pt x="69761" y="0"/>
                      </a:lnTo>
                      <a:lnTo>
                        <a:pt x="69761" y="187592"/>
                      </a:lnTo>
                      <a:lnTo>
                        <a:pt x="57390" y="187592"/>
                      </a:lnTo>
                      <a:lnTo>
                        <a:pt x="57390" y="208561"/>
                      </a:lnTo>
                      <a:lnTo>
                        <a:pt x="48996" y="208561"/>
                      </a:lnTo>
                      <a:lnTo>
                        <a:pt x="11206" y="270004"/>
                      </a:lnTo>
                      <a:lnTo>
                        <a:pt x="7570" y="270004"/>
                      </a:lnTo>
                      <a:cubicBezTo>
                        <a:pt x="-2523" y="270004"/>
                        <a:pt x="-2523" y="285263"/>
                        <a:pt x="7570" y="285263"/>
                      </a:cubicBezTo>
                      <a:lnTo>
                        <a:pt x="143438" y="285263"/>
                      </a:lnTo>
                      <a:cubicBezTo>
                        <a:pt x="153498" y="285263"/>
                        <a:pt x="153498" y="270004"/>
                        <a:pt x="143438" y="27000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767" name="Google Shape;767;p17"/>
                <p:cNvSpPr/>
                <p:nvPr/>
              </p:nvSpPr>
              <p:spPr>
                <a:xfrm>
                  <a:off x="7636290" y="480149"/>
                  <a:ext cx="63482" cy="619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482" h="61919" extrusionOk="0">
                      <a:moveTo>
                        <a:pt x="0" y="0"/>
                      </a:moveTo>
                      <a:lnTo>
                        <a:pt x="29871" y="0"/>
                      </a:lnTo>
                      <a:lnTo>
                        <a:pt x="63482" y="61919"/>
                      </a:lnTo>
                      <a:lnTo>
                        <a:pt x="14035" y="6191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sp>
            <p:nvSpPr>
              <p:cNvPr id="768" name="Google Shape;768;p17"/>
              <p:cNvSpPr/>
              <p:nvPr/>
            </p:nvSpPr>
            <p:spPr>
              <a:xfrm>
                <a:off x="-1410544" y="70252"/>
                <a:ext cx="3387583" cy="296530"/>
              </a:xfrm>
              <a:custGeom>
                <a:avLst/>
                <a:gdLst/>
                <a:ahLst/>
                <a:cxnLst/>
                <a:rect l="l" t="t" r="r" b="b"/>
                <a:pathLst>
                  <a:path w="1510628" h="132232" extrusionOk="0">
                    <a:moveTo>
                      <a:pt x="1501148" y="0"/>
                    </a:moveTo>
                    <a:lnTo>
                      <a:pt x="0" y="0"/>
                    </a:lnTo>
                    <a:lnTo>
                      <a:pt x="0" y="132232"/>
                    </a:lnTo>
                    <a:lnTo>
                      <a:pt x="1510629" y="132232"/>
                    </a:lnTo>
                    <a:lnTo>
                      <a:pt x="1510629" y="0"/>
                    </a:lnTo>
                    <a:lnTo>
                      <a:pt x="1501114" y="0"/>
                    </a:lnTo>
                    <a:close/>
                    <a:moveTo>
                      <a:pt x="1491632" y="95427"/>
                    </a:moveTo>
                    <a:lnTo>
                      <a:pt x="1415236" y="19031"/>
                    </a:lnTo>
                    <a:lnTo>
                      <a:pt x="1491632" y="19031"/>
                    </a:lnTo>
                    <a:lnTo>
                      <a:pt x="1491632" y="95427"/>
                    </a:lnTo>
                    <a:close/>
                    <a:moveTo>
                      <a:pt x="132572" y="19031"/>
                    </a:moveTo>
                    <a:lnTo>
                      <a:pt x="314115" y="19031"/>
                    </a:lnTo>
                    <a:lnTo>
                      <a:pt x="222970" y="110177"/>
                    </a:lnTo>
                    <a:lnTo>
                      <a:pt x="225995" y="113201"/>
                    </a:lnTo>
                    <a:lnTo>
                      <a:pt x="219164" y="113201"/>
                    </a:lnTo>
                    <a:lnTo>
                      <a:pt x="222970" y="109395"/>
                    </a:lnTo>
                    <a:lnTo>
                      <a:pt x="132606" y="19031"/>
                    </a:lnTo>
                    <a:close/>
                    <a:moveTo>
                      <a:pt x="199997" y="113201"/>
                    </a:moveTo>
                    <a:lnTo>
                      <a:pt x="32863" y="113201"/>
                    </a:lnTo>
                    <a:lnTo>
                      <a:pt x="116430" y="29634"/>
                    </a:lnTo>
                    <a:lnTo>
                      <a:pt x="199997" y="113201"/>
                    </a:lnTo>
                    <a:close/>
                    <a:moveTo>
                      <a:pt x="330224" y="29634"/>
                    </a:moveTo>
                    <a:lnTo>
                      <a:pt x="413791" y="113201"/>
                    </a:lnTo>
                    <a:lnTo>
                      <a:pt x="246657" y="113201"/>
                    </a:lnTo>
                    <a:lnTo>
                      <a:pt x="330224" y="29634"/>
                    </a:lnTo>
                    <a:close/>
                    <a:moveTo>
                      <a:pt x="346332" y="19031"/>
                    </a:moveTo>
                    <a:lnTo>
                      <a:pt x="527876" y="19031"/>
                    </a:lnTo>
                    <a:lnTo>
                      <a:pt x="436730" y="110177"/>
                    </a:lnTo>
                    <a:lnTo>
                      <a:pt x="439755" y="113201"/>
                    </a:lnTo>
                    <a:lnTo>
                      <a:pt x="432924" y="113201"/>
                    </a:lnTo>
                    <a:lnTo>
                      <a:pt x="436730" y="109395"/>
                    </a:lnTo>
                    <a:lnTo>
                      <a:pt x="346366" y="19031"/>
                    </a:lnTo>
                    <a:close/>
                    <a:moveTo>
                      <a:pt x="543984" y="29634"/>
                    </a:moveTo>
                    <a:lnTo>
                      <a:pt x="627551" y="113201"/>
                    </a:lnTo>
                    <a:lnTo>
                      <a:pt x="460417" y="113201"/>
                    </a:lnTo>
                    <a:lnTo>
                      <a:pt x="543984" y="29634"/>
                    </a:lnTo>
                    <a:close/>
                    <a:moveTo>
                      <a:pt x="560127" y="19031"/>
                    </a:moveTo>
                    <a:lnTo>
                      <a:pt x="741636" y="19031"/>
                    </a:lnTo>
                    <a:lnTo>
                      <a:pt x="650490" y="110177"/>
                    </a:lnTo>
                    <a:lnTo>
                      <a:pt x="653515" y="113201"/>
                    </a:lnTo>
                    <a:lnTo>
                      <a:pt x="646684" y="113201"/>
                    </a:lnTo>
                    <a:lnTo>
                      <a:pt x="650490" y="109395"/>
                    </a:lnTo>
                    <a:lnTo>
                      <a:pt x="560127" y="19031"/>
                    </a:lnTo>
                    <a:close/>
                    <a:moveTo>
                      <a:pt x="757778" y="29634"/>
                    </a:moveTo>
                    <a:lnTo>
                      <a:pt x="841345" y="113201"/>
                    </a:lnTo>
                    <a:lnTo>
                      <a:pt x="674211" y="113201"/>
                    </a:lnTo>
                    <a:lnTo>
                      <a:pt x="757778" y="29634"/>
                    </a:lnTo>
                    <a:close/>
                    <a:moveTo>
                      <a:pt x="773921" y="19031"/>
                    </a:moveTo>
                    <a:lnTo>
                      <a:pt x="955430" y="19031"/>
                    </a:lnTo>
                    <a:lnTo>
                      <a:pt x="864285" y="110177"/>
                    </a:lnTo>
                    <a:lnTo>
                      <a:pt x="867309" y="113201"/>
                    </a:lnTo>
                    <a:lnTo>
                      <a:pt x="860479" y="113201"/>
                    </a:lnTo>
                    <a:lnTo>
                      <a:pt x="864285" y="109395"/>
                    </a:lnTo>
                    <a:lnTo>
                      <a:pt x="773921" y="19031"/>
                    </a:lnTo>
                    <a:close/>
                    <a:moveTo>
                      <a:pt x="971573" y="29668"/>
                    </a:moveTo>
                    <a:lnTo>
                      <a:pt x="1055140" y="113235"/>
                    </a:lnTo>
                    <a:lnTo>
                      <a:pt x="888040" y="113235"/>
                    </a:lnTo>
                    <a:lnTo>
                      <a:pt x="971573" y="29668"/>
                    </a:lnTo>
                    <a:close/>
                    <a:moveTo>
                      <a:pt x="987715" y="19031"/>
                    </a:moveTo>
                    <a:lnTo>
                      <a:pt x="1169224" y="19031"/>
                    </a:lnTo>
                    <a:lnTo>
                      <a:pt x="1078079" y="110177"/>
                    </a:lnTo>
                    <a:lnTo>
                      <a:pt x="1081104" y="113201"/>
                    </a:lnTo>
                    <a:lnTo>
                      <a:pt x="1074273" y="113201"/>
                    </a:lnTo>
                    <a:lnTo>
                      <a:pt x="1078079" y="109395"/>
                    </a:lnTo>
                    <a:lnTo>
                      <a:pt x="987715" y="19031"/>
                    </a:lnTo>
                    <a:close/>
                    <a:moveTo>
                      <a:pt x="1185367" y="29634"/>
                    </a:moveTo>
                    <a:lnTo>
                      <a:pt x="1268934" y="113201"/>
                    </a:lnTo>
                    <a:lnTo>
                      <a:pt x="1101834" y="113201"/>
                    </a:lnTo>
                    <a:lnTo>
                      <a:pt x="1185401" y="29634"/>
                    </a:lnTo>
                    <a:close/>
                    <a:moveTo>
                      <a:pt x="1201509" y="19031"/>
                    </a:moveTo>
                    <a:lnTo>
                      <a:pt x="1383019" y="19031"/>
                    </a:lnTo>
                    <a:lnTo>
                      <a:pt x="1291873" y="110177"/>
                    </a:lnTo>
                    <a:lnTo>
                      <a:pt x="1294898" y="113201"/>
                    </a:lnTo>
                    <a:lnTo>
                      <a:pt x="1288067" y="113201"/>
                    </a:lnTo>
                    <a:lnTo>
                      <a:pt x="1291873" y="109395"/>
                    </a:lnTo>
                    <a:lnTo>
                      <a:pt x="1201509" y="19031"/>
                    </a:lnTo>
                    <a:close/>
                    <a:moveTo>
                      <a:pt x="1399161" y="29668"/>
                    </a:moveTo>
                    <a:lnTo>
                      <a:pt x="1482694" y="113235"/>
                    </a:lnTo>
                    <a:lnTo>
                      <a:pt x="1315594" y="113235"/>
                    </a:lnTo>
                    <a:lnTo>
                      <a:pt x="1399161" y="29668"/>
                    </a:lnTo>
                    <a:close/>
                    <a:moveTo>
                      <a:pt x="100389" y="19031"/>
                    </a:moveTo>
                    <a:lnTo>
                      <a:pt x="19099" y="100321"/>
                    </a:lnTo>
                    <a:lnTo>
                      <a:pt x="19099" y="19031"/>
                    </a:lnTo>
                    <a:lnTo>
                      <a:pt x="100389" y="1903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769" name="Google Shape;769;p17"/>
            <p:cNvGrpSpPr/>
            <p:nvPr/>
          </p:nvGrpSpPr>
          <p:grpSpPr>
            <a:xfrm rot="10800000">
              <a:off x="8430823" y="3526864"/>
              <a:ext cx="713247" cy="1298137"/>
              <a:chOff x="4380117" y="1824165"/>
              <a:chExt cx="226939" cy="437466"/>
            </a:xfrm>
          </p:grpSpPr>
          <p:sp>
            <p:nvSpPr>
              <p:cNvPr id="770" name="Google Shape;770;p17"/>
              <p:cNvSpPr/>
              <p:nvPr/>
            </p:nvSpPr>
            <p:spPr>
              <a:xfrm>
                <a:off x="4469971" y="2216942"/>
                <a:ext cx="57501" cy="44689"/>
              </a:xfrm>
              <a:custGeom>
                <a:avLst/>
                <a:gdLst/>
                <a:ahLst/>
                <a:cxnLst/>
                <a:rect l="l" t="t" r="r" b="b"/>
                <a:pathLst>
                  <a:path w="57501" h="44689" extrusionOk="0">
                    <a:moveTo>
                      <a:pt x="57501" y="0"/>
                    </a:moveTo>
                    <a:lnTo>
                      <a:pt x="0" y="0"/>
                    </a:lnTo>
                    <a:lnTo>
                      <a:pt x="18487" y="44689"/>
                    </a:lnTo>
                    <a:lnTo>
                      <a:pt x="38776" y="44689"/>
                    </a:lnTo>
                    <a:lnTo>
                      <a:pt x="5750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71" name="Google Shape;771;p17"/>
              <p:cNvSpPr/>
              <p:nvPr/>
            </p:nvSpPr>
            <p:spPr>
              <a:xfrm>
                <a:off x="4496614" y="2025306"/>
                <a:ext cx="110442" cy="191602"/>
              </a:xfrm>
              <a:custGeom>
                <a:avLst/>
                <a:gdLst/>
                <a:ahLst/>
                <a:cxnLst/>
                <a:rect l="l" t="t" r="r" b="b"/>
                <a:pathLst>
                  <a:path w="110442" h="191602" extrusionOk="0">
                    <a:moveTo>
                      <a:pt x="48054" y="0"/>
                    </a:moveTo>
                    <a:cubicBezTo>
                      <a:pt x="48054" y="0"/>
                      <a:pt x="106234" y="59574"/>
                      <a:pt x="110279" y="62973"/>
                    </a:cubicBezTo>
                    <a:cubicBezTo>
                      <a:pt x="114323" y="66337"/>
                      <a:pt x="41937" y="191603"/>
                      <a:pt x="41937" y="191603"/>
                    </a:cubicBezTo>
                    <a:lnTo>
                      <a:pt x="0" y="191603"/>
                    </a:lnTo>
                    <a:lnTo>
                      <a:pt x="0" y="8564"/>
                    </a:lnTo>
                    <a:lnTo>
                      <a:pt x="480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72" name="Google Shape;772;p17"/>
              <p:cNvSpPr/>
              <p:nvPr/>
            </p:nvSpPr>
            <p:spPr>
              <a:xfrm>
                <a:off x="4388719" y="2025306"/>
                <a:ext cx="110410" cy="191602"/>
              </a:xfrm>
              <a:custGeom>
                <a:avLst/>
                <a:gdLst/>
                <a:ahLst/>
                <a:cxnLst/>
                <a:rect l="l" t="t" r="r" b="b"/>
                <a:pathLst>
                  <a:path w="110410" h="191602" extrusionOk="0">
                    <a:moveTo>
                      <a:pt x="62391" y="0"/>
                    </a:moveTo>
                    <a:cubicBezTo>
                      <a:pt x="62391" y="0"/>
                      <a:pt x="4210" y="59574"/>
                      <a:pt x="166" y="62973"/>
                    </a:cubicBezTo>
                    <a:cubicBezTo>
                      <a:pt x="-3912" y="66337"/>
                      <a:pt x="68474" y="191603"/>
                      <a:pt x="68474" y="191603"/>
                    </a:cubicBezTo>
                    <a:lnTo>
                      <a:pt x="110410" y="191603"/>
                    </a:lnTo>
                    <a:lnTo>
                      <a:pt x="110410" y="8564"/>
                    </a:lnTo>
                    <a:lnTo>
                      <a:pt x="6239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73" name="Google Shape;773;p17"/>
              <p:cNvSpPr/>
              <p:nvPr/>
            </p:nvSpPr>
            <p:spPr>
              <a:xfrm>
                <a:off x="4381340" y="1840704"/>
                <a:ext cx="156938" cy="181135"/>
              </a:xfrm>
              <a:custGeom>
                <a:avLst/>
                <a:gdLst/>
                <a:ahLst/>
                <a:cxnLst/>
                <a:rect l="l" t="t" r="r" b="b"/>
                <a:pathLst>
                  <a:path w="156938" h="181135" extrusionOk="0">
                    <a:moveTo>
                      <a:pt x="0" y="0"/>
                    </a:moveTo>
                    <a:lnTo>
                      <a:pt x="20152" y="0"/>
                    </a:lnTo>
                    <a:cubicBezTo>
                      <a:pt x="95359" y="0"/>
                      <a:pt x="156939" y="61545"/>
                      <a:pt x="156939" y="136786"/>
                    </a:cubicBezTo>
                    <a:lnTo>
                      <a:pt x="156939" y="181136"/>
                    </a:lnTo>
                    <a:lnTo>
                      <a:pt x="82309" y="181136"/>
                    </a:lnTo>
                    <a:lnTo>
                      <a:pt x="82309" y="162478"/>
                    </a:lnTo>
                    <a:cubicBezTo>
                      <a:pt x="82309" y="94646"/>
                      <a:pt x="48733" y="70143"/>
                      <a:pt x="34" y="71741"/>
                    </a:cubicBez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74" name="Google Shape;774;p17"/>
              <p:cNvSpPr/>
              <p:nvPr/>
            </p:nvSpPr>
            <p:spPr>
              <a:xfrm>
                <a:off x="4432079" y="2021024"/>
                <a:ext cx="132436" cy="23721"/>
              </a:xfrm>
              <a:custGeom>
                <a:avLst/>
                <a:gdLst/>
                <a:ahLst/>
                <a:cxnLst/>
                <a:rect l="l" t="t" r="r" b="b"/>
                <a:pathLst>
                  <a:path w="132436" h="23721" extrusionOk="0">
                    <a:moveTo>
                      <a:pt x="0" y="23721"/>
                    </a:moveTo>
                    <a:lnTo>
                      <a:pt x="0" y="11861"/>
                    </a:lnTo>
                    <a:cubicBezTo>
                      <a:pt x="0" y="5336"/>
                      <a:pt x="5336" y="0"/>
                      <a:pt x="11860" y="0"/>
                    </a:cubicBezTo>
                    <a:lnTo>
                      <a:pt x="120576" y="0"/>
                    </a:lnTo>
                    <a:cubicBezTo>
                      <a:pt x="127101" y="0"/>
                      <a:pt x="132436" y="5336"/>
                      <a:pt x="132436" y="11861"/>
                    </a:cubicBezTo>
                    <a:lnTo>
                      <a:pt x="132436" y="23721"/>
                    </a:lnTo>
                    <a:lnTo>
                      <a:pt x="0" y="2372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75" name="Google Shape;775;p17"/>
              <p:cNvSpPr/>
              <p:nvPr/>
            </p:nvSpPr>
            <p:spPr>
              <a:xfrm>
                <a:off x="4493284" y="2021024"/>
                <a:ext cx="71230" cy="23721"/>
              </a:xfrm>
              <a:custGeom>
                <a:avLst/>
                <a:gdLst/>
                <a:ahLst/>
                <a:cxnLst/>
                <a:rect l="l" t="t" r="r" b="b"/>
                <a:pathLst>
                  <a:path w="71230" h="23721" extrusionOk="0">
                    <a:moveTo>
                      <a:pt x="0" y="0"/>
                    </a:moveTo>
                    <a:lnTo>
                      <a:pt x="59370" y="0"/>
                    </a:lnTo>
                    <a:cubicBezTo>
                      <a:pt x="65895" y="0"/>
                      <a:pt x="71231" y="5336"/>
                      <a:pt x="71231" y="11861"/>
                    </a:cubicBezTo>
                    <a:lnTo>
                      <a:pt x="71231" y="23721"/>
                    </a:lnTo>
                    <a:lnTo>
                      <a:pt x="0" y="237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76" name="Google Shape;776;p17"/>
              <p:cNvSpPr/>
              <p:nvPr/>
            </p:nvSpPr>
            <p:spPr>
              <a:xfrm>
                <a:off x="4453489" y="2009877"/>
                <a:ext cx="99131" cy="11248"/>
              </a:xfrm>
              <a:custGeom>
                <a:avLst/>
                <a:gdLst/>
                <a:ahLst/>
                <a:cxnLst/>
                <a:rect l="l" t="t" r="r" b="b"/>
                <a:pathLst>
                  <a:path w="99131" h="11248" extrusionOk="0">
                    <a:moveTo>
                      <a:pt x="93524" y="0"/>
                    </a:moveTo>
                    <a:lnTo>
                      <a:pt x="5607" y="0"/>
                    </a:lnTo>
                    <a:cubicBezTo>
                      <a:pt x="2515" y="0"/>
                      <a:pt x="0" y="2515"/>
                      <a:pt x="0" y="5607"/>
                    </a:cubicBezTo>
                    <a:lnTo>
                      <a:pt x="0" y="5607"/>
                    </a:lnTo>
                    <a:cubicBezTo>
                      <a:pt x="0" y="8700"/>
                      <a:pt x="2515" y="11249"/>
                      <a:pt x="5607" y="11249"/>
                    </a:cubicBezTo>
                    <a:lnTo>
                      <a:pt x="93524" y="11249"/>
                    </a:lnTo>
                    <a:cubicBezTo>
                      <a:pt x="96617" y="11249"/>
                      <a:pt x="99131" y="8700"/>
                      <a:pt x="99131" y="5607"/>
                    </a:cubicBezTo>
                    <a:lnTo>
                      <a:pt x="99131" y="5607"/>
                    </a:lnTo>
                    <a:cubicBezTo>
                      <a:pt x="99131" y="2515"/>
                      <a:pt x="96583" y="0"/>
                      <a:pt x="935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77" name="Google Shape;777;p17"/>
              <p:cNvSpPr/>
              <p:nvPr/>
            </p:nvSpPr>
            <p:spPr>
              <a:xfrm>
                <a:off x="4451585" y="1992137"/>
                <a:ext cx="99199" cy="11248"/>
              </a:xfrm>
              <a:custGeom>
                <a:avLst/>
                <a:gdLst/>
                <a:ahLst/>
                <a:cxnLst/>
                <a:rect l="l" t="t" r="r" b="b"/>
                <a:pathLst>
                  <a:path w="99199" h="11248" extrusionOk="0">
                    <a:moveTo>
                      <a:pt x="93558" y="34"/>
                    </a:moveTo>
                    <a:lnTo>
                      <a:pt x="5641" y="34"/>
                    </a:lnTo>
                    <a:cubicBezTo>
                      <a:pt x="2549" y="34"/>
                      <a:pt x="0" y="2549"/>
                      <a:pt x="0" y="5641"/>
                    </a:cubicBezTo>
                    <a:lnTo>
                      <a:pt x="0" y="5641"/>
                    </a:lnTo>
                    <a:cubicBezTo>
                      <a:pt x="0" y="8734"/>
                      <a:pt x="2549" y="11249"/>
                      <a:pt x="5641" y="11249"/>
                    </a:cubicBezTo>
                    <a:lnTo>
                      <a:pt x="93558" y="11249"/>
                    </a:lnTo>
                    <a:cubicBezTo>
                      <a:pt x="96651" y="11249"/>
                      <a:pt x="99200" y="8700"/>
                      <a:pt x="99200" y="5607"/>
                    </a:cubicBezTo>
                    <a:lnTo>
                      <a:pt x="99200" y="5607"/>
                    </a:lnTo>
                    <a:cubicBezTo>
                      <a:pt x="99200" y="2515"/>
                      <a:pt x="96685" y="0"/>
                      <a:pt x="935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78" name="Google Shape;778;p17"/>
              <p:cNvSpPr/>
              <p:nvPr/>
            </p:nvSpPr>
            <p:spPr>
              <a:xfrm>
                <a:off x="4449751" y="1974466"/>
                <a:ext cx="99165" cy="11214"/>
              </a:xfrm>
              <a:custGeom>
                <a:avLst/>
                <a:gdLst/>
                <a:ahLst/>
                <a:cxnLst/>
                <a:rect l="l" t="t" r="r" b="b"/>
                <a:pathLst>
                  <a:path w="99165" h="11214" extrusionOk="0">
                    <a:moveTo>
                      <a:pt x="93524" y="0"/>
                    </a:moveTo>
                    <a:lnTo>
                      <a:pt x="5607" y="0"/>
                    </a:lnTo>
                    <a:cubicBezTo>
                      <a:pt x="2515" y="0"/>
                      <a:pt x="0" y="2515"/>
                      <a:pt x="0" y="5607"/>
                    </a:cubicBezTo>
                    <a:lnTo>
                      <a:pt x="0" y="5607"/>
                    </a:lnTo>
                    <a:cubicBezTo>
                      <a:pt x="0" y="8700"/>
                      <a:pt x="2515" y="11215"/>
                      <a:pt x="5607" y="11215"/>
                    </a:cubicBezTo>
                    <a:lnTo>
                      <a:pt x="93524" y="11215"/>
                    </a:lnTo>
                    <a:cubicBezTo>
                      <a:pt x="96617" y="11215"/>
                      <a:pt x="99165" y="8666"/>
                      <a:pt x="99165" y="5607"/>
                    </a:cubicBezTo>
                    <a:lnTo>
                      <a:pt x="99165" y="5607"/>
                    </a:lnTo>
                    <a:cubicBezTo>
                      <a:pt x="99165" y="2515"/>
                      <a:pt x="96651" y="0"/>
                      <a:pt x="935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79" name="Google Shape;779;p17"/>
              <p:cNvSpPr/>
              <p:nvPr/>
            </p:nvSpPr>
            <p:spPr>
              <a:xfrm>
                <a:off x="4447881" y="1956760"/>
                <a:ext cx="99131" cy="11214"/>
              </a:xfrm>
              <a:custGeom>
                <a:avLst/>
                <a:gdLst/>
                <a:ahLst/>
                <a:cxnLst/>
                <a:rect l="l" t="t" r="r" b="b"/>
                <a:pathLst>
                  <a:path w="99131" h="11214" extrusionOk="0">
                    <a:moveTo>
                      <a:pt x="93524" y="0"/>
                    </a:moveTo>
                    <a:lnTo>
                      <a:pt x="5607" y="0"/>
                    </a:lnTo>
                    <a:cubicBezTo>
                      <a:pt x="2515" y="0"/>
                      <a:pt x="0" y="2515"/>
                      <a:pt x="0" y="5607"/>
                    </a:cubicBezTo>
                    <a:lnTo>
                      <a:pt x="0" y="5607"/>
                    </a:lnTo>
                    <a:cubicBezTo>
                      <a:pt x="0" y="8700"/>
                      <a:pt x="2549" y="11215"/>
                      <a:pt x="5607" y="11215"/>
                    </a:cubicBezTo>
                    <a:lnTo>
                      <a:pt x="93524" y="11215"/>
                    </a:lnTo>
                    <a:cubicBezTo>
                      <a:pt x="96617" y="11215"/>
                      <a:pt x="99132" y="8700"/>
                      <a:pt x="99132" y="5607"/>
                    </a:cubicBezTo>
                    <a:lnTo>
                      <a:pt x="99132" y="5607"/>
                    </a:lnTo>
                    <a:cubicBezTo>
                      <a:pt x="99132" y="2515"/>
                      <a:pt x="96617" y="0"/>
                      <a:pt x="935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80" name="Google Shape;780;p17"/>
              <p:cNvSpPr/>
              <p:nvPr/>
            </p:nvSpPr>
            <p:spPr>
              <a:xfrm>
                <a:off x="4446074" y="1936907"/>
                <a:ext cx="99074" cy="15507"/>
              </a:xfrm>
              <a:custGeom>
                <a:avLst/>
                <a:gdLst/>
                <a:ahLst/>
                <a:cxnLst/>
                <a:rect l="l" t="t" r="r" b="b"/>
                <a:pathLst>
                  <a:path w="99074" h="15507" extrusionOk="0">
                    <a:moveTo>
                      <a:pt x="93156" y="6"/>
                    </a:moveTo>
                    <a:lnTo>
                      <a:pt x="5341" y="4288"/>
                    </a:lnTo>
                    <a:cubicBezTo>
                      <a:pt x="2249" y="4424"/>
                      <a:pt x="-130" y="7074"/>
                      <a:pt x="6" y="10167"/>
                    </a:cubicBezTo>
                    <a:lnTo>
                      <a:pt x="6" y="10167"/>
                    </a:lnTo>
                    <a:cubicBezTo>
                      <a:pt x="142" y="13259"/>
                      <a:pt x="2792" y="15638"/>
                      <a:pt x="5885" y="15502"/>
                    </a:cubicBezTo>
                    <a:lnTo>
                      <a:pt x="93734" y="11220"/>
                    </a:lnTo>
                    <a:cubicBezTo>
                      <a:pt x="96826" y="11084"/>
                      <a:pt x="99205" y="8434"/>
                      <a:pt x="99069" y="5341"/>
                    </a:cubicBezTo>
                    <a:lnTo>
                      <a:pt x="99069" y="5341"/>
                    </a:lnTo>
                    <a:cubicBezTo>
                      <a:pt x="98899" y="2249"/>
                      <a:pt x="96283" y="-130"/>
                      <a:pt x="93190" y="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81" name="Google Shape;781;p17"/>
              <p:cNvSpPr/>
              <p:nvPr/>
            </p:nvSpPr>
            <p:spPr>
              <a:xfrm>
                <a:off x="4437315" y="1910952"/>
                <a:ext cx="97595" cy="27725"/>
              </a:xfrm>
              <a:custGeom>
                <a:avLst/>
                <a:gdLst/>
                <a:ahLst/>
                <a:cxnLst/>
                <a:rect l="l" t="t" r="r" b="b"/>
                <a:pathLst>
                  <a:path w="97595" h="27725" extrusionOk="0">
                    <a:moveTo>
                      <a:pt x="90939" y="99"/>
                    </a:moveTo>
                    <a:lnTo>
                      <a:pt x="4551" y="16582"/>
                    </a:lnTo>
                    <a:cubicBezTo>
                      <a:pt x="1526" y="17159"/>
                      <a:pt x="-479" y="20116"/>
                      <a:pt x="99" y="23175"/>
                    </a:cubicBezTo>
                    <a:lnTo>
                      <a:pt x="99" y="23175"/>
                    </a:lnTo>
                    <a:cubicBezTo>
                      <a:pt x="677" y="26199"/>
                      <a:pt x="3633" y="28204"/>
                      <a:pt x="6658" y="27626"/>
                    </a:cubicBezTo>
                    <a:lnTo>
                      <a:pt x="93012" y="11110"/>
                    </a:lnTo>
                    <a:cubicBezTo>
                      <a:pt x="96036" y="10532"/>
                      <a:pt x="98075" y="7576"/>
                      <a:pt x="97498" y="4551"/>
                    </a:cubicBezTo>
                    <a:lnTo>
                      <a:pt x="97498" y="4551"/>
                    </a:lnTo>
                    <a:cubicBezTo>
                      <a:pt x="96920" y="1526"/>
                      <a:pt x="93963" y="-478"/>
                      <a:pt x="90939" y="9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82" name="Google Shape;782;p17"/>
              <p:cNvSpPr/>
              <p:nvPr/>
            </p:nvSpPr>
            <p:spPr>
              <a:xfrm>
                <a:off x="4429531" y="1882948"/>
                <a:ext cx="90598" cy="49035"/>
              </a:xfrm>
              <a:custGeom>
                <a:avLst/>
                <a:gdLst/>
                <a:ahLst/>
                <a:cxnLst/>
                <a:rect l="l" t="t" r="r" b="b"/>
                <a:pathLst>
                  <a:path w="90598" h="49035" extrusionOk="0">
                    <a:moveTo>
                      <a:pt x="82580" y="542"/>
                    </a:moveTo>
                    <a:lnTo>
                      <a:pt x="3193" y="38366"/>
                    </a:lnTo>
                    <a:cubicBezTo>
                      <a:pt x="406" y="39692"/>
                      <a:pt x="-783" y="43056"/>
                      <a:pt x="542" y="45843"/>
                    </a:cubicBezTo>
                    <a:lnTo>
                      <a:pt x="542" y="45843"/>
                    </a:lnTo>
                    <a:cubicBezTo>
                      <a:pt x="1867" y="48630"/>
                      <a:pt x="5232" y="49819"/>
                      <a:pt x="8018" y="48494"/>
                    </a:cubicBezTo>
                    <a:lnTo>
                      <a:pt x="87405" y="10669"/>
                    </a:lnTo>
                    <a:cubicBezTo>
                      <a:pt x="90192" y="9344"/>
                      <a:pt x="91382" y="5980"/>
                      <a:pt x="90056" y="3193"/>
                    </a:cubicBezTo>
                    <a:lnTo>
                      <a:pt x="90056" y="3193"/>
                    </a:lnTo>
                    <a:cubicBezTo>
                      <a:pt x="88731" y="406"/>
                      <a:pt x="85332" y="-783"/>
                      <a:pt x="82546" y="5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83" name="Google Shape;783;p17"/>
              <p:cNvSpPr/>
              <p:nvPr/>
            </p:nvSpPr>
            <p:spPr>
              <a:xfrm>
                <a:off x="4422838" y="1855265"/>
                <a:ext cx="71972" cy="74814"/>
              </a:xfrm>
              <a:custGeom>
                <a:avLst/>
                <a:gdLst/>
                <a:ahLst/>
                <a:cxnLst/>
                <a:rect l="l" t="t" r="r" b="b"/>
                <a:pathLst>
                  <a:path w="71972" h="74814" extrusionOk="0">
                    <a:moveTo>
                      <a:pt x="62324" y="1718"/>
                    </a:moveTo>
                    <a:lnTo>
                      <a:pt x="1560" y="65302"/>
                    </a:lnTo>
                    <a:cubicBezTo>
                      <a:pt x="-581" y="67545"/>
                      <a:pt x="-513" y="71113"/>
                      <a:pt x="1730" y="73254"/>
                    </a:cubicBezTo>
                    <a:lnTo>
                      <a:pt x="1730" y="73254"/>
                    </a:lnTo>
                    <a:cubicBezTo>
                      <a:pt x="3973" y="75395"/>
                      <a:pt x="7541" y="75327"/>
                      <a:pt x="9682" y="73085"/>
                    </a:cubicBezTo>
                    <a:lnTo>
                      <a:pt x="70412" y="9500"/>
                    </a:lnTo>
                    <a:cubicBezTo>
                      <a:pt x="72553" y="7257"/>
                      <a:pt x="72485" y="3689"/>
                      <a:pt x="70242" y="1548"/>
                    </a:cubicBezTo>
                    <a:lnTo>
                      <a:pt x="70242" y="1548"/>
                    </a:lnTo>
                    <a:cubicBezTo>
                      <a:pt x="67999" y="-593"/>
                      <a:pt x="64431" y="-491"/>
                      <a:pt x="62324" y="17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84" name="Google Shape;784;p17"/>
              <p:cNvSpPr/>
              <p:nvPr/>
            </p:nvSpPr>
            <p:spPr>
              <a:xfrm>
                <a:off x="4416185" y="1835374"/>
                <a:ext cx="45386" cy="92221"/>
              </a:xfrm>
              <a:custGeom>
                <a:avLst/>
                <a:gdLst/>
                <a:ahLst/>
                <a:cxnLst/>
                <a:rect l="l" t="t" r="r" b="b"/>
                <a:pathLst>
                  <a:path w="45386" h="92221" extrusionOk="0">
                    <a:moveTo>
                      <a:pt x="34619" y="3427"/>
                    </a:moveTo>
                    <a:lnTo>
                      <a:pt x="431" y="84445"/>
                    </a:lnTo>
                    <a:cubicBezTo>
                      <a:pt x="-758" y="87299"/>
                      <a:pt x="601" y="90596"/>
                      <a:pt x="3422" y="91785"/>
                    </a:cubicBezTo>
                    <a:lnTo>
                      <a:pt x="3422" y="91785"/>
                    </a:lnTo>
                    <a:cubicBezTo>
                      <a:pt x="6277" y="92975"/>
                      <a:pt x="9573" y="91649"/>
                      <a:pt x="10762" y="88795"/>
                    </a:cubicBezTo>
                    <a:lnTo>
                      <a:pt x="44951" y="7777"/>
                    </a:lnTo>
                    <a:cubicBezTo>
                      <a:pt x="46140" y="4956"/>
                      <a:pt x="44815" y="1625"/>
                      <a:pt x="41960" y="436"/>
                    </a:cubicBezTo>
                    <a:lnTo>
                      <a:pt x="41960" y="436"/>
                    </a:lnTo>
                    <a:cubicBezTo>
                      <a:pt x="39105" y="-753"/>
                      <a:pt x="35809" y="572"/>
                      <a:pt x="34585" y="342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85" name="Google Shape;785;p17"/>
              <p:cNvSpPr/>
              <p:nvPr/>
            </p:nvSpPr>
            <p:spPr>
              <a:xfrm>
                <a:off x="4407685" y="1824165"/>
                <a:ext cx="19556" cy="98768"/>
              </a:xfrm>
              <a:custGeom>
                <a:avLst/>
                <a:gdLst/>
                <a:ahLst/>
                <a:cxnLst/>
                <a:rect l="l" t="t" r="r" b="b"/>
                <a:pathLst>
                  <a:path w="19556" h="98768" extrusionOk="0">
                    <a:moveTo>
                      <a:pt x="8354" y="5086"/>
                    </a:moveTo>
                    <a:lnTo>
                      <a:pt x="28" y="92629"/>
                    </a:lnTo>
                    <a:cubicBezTo>
                      <a:pt x="-279" y="95722"/>
                      <a:pt x="1999" y="98440"/>
                      <a:pt x="5091" y="98746"/>
                    </a:cubicBezTo>
                    <a:lnTo>
                      <a:pt x="5091" y="98746"/>
                    </a:lnTo>
                    <a:cubicBezTo>
                      <a:pt x="8149" y="99018"/>
                      <a:pt x="10902" y="96775"/>
                      <a:pt x="11208" y="93683"/>
                    </a:cubicBezTo>
                    <a:lnTo>
                      <a:pt x="19534" y="6140"/>
                    </a:lnTo>
                    <a:cubicBezTo>
                      <a:pt x="19806" y="3047"/>
                      <a:pt x="17563" y="294"/>
                      <a:pt x="14471" y="22"/>
                    </a:cubicBezTo>
                    <a:lnTo>
                      <a:pt x="14471" y="22"/>
                    </a:lnTo>
                    <a:cubicBezTo>
                      <a:pt x="11378" y="-250"/>
                      <a:pt x="8625" y="1993"/>
                      <a:pt x="8320" y="50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86" name="Google Shape;786;p17"/>
              <p:cNvSpPr/>
              <p:nvPr/>
            </p:nvSpPr>
            <p:spPr>
              <a:xfrm>
                <a:off x="4380117" y="1825037"/>
                <a:ext cx="11486" cy="99165"/>
              </a:xfrm>
              <a:custGeom>
                <a:avLst/>
                <a:gdLst/>
                <a:ahLst/>
                <a:cxnLst/>
                <a:rect l="l" t="t" r="r" b="b"/>
                <a:pathLst>
                  <a:path w="11486" h="99165" extrusionOk="0">
                    <a:moveTo>
                      <a:pt x="238" y="5607"/>
                    </a:moveTo>
                    <a:lnTo>
                      <a:pt x="0" y="93524"/>
                    </a:lnTo>
                    <a:cubicBezTo>
                      <a:pt x="0" y="96617"/>
                      <a:pt x="2515" y="99166"/>
                      <a:pt x="5607" y="99166"/>
                    </a:cubicBezTo>
                    <a:lnTo>
                      <a:pt x="5607" y="99166"/>
                    </a:lnTo>
                    <a:cubicBezTo>
                      <a:pt x="8700" y="99166"/>
                      <a:pt x="11249" y="96651"/>
                      <a:pt x="11249" y="93558"/>
                    </a:cubicBezTo>
                    <a:lnTo>
                      <a:pt x="11486" y="5641"/>
                    </a:lnTo>
                    <a:cubicBezTo>
                      <a:pt x="11486" y="2549"/>
                      <a:pt x="8971" y="34"/>
                      <a:pt x="5879" y="0"/>
                    </a:cubicBezTo>
                    <a:lnTo>
                      <a:pt x="5879" y="0"/>
                    </a:lnTo>
                    <a:cubicBezTo>
                      <a:pt x="2787" y="0"/>
                      <a:pt x="272" y="2515"/>
                      <a:pt x="238" y="56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9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6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831" name="Google Shape;831;p19"/>
          <p:cNvGrpSpPr/>
          <p:nvPr/>
        </p:nvGrpSpPr>
        <p:grpSpPr>
          <a:xfrm>
            <a:off x="137545" y="-6637"/>
            <a:ext cx="9015424" cy="5150143"/>
            <a:chOff x="137545" y="-6637"/>
            <a:chExt cx="9015424" cy="5150143"/>
          </a:xfrm>
        </p:grpSpPr>
        <p:grpSp>
          <p:nvGrpSpPr>
            <p:cNvPr id="832" name="Google Shape;832;p19"/>
            <p:cNvGrpSpPr/>
            <p:nvPr/>
          </p:nvGrpSpPr>
          <p:grpSpPr>
            <a:xfrm rot="5400000">
              <a:off x="-471089" y="4112989"/>
              <a:ext cx="1639151" cy="421882"/>
              <a:chOff x="2195175" y="2564277"/>
              <a:chExt cx="575181" cy="148034"/>
            </a:xfrm>
          </p:grpSpPr>
          <p:sp>
            <p:nvSpPr>
              <p:cNvPr id="833" name="Google Shape;833;p19"/>
              <p:cNvSpPr/>
              <p:nvPr/>
            </p:nvSpPr>
            <p:spPr>
              <a:xfrm>
                <a:off x="2692873" y="2596358"/>
                <a:ext cx="63822" cy="79828"/>
              </a:xfrm>
              <a:custGeom>
                <a:avLst/>
                <a:gdLst/>
                <a:ahLst/>
                <a:cxnLst/>
                <a:rect l="l" t="t" r="r" b="b"/>
                <a:pathLst>
                  <a:path w="63822" h="79828" extrusionOk="0">
                    <a:moveTo>
                      <a:pt x="0" y="0"/>
                    </a:moveTo>
                    <a:lnTo>
                      <a:pt x="63822" y="0"/>
                    </a:lnTo>
                    <a:lnTo>
                      <a:pt x="63822" y="79829"/>
                    </a:lnTo>
                    <a:lnTo>
                      <a:pt x="0" y="7982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34" name="Google Shape;834;p19"/>
              <p:cNvSpPr/>
              <p:nvPr/>
            </p:nvSpPr>
            <p:spPr>
              <a:xfrm>
                <a:off x="2692873" y="2606622"/>
                <a:ext cx="63822" cy="11384"/>
              </a:xfrm>
              <a:custGeom>
                <a:avLst/>
                <a:gdLst/>
                <a:ahLst/>
                <a:cxnLst/>
                <a:rect l="l" t="t" r="r" b="b"/>
                <a:pathLst>
                  <a:path w="63822" h="11384" extrusionOk="0">
                    <a:moveTo>
                      <a:pt x="0" y="0"/>
                    </a:moveTo>
                    <a:lnTo>
                      <a:pt x="63822" y="0"/>
                    </a:lnTo>
                    <a:lnTo>
                      <a:pt x="63822" y="11385"/>
                    </a:lnTo>
                    <a:lnTo>
                      <a:pt x="0" y="11385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35" name="Google Shape;835;p19"/>
              <p:cNvSpPr/>
              <p:nvPr/>
            </p:nvSpPr>
            <p:spPr>
              <a:xfrm>
                <a:off x="2744731" y="2566146"/>
                <a:ext cx="25624" cy="143107"/>
              </a:xfrm>
              <a:custGeom>
                <a:avLst/>
                <a:gdLst/>
                <a:ahLst/>
                <a:cxnLst/>
                <a:rect l="l" t="t" r="r" b="b"/>
                <a:pathLst>
                  <a:path w="25624" h="143107" extrusionOk="0">
                    <a:moveTo>
                      <a:pt x="25624" y="0"/>
                    </a:moveTo>
                    <a:lnTo>
                      <a:pt x="12812" y="0"/>
                    </a:lnTo>
                    <a:cubicBezTo>
                      <a:pt x="5777" y="0"/>
                      <a:pt x="0" y="5777"/>
                      <a:pt x="0" y="12812"/>
                    </a:cubicBezTo>
                    <a:lnTo>
                      <a:pt x="0" y="130295"/>
                    </a:lnTo>
                    <a:cubicBezTo>
                      <a:pt x="0" y="137330"/>
                      <a:pt x="5777" y="143107"/>
                      <a:pt x="12812" y="143107"/>
                    </a:cubicBezTo>
                    <a:lnTo>
                      <a:pt x="25624" y="143107"/>
                    </a:lnTo>
                    <a:lnTo>
                      <a:pt x="2562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36" name="Google Shape;836;p19"/>
              <p:cNvSpPr/>
              <p:nvPr/>
            </p:nvSpPr>
            <p:spPr>
              <a:xfrm>
                <a:off x="2744731" y="2632280"/>
                <a:ext cx="25624" cy="76974"/>
              </a:xfrm>
              <a:custGeom>
                <a:avLst/>
                <a:gdLst/>
                <a:ahLst/>
                <a:cxnLst/>
                <a:rect l="l" t="t" r="r" b="b"/>
                <a:pathLst>
                  <a:path w="25624" h="76974" extrusionOk="0">
                    <a:moveTo>
                      <a:pt x="0" y="0"/>
                    </a:moveTo>
                    <a:lnTo>
                      <a:pt x="0" y="64162"/>
                    </a:lnTo>
                    <a:cubicBezTo>
                      <a:pt x="0" y="71197"/>
                      <a:pt x="5777" y="76974"/>
                      <a:pt x="12812" y="76974"/>
                    </a:cubicBezTo>
                    <a:lnTo>
                      <a:pt x="25624" y="76974"/>
                    </a:lnTo>
                    <a:lnTo>
                      <a:pt x="25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37" name="Google Shape;837;p19"/>
              <p:cNvSpPr/>
              <p:nvPr/>
            </p:nvSpPr>
            <p:spPr>
              <a:xfrm>
                <a:off x="2272625" y="2564277"/>
                <a:ext cx="423680" cy="148034"/>
              </a:xfrm>
              <a:custGeom>
                <a:avLst/>
                <a:gdLst/>
                <a:ahLst/>
                <a:cxnLst/>
                <a:rect l="l" t="t" r="r" b="b"/>
                <a:pathLst>
                  <a:path w="423680" h="148034" extrusionOk="0">
                    <a:moveTo>
                      <a:pt x="14341" y="0"/>
                    </a:moveTo>
                    <a:lnTo>
                      <a:pt x="409339" y="0"/>
                    </a:lnTo>
                    <a:cubicBezTo>
                      <a:pt x="417257" y="0"/>
                      <a:pt x="423680" y="6661"/>
                      <a:pt x="423680" y="14783"/>
                    </a:cubicBezTo>
                    <a:lnTo>
                      <a:pt x="423680" y="133252"/>
                    </a:lnTo>
                    <a:cubicBezTo>
                      <a:pt x="423680" y="141408"/>
                      <a:pt x="417257" y="148035"/>
                      <a:pt x="409339" y="148035"/>
                    </a:cubicBezTo>
                    <a:lnTo>
                      <a:pt x="14341" y="148035"/>
                    </a:lnTo>
                    <a:cubicBezTo>
                      <a:pt x="6457" y="148035"/>
                      <a:pt x="0" y="141374"/>
                      <a:pt x="0" y="133252"/>
                    </a:cubicBezTo>
                    <a:lnTo>
                      <a:pt x="0" y="14783"/>
                    </a:lnTo>
                    <a:cubicBezTo>
                      <a:pt x="0" y="6661"/>
                      <a:pt x="6457" y="0"/>
                      <a:pt x="143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38" name="Google Shape;838;p19"/>
              <p:cNvSpPr/>
              <p:nvPr/>
            </p:nvSpPr>
            <p:spPr>
              <a:xfrm>
                <a:off x="2285267" y="2573283"/>
                <a:ext cx="397954" cy="130295"/>
              </a:xfrm>
              <a:custGeom>
                <a:avLst/>
                <a:gdLst/>
                <a:ahLst/>
                <a:cxnLst/>
                <a:rect l="l" t="t" r="r" b="b"/>
                <a:pathLst>
                  <a:path w="397954" h="130295" extrusionOk="0">
                    <a:moveTo>
                      <a:pt x="12608" y="0"/>
                    </a:moveTo>
                    <a:lnTo>
                      <a:pt x="385312" y="0"/>
                    </a:lnTo>
                    <a:cubicBezTo>
                      <a:pt x="392245" y="0"/>
                      <a:pt x="397954" y="5845"/>
                      <a:pt x="397954" y="13016"/>
                    </a:cubicBezTo>
                    <a:lnTo>
                      <a:pt x="397954" y="117279"/>
                    </a:lnTo>
                    <a:cubicBezTo>
                      <a:pt x="397954" y="124416"/>
                      <a:pt x="392245" y="130295"/>
                      <a:pt x="385312" y="130295"/>
                    </a:cubicBezTo>
                    <a:lnTo>
                      <a:pt x="12608" y="130295"/>
                    </a:lnTo>
                    <a:cubicBezTo>
                      <a:pt x="5675" y="130295"/>
                      <a:pt x="0" y="124416"/>
                      <a:pt x="0" y="117279"/>
                    </a:cubicBezTo>
                    <a:lnTo>
                      <a:pt x="0" y="13016"/>
                    </a:lnTo>
                    <a:cubicBezTo>
                      <a:pt x="0" y="5845"/>
                      <a:pt x="5675" y="0"/>
                      <a:pt x="12608" y="0"/>
                    </a:cubicBez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839" name="Google Shape;839;p19"/>
              <p:cNvGrpSpPr/>
              <p:nvPr/>
            </p:nvGrpSpPr>
            <p:grpSpPr>
              <a:xfrm>
                <a:off x="2445264" y="2583716"/>
                <a:ext cx="207540" cy="106166"/>
                <a:chOff x="2445264" y="2583716"/>
                <a:chExt cx="207540" cy="106166"/>
              </a:xfrm>
            </p:grpSpPr>
            <p:sp>
              <p:nvSpPr>
                <p:cNvPr id="840" name="Google Shape;840;p19"/>
                <p:cNvSpPr/>
                <p:nvPr/>
              </p:nvSpPr>
              <p:spPr>
                <a:xfrm>
                  <a:off x="2445264" y="2628813"/>
                  <a:ext cx="53694" cy="2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694" h="20900" extrusionOk="0">
                      <a:moveTo>
                        <a:pt x="0" y="0"/>
                      </a:moveTo>
                      <a:lnTo>
                        <a:pt x="53695" y="0"/>
                      </a:lnTo>
                      <a:lnTo>
                        <a:pt x="53695" y="20900"/>
                      </a:lnTo>
                      <a:lnTo>
                        <a:pt x="0" y="2090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841" name="Google Shape;841;p19"/>
                <p:cNvSpPr/>
                <p:nvPr/>
              </p:nvSpPr>
              <p:spPr>
                <a:xfrm>
                  <a:off x="2599110" y="2627216"/>
                  <a:ext cx="53694" cy="2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694" h="20900" extrusionOk="0">
                      <a:moveTo>
                        <a:pt x="0" y="0"/>
                      </a:moveTo>
                      <a:lnTo>
                        <a:pt x="53695" y="0"/>
                      </a:lnTo>
                      <a:lnTo>
                        <a:pt x="53695" y="20900"/>
                      </a:lnTo>
                      <a:lnTo>
                        <a:pt x="0" y="2090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842" name="Google Shape;842;p19"/>
                <p:cNvSpPr/>
                <p:nvPr/>
              </p:nvSpPr>
              <p:spPr>
                <a:xfrm>
                  <a:off x="2494643" y="2583716"/>
                  <a:ext cx="106166" cy="106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166" h="106166" extrusionOk="0">
                      <a:moveTo>
                        <a:pt x="53083" y="106166"/>
                      </a:moveTo>
                      <a:cubicBezTo>
                        <a:pt x="82309" y="106166"/>
                        <a:pt x="106166" y="82309"/>
                        <a:pt x="106166" y="53083"/>
                      </a:cubicBezTo>
                      <a:cubicBezTo>
                        <a:pt x="106166" y="23857"/>
                        <a:pt x="82309" y="0"/>
                        <a:pt x="53083" y="0"/>
                      </a:cubicBezTo>
                      <a:cubicBezTo>
                        <a:pt x="23857" y="0"/>
                        <a:pt x="0" y="23857"/>
                        <a:pt x="0" y="53083"/>
                      </a:cubicBezTo>
                      <a:cubicBezTo>
                        <a:pt x="0" y="82309"/>
                        <a:pt x="23823" y="106166"/>
                        <a:pt x="53083" y="10616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843" name="Google Shape;843;p19"/>
                <p:cNvSpPr/>
                <p:nvPr/>
              </p:nvSpPr>
              <p:spPr>
                <a:xfrm>
                  <a:off x="2503037" y="2592110"/>
                  <a:ext cx="89378" cy="89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78" h="89378" extrusionOk="0">
                      <a:moveTo>
                        <a:pt x="44689" y="89378"/>
                      </a:moveTo>
                      <a:cubicBezTo>
                        <a:pt x="69328" y="89378"/>
                        <a:pt x="89378" y="69294"/>
                        <a:pt x="89378" y="44689"/>
                      </a:cubicBezTo>
                      <a:cubicBezTo>
                        <a:pt x="89378" y="20085"/>
                        <a:pt x="69294" y="0"/>
                        <a:pt x="44689" y="0"/>
                      </a:cubicBezTo>
                      <a:cubicBezTo>
                        <a:pt x="20085" y="0"/>
                        <a:pt x="0" y="20085"/>
                        <a:pt x="0" y="44689"/>
                      </a:cubicBezTo>
                      <a:cubicBezTo>
                        <a:pt x="0" y="69294"/>
                        <a:pt x="20085" y="89378"/>
                        <a:pt x="44689" y="8937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844" name="Google Shape;844;p19"/>
                <p:cNvSpPr/>
                <p:nvPr/>
              </p:nvSpPr>
              <p:spPr>
                <a:xfrm>
                  <a:off x="2503037" y="2592110"/>
                  <a:ext cx="89378" cy="46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78" h="46388" extrusionOk="0">
                      <a:moveTo>
                        <a:pt x="44689" y="0"/>
                      </a:moveTo>
                      <a:cubicBezTo>
                        <a:pt x="69362" y="0"/>
                        <a:pt x="89378" y="20017"/>
                        <a:pt x="89378" y="44689"/>
                      </a:cubicBezTo>
                      <a:cubicBezTo>
                        <a:pt x="89378" y="45267"/>
                        <a:pt x="89378" y="45811"/>
                        <a:pt x="89310" y="46388"/>
                      </a:cubicBezTo>
                      <a:lnTo>
                        <a:pt x="34" y="46388"/>
                      </a:lnTo>
                      <a:cubicBezTo>
                        <a:pt x="34" y="45811"/>
                        <a:pt x="0" y="45267"/>
                        <a:pt x="0" y="44689"/>
                      </a:cubicBezTo>
                      <a:cubicBezTo>
                        <a:pt x="0" y="20017"/>
                        <a:pt x="20017" y="0"/>
                        <a:pt x="44689" y="0"/>
                      </a:cubicBezTo>
                      <a:close/>
                    </a:path>
                  </a:pathLst>
                </a:custGeom>
                <a:solidFill>
                  <a:srgbClr val="74D9E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845" name="Google Shape;845;p19"/>
                <p:cNvSpPr/>
                <p:nvPr/>
              </p:nvSpPr>
              <p:spPr>
                <a:xfrm>
                  <a:off x="2546877" y="2599961"/>
                  <a:ext cx="46223" cy="37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223" h="37994" extrusionOk="0">
                      <a:moveTo>
                        <a:pt x="42004" y="18318"/>
                      </a:moveTo>
                      <a:cubicBezTo>
                        <a:pt x="44961" y="24673"/>
                        <a:pt x="46320" y="31401"/>
                        <a:pt x="46218" y="37994"/>
                      </a:cubicBezTo>
                      <a:lnTo>
                        <a:pt x="0" y="37994"/>
                      </a:lnTo>
                      <a:lnTo>
                        <a:pt x="26168" y="0"/>
                      </a:lnTo>
                      <a:cubicBezTo>
                        <a:pt x="32829" y="4384"/>
                        <a:pt x="38368" y="10603"/>
                        <a:pt x="42004" y="18318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846" name="Google Shape;846;p19"/>
                <p:cNvSpPr/>
                <p:nvPr/>
              </p:nvSpPr>
              <p:spPr>
                <a:xfrm>
                  <a:off x="2527812" y="2592375"/>
                  <a:ext cx="42887" cy="463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87" h="46361" extrusionOk="0">
                      <a:moveTo>
                        <a:pt x="23687" y="143"/>
                      </a:moveTo>
                      <a:cubicBezTo>
                        <a:pt x="30722" y="687"/>
                        <a:pt x="37212" y="2828"/>
                        <a:pt x="42888" y="6193"/>
                      </a:cubicBezTo>
                      <a:lnTo>
                        <a:pt x="20085" y="46362"/>
                      </a:lnTo>
                      <a:lnTo>
                        <a:pt x="0" y="4833"/>
                      </a:lnTo>
                      <a:cubicBezTo>
                        <a:pt x="7069" y="1231"/>
                        <a:pt x="15225" y="-536"/>
                        <a:pt x="23721" y="14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847" name="Google Shape;847;p19"/>
                <p:cNvSpPr/>
                <p:nvPr/>
              </p:nvSpPr>
              <p:spPr>
                <a:xfrm>
                  <a:off x="2503770" y="2600402"/>
                  <a:ext cx="46199" cy="38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99" h="38572" extrusionOk="0">
                      <a:moveTo>
                        <a:pt x="5554" y="15021"/>
                      </a:moveTo>
                      <a:cubicBezTo>
                        <a:pt x="8953" y="8836"/>
                        <a:pt x="13540" y="3806"/>
                        <a:pt x="18944" y="0"/>
                      </a:cubicBezTo>
                      <a:lnTo>
                        <a:pt x="46199" y="37349"/>
                      </a:lnTo>
                      <a:lnTo>
                        <a:pt x="49" y="38572"/>
                      </a:lnTo>
                      <a:cubicBezTo>
                        <a:pt x="-325" y="30620"/>
                        <a:pt x="1442" y="22497"/>
                        <a:pt x="5520" y="1502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grpSp>
              <p:nvGrpSpPr>
                <p:cNvPr id="848" name="Google Shape;848;p19"/>
                <p:cNvGrpSpPr/>
                <p:nvPr/>
              </p:nvGrpSpPr>
              <p:grpSpPr>
                <a:xfrm>
                  <a:off x="2527089" y="2609748"/>
                  <a:ext cx="30439" cy="37610"/>
                  <a:chOff x="4840276" y="2840598"/>
                  <a:chExt cx="30439" cy="37610"/>
                </a:xfrm>
              </p:grpSpPr>
              <p:sp>
                <p:nvSpPr>
                  <p:cNvPr id="849" name="Google Shape;849;p19"/>
                  <p:cNvSpPr/>
                  <p:nvPr/>
                </p:nvSpPr>
                <p:spPr>
                  <a:xfrm>
                    <a:off x="4850500" y="2857984"/>
                    <a:ext cx="20215" cy="202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15" h="20224" extrusionOk="0">
                        <a:moveTo>
                          <a:pt x="8171" y="184"/>
                        </a:moveTo>
                        <a:cubicBezTo>
                          <a:pt x="13642" y="-869"/>
                          <a:pt x="18978" y="2699"/>
                          <a:pt x="20031" y="8171"/>
                        </a:cubicBezTo>
                        <a:cubicBezTo>
                          <a:pt x="21085" y="13642"/>
                          <a:pt x="17516" y="18944"/>
                          <a:pt x="12045" y="20031"/>
                        </a:cubicBezTo>
                        <a:cubicBezTo>
                          <a:pt x="6573" y="21119"/>
                          <a:pt x="1238" y="17516"/>
                          <a:pt x="184" y="12045"/>
                        </a:cubicBezTo>
                        <a:cubicBezTo>
                          <a:pt x="-869" y="6573"/>
                          <a:pt x="2699" y="1238"/>
                          <a:pt x="8171" y="184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850" name="Google Shape;850;p19"/>
                  <p:cNvSpPr/>
                  <p:nvPr/>
                </p:nvSpPr>
                <p:spPr>
                  <a:xfrm>
                    <a:off x="4840276" y="2840598"/>
                    <a:ext cx="20501" cy="2569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1" h="25692" extrusionOk="0">
                        <a:moveTo>
                          <a:pt x="14351" y="25692"/>
                        </a:moveTo>
                        <a:lnTo>
                          <a:pt x="20502" y="21410"/>
                        </a:lnTo>
                        <a:lnTo>
                          <a:pt x="6806" y="1597"/>
                        </a:lnTo>
                        <a:cubicBezTo>
                          <a:pt x="5651" y="-68"/>
                          <a:pt x="3306" y="-510"/>
                          <a:pt x="1606" y="646"/>
                        </a:cubicBezTo>
                        <a:lnTo>
                          <a:pt x="1606" y="646"/>
                        </a:lnTo>
                        <a:cubicBezTo>
                          <a:pt x="-93" y="1835"/>
                          <a:pt x="-501" y="4180"/>
                          <a:pt x="655" y="5845"/>
                        </a:cubicBezTo>
                        <a:lnTo>
                          <a:pt x="14317" y="25658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</p:grpSp>
          </p:grpSp>
          <p:sp>
            <p:nvSpPr>
              <p:cNvPr id="851" name="Google Shape;851;p19"/>
              <p:cNvSpPr/>
              <p:nvPr/>
            </p:nvSpPr>
            <p:spPr>
              <a:xfrm>
                <a:off x="2310041" y="2586265"/>
                <a:ext cx="102360" cy="102360"/>
              </a:xfrm>
              <a:custGeom>
                <a:avLst/>
                <a:gdLst/>
                <a:ahLst/>
                <a:cxnLst/>
                <a:rect l="l" t="t" r="r" b="b"/>
                <a:pathLst>
                  <a:path w="102360" h="102360" extrusionOk="0">
                    <a:moveTo>
                      <a:pt x="51180" y="0"/>
                    </a:moveTo>
                    <a:cubicBezTo>
                      <a:pt x="79421" y="0"/>
                      <a:pt x="102360" y="22939"/>
                      <a:pt x="102360" y="51180"/>
                    </a:cubicBezTo>
                    <a:cubicBezTo>
                      <a:pt x="102360" y="79421"/>
                      <a:pt x="79421" y="102360"/>
                      <a:pt x="51180" y="102360"/>
                    </a:cubicBezTo>
                    <a:cubicBezTo>
                      <a:pt x="22939" y="102360"/>
                      <a:pt x="0" y="79421"/>
                      <a:pt x="0" y="51180"/>
                    </a:cubicBezTo>
                    <a:cubicBezTo>
                      <a:pt x="0" y="22939"/>
                      <a:pt x="22939" y="0"/>
                      <a:pt x="51180" y="0"/>
                    </a:cubicBezTo>
                    <a:lnTo>
                      <a:pt x="51180" y="0"/>
                    </a:lnTo>
                    <a:close/>
                    <a:moveTo>
                      <a:pt x="51180" y="41936"/>
                    </a:moveTo>
                    <a:cubicBezTo>
                      <a:pt x="46048" y="41936"/>
                      <a:pt x="41903" y="46082"/>
                      <a:pt x="41903" y="51180"/>
                    </a:cubicBezTo>
                    <a:cubicBezTo>
                      <a:pt x="41903" y="56278"/>
                      <a:pt x="46048" y="60458"/>
                      <a:pt x="51180" y="60458"/>
                    </a:cubicBezTo>
                    <a:cubicBezTo>
                      <a:pt x="56312" y="60458"/>
                      <a:pt x="60458" y="56312"/>
                      <a:pt x="60458" y="51180"/>
                    </a:cubicBezTo>
                    <a:cubicBezTo>
                      <a:pt x="60458" y="46048"/>
                      <a:pt x="56312" y="41936"/>
                      <a:pt x="51180" y="41936"/>
                    </a:cubicBezTo>
                    <a:lnTo>
                      <a:pt x="51180" y="41936"/>
                    </a:lnTo>
                    <a:close/>
                    <a:moveTo>
                      <a:pt x="57263" y="30110"/>
                    </a:moveTo>
                    <a:cubicBezTo>
                      <a:pt x="64502" y="32183"/>
                      <a:pt x="70177" y="37892"/>
                      <a:pt x="72284" y="45097"/>
                    </a:cubicBezTo>
                    <a:lnTo>
                      <a:pt x="89073" y="45097"/>
                    </a:lnTo>
                    <a:cubicBezTo>
                      <a:pt x="86490" y="28784"/>
                      <a:pt x="73576" y="15905"/>
                      <a:pt x="57297" y="13322"/>
                    </a:cubicBezTo>
                    <a:lnTo>
                      <a:pt x="57297" y="30110"/>
                    </a:lnTo>
                    <a:lnTo>
                      <a:pt x="57297" y="30110"/>
                    </a:lnTo>
                    <a:close/>
                    <a:moveTo>
                      <a:pt x="72284" y="57263"/>
                    </a:moveTo>
                    <a:cubicBezTo>
                      <a:pt x="70177" y="64502"/>
                      <a:pt x="64502" y="70177"/>
                      <a:pt x="57263" y="72284"/>
                    </a:cubicBezTo>
                    <a:lnTo>
                      <a:pt x="57263" y="89072"/>
                    </a:lnTo>
                    <a:cubicBezTo>
                      <a:pt x="73576" y="86456"/>
                      <a:pt x="86456" y="73576"/>
                      <a:pt x="89038" y="57263"/>
                    </a:cubicBezTo>
                    <a:lnTo>
                      <a:pt x="72250" y="57263"/>
                    </a:lnTo>
                    <a:close/>
                    <a:moveTo>
                      <a:pt x="45131" y="72284"/>
                    </a:moveTo>
                    <a:cubicBezTo>
                      <a:pt x="37926" y="70177"/>
                      <a:pt x="32217" y="64502"/>
                      <a:pt x="30144" y="57263"/>
                    </a:cubicBezTo>
                    <a:lnTo>
                      <a:pt x="13356" y="57263"/>
                    </a:lnTo>
                    <a:cubicBezTo>
                      <a:pt x="15939" y="73576"/>
                      <a:pt x="28853" y="86456"/>
                      <a:pt x="45131" y="89072"/>
                    </a:cubicBezTo>
                    <a:lnTo>
                      <a:pt x="45131" y="72284"/>
                    </a:lnTo>
                    <a:lnTo>
                      <a:pt x="45131" y="72284"/>
                    </a:lnTo>
                    <a:close/>
                    <a:moveTo>
                      <a:pt x="30144" y="45131"/>
                    </a:moveTo>
                    <a:cubicBezTo>
                      <a:pt x="32217" y="37892"/>
                      <a:pt x="37926" y="32217"/>
                      <a:pt x="45131" y="30144"/>
                    </a:cubicBezTo>
                    <a:lnTo>
                      <a:pt x="45131" y="13356"/>
                    </a:lnTo>
                    <a:cubicBezTo>
                      <a:pt x="28853" y="15939"/>
                      <a:pt x="15939" y="28853"/>
                      <a:pt x="13356" y="45131"/>
                    </a:cubicBezTo>
                    <a:lnTo>
                      <a:pt x="30144" y="4513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52" name="Google Shape;852;p19"/>
              <p:cNvSpPr/>
              <p:nvPr/>
            </p:nvSpPr>
            <p:spPr>
              <a:xfrm>
                <a:off x="2208836" y="2598499"/>
                <a:ext cx="63822" cy="79828"/>
              </a:xfrm>
              <a:custGeom>
                <a:avLst/>
                <a:gdLst/>
                <a:ahLst/>
                <a:cxnLst/>
                <a:rect l="l" t="t" r="r" b="b"/>
                <a:pathLst>
                  <a:path w="63822" h="79828" extrusionOk="0">
                    <a:moveTo>
                      <a:pt x="0" y="0"/>
                    </a:moveTo>
                    <a:lnTo>
                      <a:pt x="63822" y="0"/>
                    </a:lnTo>
                    <a:lnTo>
                      <a:pt x="63822" y="79829"/>
                    </a:lnTo>
                    <a:lnTo>
                      <a:pt x="0" y="7982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53" name="Google Shape;853;p19"/>
              <p:cNvSpPr/>
              <p:nvPr/>
            </p:nvSpPr>
            <p:spPr>
              <a:xfrm>
                <a:off x="2208836" y="2608729"/>
                <a:ext cx="63822" cy="11418"/>
              </a:xfrm>
              <a:custGeom>
                <a:avLst/>
                <a:gdLst/>
                <a:ahLst/>
                <a:cxnLst/>
                <a:rect l="l" t="t" r="r" b="b"/>
                <a:pathLst>
                  <a:path w="63822" h="11418" extrusionOk="0">
                    <a:moveTo>
                      <a:pt x="0" y="0"/>
                    </a:moveTo>
                    <a:lnTo>
                      <a:pt x="63822" y="0"/>
                    </a:lnTo>
                    <a:lnTo>
                      <a:pt x="63822" y="11419"/>
                    </a:lnTo>
                    <a:lnTo>
                      <a:pt x="0" y="11419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54" name="Google Shape;854;p19"/>
              <p:cNvSpPr/>
              <p:nvPr/>
            </p:nvSpPr>
            <p:spPr>
              <a:xfrm>
                <a:off x="2195175" y="2568219"/>
                <a:ext cx="25623" cy="143107"/>
              </a:xfrm>
              <a:custGeom>
                <a:avLst/>
                <a:gdLst/>
                <a:ahLst/>
                <a:cxnLst/>
                <a:rect l="l" t="t" r="r" b="b"/>
                <a:pathLst>
                  <a:path w="25623" h="143107" extrusionOk="0">
                    <a:moveTo>
                      <a:pt x="0" y="34"/>
                    </a:moveTo>
                    <a:lnTo>
                      <a:pt x="12812" y="34"/>
                    </a:lnTo>
                    <a:cubicBezTo>
                      <a:pt x="19847" y="34"/>
                      <a:pt x="25624" y="5811"/>
                      <a:pt x="25624" y="12846"/>
                    </a:cubicBezTo>
                    <a:lnTo>
                      <a:pt x="25624" y="130295"/>
                    </a:lnTo>
                    <a:cubicBezTo>
                      <a:pt x="25624" y="137330"/>
                      <a:pt x="19847" y="143107"/>
                      <a:pt x="12812" y="143107"/>
                    </a:cubicBezTo>
                    <a:lnTo>
                      <a:pt x="0" y="14310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55" name="Google Shape;855;p19"/>
              <p:cNvSpPr/>
              <p:nvPr/>
            </p:nvSpPr>
            <p:spPr>
              <a:xfrm>
                <a:off x="2195175" y="2634387"/>
                <a:ext cx="25623" cy="76974"/>
              </a:xfrm>
              <a:custGeom>
                <a:avLst/>
                <a:gdLst/>
                <a:ahLst/>
                <a:cxnLst/>
                <a:rect l="l" t="t" r="r" b="b"/>
                <a:pathLst>
                  <a:path w="25623" h="76974" extrusionOk="0">
                    <a:moveTo>
                      <a:pt x="25624" y="0"/>
                    </a:moveTo>
                    <a:lnTo>
                      <a:pt x="25624" y="64162"/>
                    </a:lnTo>
                    <a:cubicBezTo>
                      <a:pt x="25624" y="71197"/>
                      <a:pt x="19847" y="76974"/>
                      <a:pt x="12812" y="76974"/>
                    </a:cubicBezTo>
                    <a:lnTo>
                      <a:pt x="0" y="76974"/>
                    </a:lnTo>
                    <a:lnTo>
                      <a:pt x="0" y="0"/>
                    </a:lnTo>
                    <a:lnTo>
                      <a:pt x="25624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56" name="Google Shape;856;p19"/>
              <p:cNvSpPr/>
              <p:nvPr/>
            </p:nvSpPr>
            <p:spPr>
              <a:xfrm>
                <a:off x="2350924" y="2627556"/>
                <a:ext cx="19982" cy="19948"/>
              </a:xfrm>
              <a:custGeom>
                <a:avLst/>
                <a:gdLst/>
                <a:ahLst/>
                <a:cxnLst/>
                <a:rect l="l" t="t" r="r" b="b"/>
                <a:pathLst>
                  <a:path w="19982" h="19948" extrusionOk="0">
                    <a:moveTo>
                      <a:pt x="9991" y="19949"/>
                    </a:moveTo>
                    <a:cubicBezTo>
                      <a:pt x="15463" y="19949"/>
                      <a:pt x="19983" y="15463"/>
                      <a:pt x="19983" y="9958"/>
                    </a:cubicBezTo>
                    <a:cubicBezTo>
                      <a:pt x="19983" y="4452"/>
                      <a:pt x="15497" y="0"/>
                      <a:pt x="9991" y="0"/>
                    </a:cubicBezTo>
                    <a:cubicBezTo>
                      <a:pt x="4486" y="0"/>
                      <a:pt x="0" y="4486"/>
                      <a:pt x="0" y="9958"/>
                    </a:cubicBezTo>
                    <a:cubicBezTo>
                      <a:pt x="0" y="15429"/>
                      <a:pt x="4486" y="19949"/>
                      <a:pt x="9991" y="1994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857" name="Google Shape;857;p19"/>
            <p:cNvGrpSpPr/>
            <p:nvPr/>
          </p:nvGrpSpPr>
          <p:grpSpPr>
            <a:xfrm rot="10800000">
              <a:off x="8355930" y="-6637"/>
              <a:ext cx="797040" cy="894936"/>
              <a:chOff x="2566931" y="3410935"/>
              <a:chExt cx="372431" cy="418175"/>
            </a:xfrm>
          </p:grpSpPr>
          <p:sp>
            <p:nvSpPr>
              <p:cNvPr id="858" name="Google Shape;858;p19"/>
              <p:cNvSpPr/>
              <p:nvPr/>
            </p:nvSpPr>
            <p:spPr>
              <a:xfrm>
                <a:off x="2609275" y="3461469"/>
                <a:ext cx="282748" cy="326349"/>
              </a:xfrm>
              <a:custGeom>
                <a:avLst/>
                <a:gdLst/>
                <a:ahLst/>
                <a:cxnLst/>
                <a:rect l="l" t="t" r="r" b="b"/>
                <a:pathLst>
                  <a:path w="282748" h="326349" extrusionOk="0">
                    <a:moveTo>
                      <a:pt x="34" y="34"/>
                    </a:moveTo>
                    <a:lnTo>
                      <a:pt x="36329" y="34"/>
                    </a:lnTo>
                    <a:cubicBezTo>
                      <a:pt x="171858" y="34"/>
                      <a:pt x="282748" y="110924"/>
                      <a:pt x="282748" y="246453"/>
                    </a:cubicBezTo>
                    <a:lnTo>
                      <a:pt x="282748" y="326350"/>
                    </a:lnTo>
                    <a:lnTo>
                      <a:pt x="148273" y="326350"/>
                    </a:lnTo>
                    <a:lnTo>
                      <a:pt x="148273" y="292739"/>
                    </a:lnTo>
                    <a:cubicBezTo>
                      <a:pt x="148273" y="173625"/>
                      <a:pt x="87815" y="126387"/>
                      <a:pt x="0" y="12924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59" name="Google Shape;859;p19"/>
              <p:cNvSpPr/>
              <p:nvPr/>
            </p:nvSpPr>
            <p:spPr>
              <a:xfrm>
                <a:off x="2609275" y="3508536"/>
                <a:ext cx="223411" cy="279317"/>
              </a:xfrm>
              <a:custGeom>
                <a:avLst/>
                <a:gdLst/>
                <a:ahLst/>
                <a:cxnLst/>
                <a:rect l="l" t="t" r="r" b="b"/>
                <a:pathLst>
                  <a:path w="223411" h="279317" extrusionOk="0">
                    <a:moveTo>
                      <a:pt x="223412" y="279317"/>
                    </a:moveTo>
                    <a:lnTo>
                      <a:pt x="148273" y="279317"/>
                    </a:lnTo>
                    <a:lnTo>
                      <a:pt x="148273" y="245707"/>
                    </a:lnTo>
                    <a:cubicBezTo>
                      <a:pt x="148273" y="126592"/>
                      <a:pt x="87815" y="79355"/>
                      <a:pt x="0" y="82209"/>
                    </a:cubicBezTo>
                    <a:lnTo>
                      <a:pt x="0" y="36"/>
                    </a:lnTo>
                    <a:cubicBezTo>
                      <a:pt x="191976" y="-2343"/>
                      <a:pt x="223378" y="115174"/>
                      <a:pt x="223378" y="245367"/>
                    </a:cubicBezTo>
                    <a:lnTo>
                      <a:pt x="223378" y="279317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60" name="Google Shape;860;p19"/>
              <p:cNvSpPr/>
              <p:nvPr/>
            </p:nvSpPr>
            <p:spPr>
              <a:xfrm>
                <a:off x="2566965" y="3410935"/>
                <a:ext cx="42752" cy="238602"/>
              </a:xfrm>
              <a:custGeom>
                <a:avLst/>
                <a:gdLst/>
                <a:ahLst/>
                <a:cxnLst/>
                <a:rect l="l" t="t" r="r" b="b"/>
                <a:pathLst>
                  <a:path w="42752" h="238602" extrusionOk="0">
                    <a:moveTo>
                      <a:pt x="0" y="0"/>
                    </a:moveTo>
                    <a:lnTo>
                      <a:pt x="21376" y="0"/>
                    </a:lnTo>
                    <a:cubicBezTo>
                      <a:pt x="33135" y="0"/>
                      <a:pt x="42752" y="9617"/>
                      <a:pt x="42752" y="21376"/>
                    </a:cubicBezTo>
                    <a:lnTo>
                      <a:pt x="42752" y="217227"/>
                    </a:lnTo>
                    <a:cubicBezTo>
                      <a:pt x="42752" y="228985"/>
                      <a:pt x="33135" y="238603"/>
                      <a:pt x="21376" y="238603"/>
                    </a:cubicBezTo>
                    <a:lnTo>
                      <a:pt x="0" y="2386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61" name="Google Shape;861;p19"/>
              <p:cNvSpPr/>
              <p:nvPr/>
            </p:nvSpPr>
            <p:spPr>
              <a:xfrm>
                <a:off x="2566931" y="3521213"/>
                <a:ext cx="42752" cy="128324"/>
              </a:xfrm>
              <a:custGeom>
                <a:avLst/>
                <a:gdLst/>
                <a:ahLst/>
                <a:cxnLst/>
                <a:rect l="l" t="t" r="r" b="b"/>
                <a:pathLst>
                  <a:path w="42752" h="128324" extrusionOk="0">
                    <a:moveTo>
                      <a:pt x="42752" y="0"/>
                    </a:moveTo>
                    <a:lnTo>
                      <a:pt x="42752" y="106948"/>
                    </a:lnTo>
                    <a:cubicBezTo>
                      <a:pt x="42752" y="118707"/>
                      <a:pt x="33135" y="128324"/>
                      <a:pt x="21376" y="128324"/>
                    </a:cubicBezTo>
                    <a:lnTo>
                      <a:pt x="0" y="128324"/>
                    </a:lnTo>
                    <a:lnTo>
                      <a:pt x="0" y="0"/>
                    </a:lnTo>
                    <a:lnTo>
                      <a:pt x="42718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62" name="Google Shape;862;p19"/>
              <p:cNvSpPr/>
              <p:nvPr/>
            </p:nvSpPr>
            <p:spPr>
              <a:xfrm>
                <a:off x="2700760" y="3786392"/>
                <a:ext cx="238602" cy="42718"/>
              </a:xfrm>
              <a:custGeom>
                <a:avLst/>
                <a:gdLst/>
                <a:ahLst/>
                <a:cxnLst/>
                <a:rect l="l" t="t" r="r" b="b"/>
                <a:pathLst>
                  <a:path w="238602" h="42718" extrusionOk="0">
                    <a:moveTo>
                      <a:pt x="0" y="42718"/>
                    </a:moveTo>
                    <a:lnTo>
                      <a:pt x="0" y="21342"/>
                    </a:lnTo>
                    <a:cubicBezTo>
                      <a:pt x="0" y="9618"/>
                      <a:pt x="9618" y="0"/>
                      <a:pt x="21376" y="0"/>
                    </a:cubicBezTo>
                    <a:lnTo>
                      <a:pt x="217227" y="0"/>
                    </a:lnTo>
                    <a:cubicBezTo>
                      <a:pt x="228985" y="0"/>
                      <a:pt x="238603" y="9618"/>
                      <a:pt x="238603" y="21342"/>
                    </a:cubicBezTo>
                    <a:lnTo>
                      <a:pt x="238603" y="42718"/>
                    </a:lnTo>
                    <a:lnTo>
                      <a:pt x="0" y="4271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63" name="Google Shape;863;p19"/>
              <p:cNvSpPr/>
              <p:nvPr/>
            </p:nvSpPr>
            <p:spPr>
              <a:xfrm>
                <a:off x="2811005" y="3786392"/>
                <a:ext cx="128324" cy="42718"/>
              </a:xfrm>
              <a:custGeom>
                <a:avLst/>
                <a:gdLst/>
                <a:ahLst/>
                <a:cxnLst/>
                <a:rect l="l" t="t" r="r" b="b"/>
                <a:pathLst>
                  <a:path w="128324" h="42718" extrusionOk="0">
                    <a:moveTo>
                      <a:pt x="0" y="0"/>
                    </a:moveTo>
                    <a:lnTo>
                      <a:pt x="106948" y="0"/>
                    </a:lnTo>
                    <a:cubicBezTo>
                      <a:pt x="118707" y="0"/>
                      <a:pt x="128324" y="9618"/>
                      <a:pt x="128324" y="21342"/>
                    </a:cubicBezTo>
                    <a:lnTo>
                      <a:pt x="128324" y="42718"/>
                    </a:lnTo>
                    <a:lnTo>
                      <a:pt x="0" y="427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21"/>
          <p:cNvSpPr txBox="1">
            <a:spLocks noGrp="1"/>
          </p:cNvSpPr>
          <p:nvPr>
            <p:ph type="title"/>
          </p:nvPr>
        </p:nvSpPr>
        <p:spPr>
          <a:xfrm>
            <a:off x="713250" y="608000"/>
            <a:ext cx="32238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2" name="Google Shape;902;p21"/>
          <p:cNvSpPr txBox="1">
            <a:spLocks noGrp="1"/>
          </p:cNvSpPr>
          <p:nvPr>
            <p:ph type="subTitle" idx="1"/>
          </p:nvPr>
        </p:nvSpPr>
        <p:spPr>
          <a:xfrm>
            <a:off x="713275" y="1517050"/>
            <a:ext cx="3223800" cy="109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3" name="Google Shape;903;p21"/>
          <p:cNvSpPr txBox="1"/>
          <p:nvPr/>
        </p:nvSpPr>
        <p:spPr>
          <a:xfrm>
            <a:off x="713275" y="3447416"/>
            <a:ext cx="3223800" cy="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000" b="1" dirty="0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CREDITS:</a:t>
            </a:r>
            <a:r>
              <a:rPr lang="en-GB" sz="1000" dirty="0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This presentation template was created by </a:t>
            </a:r>
            <a:r>
              <a:rPr lang="en-GB" sz="1000" b="1" dirty="0">
                <a:solidFill>
                  <a:schemeClr val="dk1"/>
                </a:solidFill>
                <a:uFill>
                  <a:noFill/>
                </a:u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  <a:hlinkClick r:id="rId2"/>
              </a:rPr>
              <a:t>Slidesgo</a:t>
            </a:r>
            <a:r>
              <a:rPr lang="en-GB" sz="1000" dirty="0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, and includes icons by </a:t>
            </a:r>
            <a:r>
              <a:rPr lang="en-GB" sz="1000" b="1" dirty="0">
                <a:solidFill>
                  <a:schemeClr val="dk1"/>
                </a:solidFill>
                <a:uFill>
                  <a:noFill/>
                </a:u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  <a:hlinkClick r:id="rId3"/>
              </a:rPr>
              <a:t>Flaticon</a:t>
            </a:r>
            <a:r>
              <a:rPr lang="en-GB" sz="1000" dirty="0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, and infographics &amp; images by </a:t>
            </a:r>
            <a:r>
              <a:rPr lang="en-GB" sz="1000" b="1" dirty="0">
                <a:solidFill>
                  <a:schemeClr val="dk1"/>
                </a:solidFill>
                <a:uFill>
                  <a:noFill/>
                </a:u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  <a:hlinkClick r:id="rId4"/>
              </a:rPr>
              <a:t>Freepik</a:t>
            </a:r>
            <a:r>
              <a:rPr lang="en-GB" sz="1000" dirty="0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</a:t>
            </a:r>
            <a:endParaRPr sz="1000" b="1" dirty="0">
              <a:solidFill>
                <a:schemeClr val="dk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grpSp>
        <p:nvGrpSpPr>
          <p:cNvPr id="904" name="Google Shape;904;p21"/>
          <p:cNvGrpSpPr/>
          <p:nvPr/>
        </p:nvGrpSpPr>
        <p:grpSpPr>
          <a:xfrm>
            <a:off x="-12364" y="-7"/>
            <a:ext cx="9156360" cy="5155882"/>
            <a:chOff x="-12364" y="-7"/>
            <a:chExt cx="9156360" cy="5155882"/>
          </a:xfrm>
        </p:grpSpPr>
        <p:grpSp>
          <p:nvGrpSpPr>
            <p:cNvPr id="905" name="Google Shape;905;p21"/>
            <p:cNvGrpSpPr/>
            <p:nvPr/>
          </p:nvGrpSpPr>
          <p:grpSpPr>
            <a:xfrm rot="5400000" flipH="1">
              <a:off x="36585" y="4309888"/>
              <a:ext cx="797040" cy="894936"/>
              <a:chOff x="2566931" y="3410935"/>
              <a:chExt cx="372431" cy="418175"/>
            </a:xfrm>
          </p:grpSpPr>
          <p:sp>
            <p:nvSpPr>
              <p:cNvPr id="906" name="Google Shape;906;p21"/>
              <p:cNvSpPr/>
              <p:nvPr/>
            </p:nvSpPr>
            <p:spPr>
              <a:xfrm>
                <a:off x="2609275" y="3461469"/>
                <a:ext cx="282748" cy="326349"/>
              </a:xfrm>
              <a:custGeom>
                <a:avLst/>
                <a:gdLst/>
                <a:ahLst/>
                <a:cxnLst/>
                <a:rect l="l" t="t" r="r" b="b"/>
                <a:pathLst>
                  <a:path w="282748" h="326349" extrusionOk="0">
                    <a:moveTo>
                      <a:pt x="34" y="34"/>
                    </a:moveTo>
                    <a:lnTo>
                      <a:pt x="36329" y="34"/>
                    </a:lnTo>
                    <a:cubicBezTo>
                      <a:pt x="171858" y="34"/>
                      <a:pt x="282748" y="110924"/>
                      <a:pt x="282748" y="246453"/>
                    </a:cubicBezTo>
                    <a:lnTo>
                      <a:pt x="282748" y="326350"/>
                    </a:lnTo>
                    <a:lnTo>
                      <a:pt x="148273" y="326350"/>
                    </a:lnTo>
                    <a:lnTo>
                      <a:pt x="148273" y="292739"/>
                    </a:lnTo>
                    <a:cubicBezTo>
                      <a:pt x="148273" y="173625"/>
                      <a:pt x="87815" y="126387"/>
                      <a:pt x="0" y="12924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07" name="Google Shape;907;p21"/>
              <p:cNvSpPr/>
              <p:nvPr/>
            </p:nvSpPr>
            <p:spPr>
              <a:xfrm>
                <a:off x="2609275" y="3508536"/>
                <a:ext cx="223411" cy="279317"/>
              </a:xfrm>
              <a:custGeom>
                <a:avLst/>
                <a:gdLst/>
                <a:ahLst/>
                <a:cxnLst/>
                <a:rect l="l" t="t" r="r" b="b"/>
                <a:pathLst>
                  <a:path w="223411" h="279317" extrusionOk="0">
                    <a:moveTo>
                      <a:pt x="223412" y="279317"/>
                    </a:moveTo>
                    <a:lnTo>
                      <a:pt x="148273" y="279317"/>
                    </a:lnTo>
                    <a:lnTo>
                      <a:pt x="148273" y="245707"/>
                    </a:lnTo>
                    <a:cubicBezTo>
                      <a:pt x="148273" y="126592"/>
                      <a:pt x="87815" y="79355"/>
                      <a:pt x="0" y="82209"/>
                    </a:cubicBezTo>
                    <a:lnTo>
                      <a:pt x="0" y="36"/>
                    </a:lnTo>
                    <a:cubicBezTo>
                      <a:pt x="191976" y="-2343"/>
                      <a:pt x="223378" y="115174"/>
                      <a:pt x="223378" y="245367"/>
                    </a:cubicBezTo>
                    <a:lnTo>
                      <a:pt x="223378" y="279317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08" name="Google Shape;908;p21"/>
              <p:cNvSpPr/>
              <p:nvPr/>
            </p:nvSpPr>
            <p:spPr>
              <a:xfrm>
                <a:off x="2566965" y="3410935"/>
                <a:ext cx="42752" cy="238602"/>
              </a:xfrm>
              <a:custGeom>
                <a:avLst/>
                <a:gdLst/>
                <a:ahLst/>
                <a:cxnLst/>
                <a:rect l="l" t="t" r="r" b="b"/>
                <a:pathLst>
                  <a:path w="42752" h="238602" extrusionOk="0">
                    <a:moveTo>
                      <a:pt x="0" y="0"/>
                    </a:moveTo>
                    <a:lnTo>
                      <a:pt x="21376" y="0"/>
                    </a:lnTo>
                    <a:cubicBezTo>
                      <a:pt x="33135" y="0"/>
                      <a:pt x="42752" y="9617"/>
                      <a:pt x="42752" y="21376"/>
                    </a:cubicBezTo>
                    <a:lnTo>
                      <a:pt x="42752" y="217227"/>
                    </a:lnTo>
                    <a:cubicBezTo>
                      <a:pt x="42752" y="228985"/>
                      <a:pt x="33135" y="238603"/>
                      <a:pt x="21376" y="238603"/>
                    </a:cubicBezTo>
                    <a:lnTo>
                      <a:pt x="0" y="2386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09" name="Google Shape;909;p21"/>
              <p:cNvSpPr/>
              <p:nvPr/>
            </p:nvSpPr>
            <p:spPr>
              <a:xfrm>
                <a:off x="2566931" y="3521213"/>
                <a:ext cx="42752" cy="128324"/>
              </a:xfrm>
              <a:custGeom>
                <a:avLst/>
                <a:gdLst/>
                <a:ahLst/>
                <a:cxnLst/>
                <a:rect l="l" t="t" r="r" b="b"/>
                <a:pathLst>
                  <a:path w="42752" h="128324" extrusionOk="0">
                    <a:moveTo>
                      <a:pt x="42752" y="0"/>
                    </a:moveTo>
                    <a:lnTo>
                      <a:pt x="42752" y="106948"/>
                    </a:lnTo>
                    <a:cubicBezTo>
                      <a:pt x="42752" y="118707"/>
                      <a:pt x="33135" y="128324"/>
                      <a:pt x="21376" y="128324"/>
                    </a:cubicBezTo>
                    <a:lnTo>
                      <a:pt x="0" y="128324"/>
                    </a:lnTo>
                    <a:lnTo>
                      <a:pt x="0" y="0"/>
                    </a:lnTo>
                    <a:lnTo>
                      <a:pt x="42718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10" name="Google Shape;910;p21"/>
              <p:cNvSpPr/>
              <p:nvPr/>
            </p:nvSpPr>
            <p:spPr>
              <a:xfrm>
                <a:off x="2700760" y="3786392"/>
                <a:ext cx="238602" cy="42718"/>
              </a:xfrm>
              <a:custGeom>
                <a:avLst/>
                <a:gdLst/>
                <a:ahLst/>
                <a:cxnLst/>
                <a:rect l="l" t="t" r="r" b="b"/>
                <a:pathLst>
                  <a:path w="238602" h="42718" extrusionOk="0">
                    <a:moveTo>
                      <a:pt x="0" y="42718"/>
                    </a:moveTo>
                    <a:lnTo>
                      <a:pt x="0" y="21342"/>
                    </a:lnTo>
                    <a:cubicBezTo>
                      <a:pt x="0" y="9618"/>
                      <a:pt x="9618" y="0"/>
                      <a:pt x="21376" y="0"/>
                    </a:cubicBezTo>
                    <a:lnTo>
                      <a:pt x="217227" y="0"/>
                    </a:lnTo>
                    <a:cubicBezTo>
                      <a:pt x="228985" y="0"/>
                      <a:pt x="238603" y="9618"/>
                      <a:pt x="238603" y="21342"/>
                    </a:cubicBezTo>
                    <a:lnTo>
                      <a:pt x="238603" y="42718"/>
                    </a:lnTo>
                    <a:lnTo>
                      <a:pt x="0" y="4271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11" name="Google Shape;911;p21"/>
              <p:cNvSpPr/>
              <p:nvPr/>
            </p:nvSpPr>
            <p:spPr>
              <a:xfrm>
                <a:off x="2811005" y="3786392"/>
                <a:ext cx="128324" cy="42718"/>
              </a:xfrm>
              <a:custGeom>
                <a:avLst/>
                <a:gdLst/>
                <a:ahLst/>
                <a:cxnLst/>
                <a:rect l="l" t="t" r="r" b="b"/>
                <a:pathLst>
                  <a:path w="128324" h="42718" extrusionOk="0">
                    <a:moveTo>
                      <a:pt x="0" y="0"/>
                    </a:moveTo>
                    <a:lnTo>
                      <a:pt x="106948" y="0"/>
                    </a:lnTo>
                    <a:cubicBezTo>
                      <a:pt x="118707" y="0"/>
                      <a:pt x="128324" y="9618"/>
                      <a:pt x="128324" y="21342"/>
                    </a:cubicBezTo>
                    <a:lnTo>
                      <a:pt x="128324" y="42718"/>
                    </a:lnTo>
                    <a:lnTo>
                      <a:pt x="0" y="427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912" name="Google Shape;912;p21"/>
            <p:cNvGrpSpPr/>
            <p:nvPr/>
          </p:nvGrpSpPr>
          <p:grpSpPr>
            <a:xfrm>
              <a:off x="7581771" y="-7"/>
              <a:ext cx="1562225" cy="4344577"/>
              <a:chOff x="7581771" y="-7"/>
              <a:chExt cx="1562225" cy="4344577"/>
            </a:xfrm>
          </p:grpSpPr>
          <p:grpSp>
            <p:nvGrpSpPr>
              <p:cNvPr id="913" name="Google Shape;913;p21"/>
              <p:cNvGrpSpPr/>
              <p:nvPr/>
            </p:nvGrpSpPr>
            <p:grpSpPr>
              <a:xfrm>
                <a:off x="8638343" y="3914854"/>
                <a:ext cx="333309" cy="429717"/>
                <a:chOff x="5612846" y="2845934"/>
                <a:chExt cx="147423" cy="192655"/>
              </a:xfrm>
            </p:grpSpPr>
            <p:sp>
              <p:nvSpPr>
                <p:cNvPr id="914" name="Google Shape;914;p21"/>
                <p:cNvSpPr/>
                <p:nvPr/>
              </p:nvSpPr>
              <p:spPr>
                <a:xfrm>
                  <a:off x="5632183" y="2939050"/>
                  <a:ext cx="108579" cy="75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9" h="75920" extrusionOk="0">
                      <a:moveTo>
                        <a:pt x="68" y="75920"/>
                      </a:moveTo>
                      <a:lnTo>
                        <a:pt x="25454" y="75920"/>
                      </a:lnTo>
                      <a:lnTo>
                        <a:pt x="25454" y="36873"/>
                      </a:lnTo>
                      <a:cubicBezTo>
                        <a:pt x="25454" y="29736"/>
                        <a:pt x="31333" y="23857"/>
                        <a:pt x="38470" y="23857"/>
                      </a:cubicBezTo>
                      <a:lnTo>
                        <a:pt x="70177" y="23857"/>
                      </a:lnTo>
                      <a:cubicBezTo>
                        <a:pt x="77314" y="23857"/>
                        <a:pt x="83193" y="29702"/>
                        <a:pt x="83193" y="36873"/>
                      </a:cubicBezTo>
                      <a:lnTo>
                        <a:pt x="83193" y="75920"/>
                      </a:lnTo>
                      <a:lnTo>
                        <a:pt x="108579" y="75920"/>
                      </a:lnTo>
                      <a:lnTo>
                        <a:pt x="108579" y="24469"/>
                      </a:lnTo>
                      <a:cubicBezTo>
                        <a:pt x="108579" y="11011"/>
                        <a:pt x="97568" y="0"/>
                        <a:pt x="84111" y="0"/>
                      </a:cubicBezTo>
                      <a:lnTo>
                        <a:pt x="24468" y="0"/>
                      </a:lnTo>
                      <a:cubicBezTo>
                        <a:pt x="11011" y="0"/>
                        <a:pt x="0" y="11011"/>
                        <a:pt x="0" y="24469"/>
                      </a:cubicBezTo>
                      <a:lnTo>
                        <a:pt x="0" y="7592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915" name="Google Shape;915;p21"/>
                <p:cNvSpPr/>
                <p:nvPr/>
              </p:nvSpPr>
              <p:spPr>
                <a:xfrm>
                  <a:off x="5612846" y="3013305"/>
                  <a:ext cx="147423" cy="25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25284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603" y="0"/>
                        <a:pt x="147423" y="2821"/>
                        <a:pt x="147423" y="6321"/>
                      </a:cubicBezTo>
                      <a:lnTo>
                        <a:pt x="147423" y="18963"/>
                      </a:lnTo>
                      <a:cubicBezTo>
                        <a:pt x="147423" y="22430"/>
                        <a:pt x="144603" y="25284"/>
                        <a:pt x="141102" y="25284"/>
                      </a:cubicBezTo>
                      <a:lnTo>
                        <a:pt x="6321" y="25284"/>
                      </a:lnTo>
                      <a:cubicBezTo>
                        <a:pt x="2821" y="25284"/>
                        <a:pt x="0" y="22463"/>
                        <a:pt x="0" y="18963"/>
                      </a:cubicBezTo>
                      <a:lnTo>
                        <a:pt x="0" y="6355"/>
                      </a:lnTo>
                      <a:cubicBezTo>
                        <a:pt x="0" y="2855"/>
                        <a:pt x="2821" y="34"/>
                        <a:pt x="6321" y="3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916" name="Google Shape;916;p21"/>
                <p:cNvSpPr/>
                <p:nvPr/>
              </p:nvSpPr>
              <p:spPr>
                <a:xfrm>
                  <a:off x="5612846" y="3013305"/>
                  <a:ext cx="147423" cy="11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11316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569" y="0"/>
                        <a:pt x="147423" y="2821"/>
                        <a:pt x="147423" y="6321"/>
                      </a:cubicBezTo>
                      <a:lnTo>
                        <a:pt x="147423" y="11317"/>
                      </a:lnTo>
                      <a:lnTo>
                        <a:pt x="0" y="11317"/>
                      </a:lnTo>
                      <a:lnTo>
                        <a:pt x="0" y="6321"/>
                      </a:lnTo>
                      <a:cubicBezTo>
                        <a:pt x="0" y="2855"/>
                        <a:pt x="2855" y="0"/>
                        <a:pt x="6321" y="0"/>
                      </a:cubicBez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917" name="Google Shape;917;p21"/>
                <p:cNvSpPr/>
                <p:nvPr/>
              </p:nvSpPr>
              <p:spPr>
                <a:xfrm>
                  <a:off x="5673984" y="2868533"/>
                  <a:ext cx="25148" cy="70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48" h="70517" extrusionOk="0">
                      <a:moveTo>
                        <a:pt x="0" y="0"/>
                      </a:moveTo>
                      <a:lnTo>
                        <a:pt x="25148" y="0"/>
                      </a:lnTo>
                      <a:lnTo>
                        <a:pt x="25148" y="70517"/>
                      </a:lnTo>
                      <a:lnTo>
                        <a:pt x="0" y="70517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918" name="Google Shape;918;p21"/>
                <p:cNvSpPr/>
                <p:nvPr/>
              </p:nvSpPr>
              <p:spPr>
                <a:xfrm>
                  <a:off x="5665148" y="2845934"/>
                  <a:ext cx="42819" cy="428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19" h="42820" extrusionOk="0">
                      <a:moveTo>
                        <a:pt x="21410" y="42820"/>
                      </a:moveTo>
                      <a:cubicBezTo>
                        <a:pt x="33203" y="42820"/>
                        <a:pt x="42820" y="33203"/>
                        <a:pt x="42820" y="21410"/>
                      </a:cubicBezTo>
                      <a:cubicBezTo>
                        <a:pt x="42820" y="9618"/>
                        <a:pt x="33203" y="0"/>
                        <a:pt x="21410" y="0"/>
                      </a:cubicBezTo>
                      <a:cubicBezTo>
                        <a:pt x="9618" y="0"/>
                        <a:pt x="0" y="9618"/>
                        <a:pt x="0" y="21410"/>
                      </a:cubicBezTo>
                      <a:cubicBezTo>
                        <a:pt x="0" y="33203"/>
                        <a:pt x="9618" y="42820"/>
                        <a:pt x="21410" y="4282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919" name="Google Shape;919;p21"/>
                <p:cNvSpPr/>
                <p:nvPr/>
              </p:nvSpPr>
              <p:spPr>
                <a:xfrm>
                  <a:off x="5672692" y="2850488"/>
                  <a:ext cx="19405" cy="19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05" h="19438" extrusionOk="0">
                      <a:moveTo>
                        <a:pt x="9686" y="19439"/>
                      </a:moveTo>
                      <a:cubicBezTo>
                        <a:pt x="15055" y="19439"/>
                        <a:pt x="19405" y="15089"/>
                        <a:pt x="19405" y="9719"/>
                      </a:cubicBezTo>
                      <a:cubicBezTo>
                        <a:pt x="19405" y="4350"/>
                        <a:pt x="15055" y="0"/>
                        <a:pt x="9686" y="0"/>
                      </a:cubicBezTo>
                      <a:cubicBezTo>
                        <a:pt x="4316" y="0"/>
                        <a:pt x="0" y="4384"/>
                        <a:pt x="0" y="9719"/>
                      </a:cubicBezTo>
                      <a:cubicBezTo>
                        <a:pt x="0" y="15055"/>
                        <a:pt x="4350" y="19439"/>
                        <a:pt x="9686" y="1943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920" name="Google Shape;920;p21"/>
              <p:cNvGrpSpPr/>
              <p:nvPr/>
            </p:nvGrpSpPr>
            <p:grpSpPr>
              <a:xfrm>
                <a:off x="7581771" y="-7"/>
                <a:ext cx="1562225" cy="1434091"/>
                <a:chOff x="7581771" y="-7"/>
                <a:chExt cx="1562225" cy="1434091"/>
              </a:xfrm>
            </p:grpSpPr>
            <p:grpSp>
              <p:nvGrpSpPr>
                <p:cNvPr id="921" name="Google Shape;921;p21"/>
                <p:cNvGrpSpPr/>
                <p:nvPr/>
              </p:nvGrpSpPr>
              <p:grpSpPr>
                <a:xfrm>
                  <a:off x="8433316" y="-7"/>
                  <a:ext cx="710680" cy="1434091"/>
                  <a:chOff x="3013563" y="531703"/>
                  <a:chExt cx="296018" cy="597339"/>
                </a:xfrm>
              </p:grpSpPr>
              <p:sp>
                <p:nvSpPr>
                  <p:cNvPr id="922" name="Google Shape;922;p21"/>
                  <p:cNvSpPr/>
                  <p:nvPr/>
                </p:nvSpPr>
                <p:spPr>
                  <a:xfrm>
                    <a:off x="3129245" y="1092067"/>
                    <a:ext cx="68715" cy="113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715" h="11316" extrusionOk="0">
                        <a:moveTo>
                          <a:pt x="4112" y="11317"/>
                        </a:moveTo>
                        <a:lnTo>
                          <a:pt x="64638" y="11317"/>
                        </a:lnTo>
                        <a:cubicBezTo>
                          <a:pt x="66881" y="11317"/>
                          <a:pt x="68716" y="9278"/>
                          <a:pt x="68716" y="6797"/>
                        </a:cubicBezTo>
                        <a:lnTo>
                          <a:pt x="68716" y="0"/>
                        </a:lnTo>
                        <a:lnTo>
                          <a:pt x="0" y="0"/>
                        </a:lnTo>
                        <a:lnTo>
                          <a:pt x="0" y="6797"/>
                        </a:lnTo>
                        <a:cubicBezTo>
                          <a:pt x="0" y="9278"/>
                          <a:pt x="1835" y="11317"/>
                          <a:pt x="4078" y="11317"/>
                        </a:cubicBezTo>
                        <a:close/>
                      </a:path>
                    </a:pathLst>
                  </a:custGeom>
                  <a:solidFill>
                    <a:srgbClr val="98BDC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923" name="Google Shape;923;p21"/>
                  <p:cNvSpPr/>
                  <p:nvPr/>
                </p:nvSpPr>
                <p:spPr>
                  <a:xfrm>
                    <a:off x="3129279" y="934551"/>
                    <a:ext cx="68681" cy="1605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681" h="160507" extrusionOk="0">
                        <a:moveTo>
                          <a:pt x="0" y="0"/>
                        </a:moveTo>
                        <a:lnTo>
                          <a:pt x="68682" y="0"/>
                        </a:lnTo>
                        <a:lnTo>
                          <a:pt x="68682" y="160507"/>
                        </a:lnTo>
                        <a:lnTo>
                          <a:pt x="0" y="160507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924" name="Google Shape;924;p21"/>
                  <p:cNvSpPr/>
                  <p:nvPr/>
                </p:nvSpPr>
                <p:spPr>
                  <a:xfrm>
                    <a:off x="3129279" y="1054855"/>
                    <a:ext cx="68681" cy="402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681" h="40203" extrusionOk="0">
                        <a:moveTo>
                          <a:pt x="0" y="40203"/>
                        </a:moveTo>
                        <a:lnTo>
                          <a:pt x="68682" y="40203"/>
                        </a:lnTo>
                        <a:lnTo>
                          <a:pt x="68682" y="0"/>
                        </a:lnTo>
                        <a:lnTo>
                          <a:pt x="0" y="38674"/>
                        </a:lnTo>
                        <a:lnTo>
                          <a:pt x="0" y="40203"/>
                        </a:lnTo>
                        <a:close/>
                      </a:path>
                    </a:pathLst>
                  </a:custGeom>
                  <a:solidFill>
                    <a:srgbClr val="161D1E">
                      <a:alpha val="3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925" name="Google Shape;925;p21"/>
                  <p:cNvSpPr/>
                  <p:nvPr/>
                </p:nvSpPr>
                <p:spPr>
                  <a:xfrm>
                    <a:off x="3172881" y="934551"/>
                    <a:ext cx="13491" cy="1605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491" h="160507" extrusionOk="0">
                        <a:moveTo>
                          <a:pt x="0" y="0"/>
                        </a:moveTo>
                        <a:lnTo>
                          <a:pt x="13492" y="0"/>
                        </a:lnTo>
                        <a:lnTo>
                          <a:pt x="13492" y="160507"/>
                        </a:lnTo>
                        <a:lnTo>
                          <a:pt x="0" y="160507"/>
                        </a:lnTo>
                        <a:close/>
                      </a:path>
                    </a:pathLst>
                  </a:custGeom>
                  <a:solidFill>
                    <a:srgbClr val="161D1E">
                      <a:alpha val="3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926" name="Google Shape;926;p21"/>
                  <p:cNvSpPr/>
                  <p:nvPr/>
                </p:nvSpPr>
                <p:spPr>
                  <a:xfrm>
                    <a:off x="3137333" y="950557"/>
                    <a:ext cx="18147" cy="1250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147" h="125095" extrusionOk="0">
                        <a:moveTo>
                          <a:pt x="18147" y="116634"/>
                        </a:moveTo>
                        <a:lnTo>
                          <a:pt x="18147" y="8462"/>
                        </a:lnTo>
                        <a:cubicBezTo>
                          <a:pt x="18147" y="-2821"/>
                          <a:pt x="0" y="-2821"/>
                          <a:pt x="0" y="8462"/>
                        </a:cubicBezTo>
                        <a:lnTo>
                          <a:pt x="0" y="116634"/>
                        </a:lnTo>
                        <a:cubicBezTo>
                          <a:pt x="0" y="127916"/>
                          <a:pt x="18147" y="127916"/>
                          <a:pt x="18147" y="11663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927" name="Google Shape;927;p21"/>
                  <p:cNvSpPr/>
                  <p:nvPr/>
                </p:nvSpPr>
                <p:spPr>
                  <a:xfrm>
                    <a:off x="3115821" y="924627"/>
                    <a:ext cx="93830" cy="154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830" h="15428" extrusionOk="0">
                        <a:moveTo>
                          <a:pt x="5573" y="15429"/>
                        </a:moveTo>
                        <a:lnTo>
                          <a:pt x="88257" y="15429"/>
                        </a:lnTo>
                        <a:cubicBezTo>
                          <a:pt x="91315" y="15429"/>
                          <a:pt x="93830" y="12642"/>
                          <a:pt x="93830" y="9244"/>
                        </a:cubicBezTo>
                        <a:lnTo>
                          <a:pt x="93830" y="0"/>
                        </a:lnTo>
                        <a:lnTo>
                          <a:pt x="0" y="0"/>
                        </a:lnTo>
                        <a:lnTo>
                          <a:pt x="0" y="9244"/>
                        </a:lnTo>
                        <a:cubicBezTo>
                          <a:pt x="0" y="12642"/>
                          <a:pt x="2515" y="15429"/>
                          <a:pt x="5573" y="15429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928" name="Google Shape;928;p21"/>
                  <p:cNvSpPr/>
                  <p:nvPr/>
                </p:nvSpPr>
                <p:spPr>
                  <a:xfrm>
                    <a:off x="3115821" y="714639"/>
                    <a:ext cx="93796" cy="2192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796" h="219265" extrusionOk="0">
                        <a:moveTo>
                          <a:pt x="0" y="0"/>
                        </a:moveTo>
                        <a:lnTo>
                          <a:pt x="93796" y="0"/>
                        </a:lnTo>
                        <a:lnTo>
                          <a:pt x="93796" y="219266"/>
                        </a:lnTo>
                        <a:lnTo>
                          <a:pt x="0" y="219266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929" name="Google Shape;929;p21"/>
                  <p:cNvSpPr/>
                  <p:nvPr/>
                </p:nvSpPr>
                <p:spPr>
                  <a:xfrm>
                    <a:off x="3170332" y="714639"/>
                    <a:ext cx="25997" cy="2192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997" h="219265" extrusionOk="0">
                        <a:moveTo>
                          <a:pt x="0" y="0"/>
                        </a:moveTo>
                        <a:lnTo>
                          <a:pt x="25998" y="0"/>
                        </a:lnTo>
                        <a:lnTo>
                          <a:pt x="25998" y="219266"/>
                        </a:lnTo>
                        <a:lnTo>
                          <a:pt x="0" y="219266"/>
                        </a:lnTo>
                        <a:close/>
                      </a:path>
                    </a:pathLst>
                  </a:custGeom>
                  <a:solidFill>
                    <a:srgbClr val="161D1E">
                      <a:alpha val="3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930" name="Google Shape;930;p21"/>
                  <p:cNvSpPr/>
                  <p:nvPr/>
                </p:nvSpPr>
                <p:spPr>
                  <a:xfrm>
                    <a:off x="3123944" y="742184"/>
                    <a:ext cx="21307" cy="174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07" h="174950" extrusionOk="0">
                        <a:moveTo>
                          <a:pt x="21308" y="164398"/>
                        </a:moveTo>
                        <a:lnTo>
                          <a:pt x="21308" y="10552"/>
                        </a:lnTo>
                        <a:cubicBezTo>
                          <a:pt x="21308" y="-3517"/>
                          <a:pt x="0" y="-3517"/>
                          <a:pt x="0" y="10552"/>
                        </a:cubicBezTo>
                        <a:lnTo>
                          <a:pt x="0" y="164398"/>
                        </a:lnTo>
                        <a:cubicBezTo>
                          <a:pt x="0" y="178468"/>
                          <a:pt x="21308" y="178468"/>
                          <a:pt x="21308" y="164398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931" name="Google Shape;931;p21"/>
                  <p:cNvSpPr/>
                  <p:nvPr/>
                </p:nvSpPr>
                <p:spPr>
                  <a:xfrm>
                    <a:off x="3096450" y="709950"/>
                    <a:ext cx="134101" cy="220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4101" h="22055" extrusionOk="0">
                        <a:moveTo>
                          <a:pt x="7986" y="22056"/>
                        </a:moveTo>
                        <a:lnTo>
                          <a:pt x="126149" y="22056"/>
                        </a:lnTo>
                        <a:cubicBezTo>
                          <a:pt x="130533" y="22056"/>
                          <a:pt x="134102" y="18080"/>
                          <a:pt x="134102" y="13220"/>
                        </a:cubicBezTo>
                        <a:lnTo>
                          <a:pt x="134102" y="0"/>
                        </a:lnTo>
                        <a:lnTo>
                          <a:pt x="0" y="0"/>
                        </a:lnTo>
                        <a:lnTo>
                          <a:pt x="0" y="13220"/>
                        </a:lnTo>
                        <a:cubicBezTo>
                          <a:pt x="0" y="18080"/>
                          <a:pt x="3602" y="22056"/>
                          <a:pt x="7986" y="22056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932" name="Google Shape;932;p21"/>
                  <p:cNvSpPr/>
                  <p:nvPr/>
                </p:nvSpPr>
                <p:spPr>
                  <a:xfrm>
                    <a:off x="3096518" y="537786"/>
                    <a:ext cx="133999" cy="185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999" h="185383" extrusionOk="0">
                        <a:moveTo>
                          <a:pt x="0" y="0"/>
                        </a:moveTo>
                        <a:lnTo>
                          <a:pt x="133999" y="0"/>
                        </a:lnTo>
                        <a:lnTo>
                          <a:pt x="133999" y="185383"/>
                        </a:lnTo>
                        <a:lnTo>
                          <a:pt x="0" y="185383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933" name="Google Shape;933;p21"/>
                  <p:cNvSpPr/>
                  <p:nvPr/>
                </p:nvSpPr>
                <p:spPr>
                  <a:xfrm>
                    <a:off x="3184741" y="537786"/>
                    <a:ext cx="32590" cy="185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590" h="185383" extrusionOk="0">
                        <a:moveTo>
                          <a:pt x="0" y="0"/>
                        </a:moveTo>
                        <a:lnTo>
                          <a:pt x="32591" y="0"/>
                        </a:lnTo>
                        <a:lnTo>
                          <a:pt x="32591" y="185383"/>
                        </a:lnTo>
                        <a:lnTo>
                          <a:pt x="0" y="185383"/>
                        </a:lnTo>
                        <a:close/>
                      </a:path>
                    </a:pathLst>
                  </a:custGeom>
                  <a:solidFill>
                    <a:srgbClr val="161D1E">
                      <a:alpha val="3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934" name="Google Shape;934;p21"/>
                  <p:cNvSpPr/>
                  <p:nvPr/>
                </p:nvSpPr>
                <p:spPr>
                  <a:xfrm>
                    <a:off x="3017420" y="531703"/>
                    <a:ext cx="292161" cy="24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2161" h="24400" extrusionOk="0">
                        <a:moveTo>
                          <a:pt x="12081" y="24401"/>
                        </a:moveTo>
                        <a:lnTo>
                          <a:pt x="280080" y="24401"/>
                        </a:lnTo>
                        <a:cubicBezTo>
                          <a:pt x="296189" y="24401"/>
                          <a:pt x="296189" y="0"/>
                          <a:pt x="280080" y="0"/>
                        </a:cubicBezTo>
                        <a:lnTo>
                          <a:pt x="12081" y="0"/>
                        </a:lnTo>
                        <a:cubicBezTo>
                          <a:pt x="-4027" y="0"/>
                          <a:pt x="-4027" y="24401"/>
                          <a:pt x="12081" y="2440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935" name="Google Shape;935;p21"/>
                  <p:cNvSpPr/>
                  <p:nvPr/>
                </p:nvSpPr>
                <p:spPr>
                  <a:xfrm>
                    <a:off x="3017471" y="544957"/>
                    <a:ext cx="292059" cy="111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2059" h="11112" extrusionOk="0">
                        <a:moveTo>
                          <a:pt x="12030" y="11113"/>
                        </a:moveTo>
                        <a:lnTo>
                          <a:pt x="280029" y="11113"/>
                        </a:lnTo>
                        <a:cubicBezTo>
                          <a:pt x="287608" y="11113"/>
                          <a:pt x="291618" y="5743"/>
                          <a:pt x="292060" y="0"/>
                        </a:cubicBezTo>
                        <a:lnTo>
                          <a:pt x="0" y="0"/>
                        </a:lnTo>
                        <a:cubicBezTo>
                          <a:pt x="442" y="5709"/>
                          <a:pt x="4452" y="11113"/>
                          <a:pt x="12030" y="11113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936" name="Google Shape;936;p21"/>
                  <p:cNvSpPr/>
                  <p:nvPr/>
                </p:nvSpPr>
                <p:spPr>
                  <a:xfrm>
                    <a:off x="3108617" y="561278"/>
                    <a:ext cx="24332" cy="150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332" h="150736" extrusionOk="0">
                        <a:moveTo>
                          <a:pt x="24333" y="138681"/>
                        </a:moveTo>
                        <a:lnTo>
                          <a:pt x="24333" y="12056"/>
                        </a:lnTo>
                        <a:cubicBezTo>
                          <a:pt x="24333" y="-4019"/>
                          <a:pt x="0" y="-4019"/>
                          <a:pt x="0" y="12056"/>
                        </a:cubicBezTo>
                        <a:lnTo>
                          <a:pt x="0" y="138681"/>
                        </a:lnTo>
                        <a:cubicBezTo>
                          <a:pt x="0" y="154755"/>
                          <a:pt x="24333" y="154755"/>
                          <a:pt x="24333" y="13868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937" name="Google Shape;937;p21"/>
                  <p:cNvSpPr/>
                  <p:nvPr/>
                </p:nvSpPr>
                <p:spPr>
                  <a:xfrm>
                    <a:off x="3013563" y="1088839"/>
                    <a:ext cx="292501" cy="402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2501" h="40203" extrusionOk="0">
                        <a:moveTo>
                          <a:pt x="10025" y="0"/>
                        </a:moveTo>
                        <a:lnTo>
                          <a:pt x="282442" y="0"/>
                        </a:lnTo>
                        <a:cubicBezTo>
                          <a:pt x="287982" y="0"/>
                          <a:pt x="292502" y="4520"/>
                          <a:pt x="292502" y="10059"/>
                        </a:cubicBezTo>
                        <a:lnTo>
                          <a:pt x="292502" y="30144"/>
                        </a:lnTo>
                        <a:cubicBezTo>
                          <a:pt x="292502" y="35683"/>
                          <a:pt x="287982" y="40203"/>
                          <a:pt x="282442" y="40203"/>
                        </a:cubicBezTo>
                        <a:lnTo>
                          <a:pt x="10025" y="40203"/>
                        </a:lnTo>
                        <a:cubicBezTo>
                          <a:pt x="4486" y="40203"/>
                          <a:pt x="0" y="35717"/>
                          <a:pt x="0" y="30178"/>
                        </a:cubicBezTo>
                        <a:lnTo>
                          <a:pt x="0" y="10059"/>
                        </a:lnTo>
                        <a:cubicBezTo>
                          <a:pt x="0" y="4520"/>
                          <a:pt x="4486" y="34"/>
                          <a:pt x="10025" y="34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938" name="Google Shape;938;p21"/>
                  <p:cNvSpPr/>
                  <p:nvPr/>
                </p:nvSpPr>
                <p:spPr>
                  <a:xfrm>
                    <a:off x="3013563" y="1088839"/>
                    <a:ext cx="292501" cy="201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2501" h="20186" extrusionOk="0">
                        <a:moveTo>
                          <a:pt x="292502" y="20187"/>
                        </a:moveTo>
                        <a:lnTo>
                          <a:pt x="292502" y="10059"/>
                        </a:lnTo>
                        <a:cubicBezTo>
                          <a:pt x="292502" y="4520"/>
                          <a:pt x="287982" y="0"/>
                          <a:pt x="282442" y="0"/>
                        </a:cubicBezTo>
                        <a:lnTo>
                          <a:pt x="10025" y="0"/>
                        </a:lnTo>
                        <a:cubicBezTo>
                          <a:pt x="4520" y="0"/>
                          <a:pt x="0" y="4520"/>
                          <a:pt x="0" y="10059"/>
                        </a:cubicBezTo>
                        <a:lnTo>
                          <a:pt x="0" y="20187"/>
                        </a:lnTo>
                        <a:lnTo>
                          <a:pt x="292502" y="20187"/>
                        </a:lnTo>
                        <a:close/>
                      </a:path>
                    </a:pathLst>
                  </a:custGeom>
                  <a:solidFill>
                    <a:srgbClr val="161D1E">
                      <a:alpha val="3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</p:grpSp>
            <p:grpSp>
              <p:nvGrpSpPr>
                <p:cNvPr id="939" name="Google Shape;939;p21"/>
                <p:cNvGrpSpPr/>
                <p:nvPr/>
              </p:nvGrpSpPr>
              <p:grpSpPr>
                <a:xfrm>
                  <a:off x="7581771" y="-7"/>
                  <a:ext cx="702236" cy="765877"/>
                  <a:chOff x="2658871" y="531703"/>
                  <a:chExt cx="292501" cy="319009"/>
                </a:xfrm>
              </p:grpSpPr>
              <p:sp>
                <p:nvSpPr>
                  <p:cNvPr id="940" name="Google Shape;940;p21"/>
                  <p:cNvSpPr/>
                  <p:nvPr/>
                </p:nvSpPr>
                <p:spPr>
                  <a:xfrm>
                    <a:off x="2769285" y="801265"/>
                    <a:ext cx="68682" cy="113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682" h="11316" extrusionOk="0">
                        <a:moveTo>
                          <a:pt x="4078" y="11317"/>
                        </a:moveTo>
                        <a:lnTo>
                          <a:pt x="64604" y="11317"/>
                        </a:lnTo>
                        <a:cubicBezTo>
                          <a:pt x="66847" y="11317"/>
                          <a:pt x="68682" y="9278"/>
                          <a:pt x="68682" y="6797"/>
                        </a:cubicBezTo>
                        <a:lnTo>
                          <a:pt x="68682" y="0"/>
                        </a:lnTo>
                        <a:lnTo>
                          <a:pt x="0" y="0"/>
                        </a:lnTo>
                        <a:lnTo>
                          <a:pt x="0" y="6797"/>
                        </a:lnTo>
                        <a:cubicBezTo>
                          <a:pt x="0" y="9278"/>
                          <a:pt x="1835" y="11317"/>
                          <a:pt x="4078" y="11317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941" name="Google Shape;941;p21"/>
                  <p:cNvSpPr/>
                  <p:nvPr/>
                </p:nvSpPr>
                <p:spPr>
                  <a:xfrm>
                    <a:off x="2769319" y="643749"/>
                    <a:ext cx="68647" cy="1605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647" h="160507" extrusionOk="0">
                        <a:moveTo>
                          <a:pt x="0" y="0"/>
                        </a:moveTo>
                        <a:lnTo>
                          <a:pt x="68648" y="0"/>
                        </a:lnTo>
                        <a:lnTo>
                          <a:pt x="68648" y="160507"/>
                        </a:lnTo>
                        <a:lnTo>
                          <a:pt x="0" y="160507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942" name="Google Shape;942;p21"/>
                  <p:cNvSpPr/>
                  <p:nvPr/>
                </p:nvSpPr>
                <p:spPr>
                  <a:xfrm>
                    <a:off x="2769319" y="764052"/>
                    <a:ext cx="68648" cy="402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648" h="40237" extrusionOk="0">
                        <a:moveTo>
                          <a:pt x="0" y="40237"/>
                        </a:moveTo>
                        <a:lnTo>
                          <a:pt x="68648" y="40237"/>
                        </a:lnTo>
                        <a:lnTo>
                          <a:pt x="68648" y="0"/>
                        </a:lnTo>
                        <a:lnTo>
                          <a:pt x="0" y="38674"/>
                        </a:lnTo>
                        <a:lnTo>
                          <a:pt x="0" y="40237"/>
                        </a:lnTo>
                        <a:close/>
                      </a:path>
                    </a:pathLst>
                  </a:custGeom>
                  <a:solidFill>
                    <a:srgbClr val="161D1E">
                      <a:alpha val="3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943" name="Google Shape;943;p21"/>
                  <p:cNvSpPr/>
                  <p:nvPr/>
                </p:nvSpPr>
                <p:spPr>
                  <a:xfrm>
                    <a:off x="2812887" y="643749"/>
                    <a:ext cx="13491" cy="1605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491" h="160507" extrusionOk="0">
                        <a:moveTo>
                          <a:pt x="0" y="0"/>
                        </a:moveTo>
                        <a:lnTo>
                          <a:pt x="13492" y="0"/>
                        </a:lnTo>
                        <a:lnTo>
                          <a:pt x="13492" y="160507"/>
                        </a:lnTo>
                        <a:lnTo>
                          <a:pt x="0" y="160507"/>
                        </a:lnTo>
                        <a:close/>
                      </a:path>
                    </a:pathLst>
                  </a:custGeom>
                  <a:solidFill>
                    <a:srgbClr val="161D1E">
                      <a:alpha val="3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944" name="Google Shape;944;p21"/>
                  <p:cNvSpPr/>
                  <p:nvPr/>
                </p:nvSpPr>
                <p:spPr>
                  <a:xfrm>
                    <a:off x="2777339" y="659755"/>
                    <a:ext cx="18147" cy="1250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147" h="125095" extrusionOk="0">
                        <a:moveTo>
                          <a:pt x="18147" y="116634"/>
                        </a:moveTo>
                        <a:lnTo>
                          <a:pt x="18147" y="8462"/>
                        </a:lnTo>
                        <a:cubicBezTo>
                          <a:pt x="18147" y="-2821"/>
                          <a:pt x="0" y="-2821"/>
                          <a:pt x="0" y="8462"/>
                        </a:cubicBezTo>
                        <a:lnTo>
                          <a:pt x="0" y="116634"/>
                        </a:lnTo>
                        <a:cubicBezTo>
                          <a:pt x="0" y="127916"/>
                          <a:pt x="18147" y="127916"/>
                          <a:pt x="18147" y="11663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945" name="Google Shape;945;p21"/>
                  <p:cNvSpPr/>
                  <p:nvPr/>
                </p:nvSpPr>
                <p:spPr>
                  <a:xfrm>
                    <a:off x="2757459" y="765446"/>
                    <a:ext cx="93830" cy="154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830" h="15462" extrusionOk="0">
                        <a:moveTo>
                          <a:pt x="5573" y="15463"/>
                        </a:moveTo>
                        <a:lnTo>
                          <a:pt x="88257" y="15463"/>
                        </a:lnTo>
                        <a:cubicBezTo>
                          <a:pt x="91315" y="15463"/>
                          <a:pt x="93830" y="12676"/>
                          <a:pt x="93830" y="9278"/>
                        </a:cubicBezTo>
                        <a:lnTo>
                          <a:pt x="93830" y="0"/>
                        </a:lnTo>
                        <a:lnTo>
                          <a:pt x="0" y="0"/>
                        </a:lnTo>
                        <a:lnTo>
                          <a:pt x="0" y="9278"/>
                        </a:lnTo>
                        <a:cubicBezTo>
                          <a:pt x="0" y="12676"/>
                          <a:pt x="2515" y="15463"/>
                          <a:pt x="5573" y="15463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946" name="Google Shape;946;p21"/>
                  <p:cNvSpPr/>
                  <p:nvPr/>
                </p:nvSpPr>
                <p:spPr>
                  <a:xfrm>
                    <a:off x="2757493" y="555492"/>
                    <a:ext cx="93762" cy="2192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762" h="219265" extrusionOk="0">
                        <a:moveTo>
                          <a:pt x="0" y="0"/>
                        </a:moveTo>
                        <a:lnTo>
                          <a:pt x="93762" y="0"/>
                        </a:lnTo>
                        <a:lnTo>
                          <a:pt x="93762" y="219266"/>
                        </a:lnTo>
                        <a:lnTo>
                          <a:pt x="0" y="219266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947" name="Google Shape;947;p21"/>
                  <p:cNvSpPr/>
                  <p:nvPr/>
                </p:nvSpPr>
                <p:spPr>
                  <a:xfrm>
                    <a:off x="2811969" y="555492"/>
                    <a:ext cx="25997" cy="2192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997" h="219265" extrusionOk="0">
                        <a:moveTo>
                          <a:pt x="0" y="0"/>
                        </a:moveTo>
                        <a:lnTo>
                          <a:pt x="25998" y="0"/>
                        </a:lnTo>
                        <a:lnTo>
                          <a:pt x="25998" y="219266"/>
                        </a:lnTo>
                        <a:lnTo>
                          <a:pt x="0" y="219266"/>
                        </a:lnTo>
                        <a:close/>
                      </a:path>
                    </a:pathLst>
                  </a:custGeom>
                  <a:solidFill>
                    <a:srgbClr val="161D1E">
                      <a:alpha val="3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948" name="Google Shape;948;p21"/>
                  <p:cNvSpPr/>
                  <p:nvPr/>
                </p:nvSpPr>
                <p:spPr>
                  <a:xfrm>
                    <a:off x="2765581" y="583036"/>
                    <a:ext cx="21308" cy="174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08" h="174950" extrusionOk="0">
                        <a:moveTo>
                          <a:pt x="21308" y="164398"/>
                        </a:moveTo>
                        <a:lnTo>
                          <a:pt x="21308" y="10552"/>
                        </a:lnTo>
                        <a:cubicBezTo>
                          <a:pt x="21308" y="-3517"/>
                          <a:pt x="0" y="-3517"/>
                          <a:pt x="0" y="10552"/>
                        </a:cubicBezTo>
                        <a:lnTo>
                          <a:pt x="0" y="164398"/>
                        </a:lnTo>
                        <a:cubicBezTo>
                          <a:pt x="0" y="178468"/>
                          <a:pt x="21308" y="178468"/>
                          <a:pt x="21308" y="164398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949" name="Google Shape;949;p21"/>
                  <p:cNvSpPr/>
                  <p:nvPr/>
                </p:nvSpPr>
                <p:spPr>
                  <a:xfrm>
                    <a:off x="2738156" y="709950"/>
                    <a:ext cx="134101" cy="220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4101" h="22055" extrusionOk="0">
                        <a:moveTo>
                          <a:pt x="7952" y="22056"/>
                        </a:moveTo>
                        <a:lnTo>
                          <a:pt x="126115" y="22056"/>
                        </a:lnTo>
                        <a:cubicBezTo>
                          <a:pt x="130499" y="22056"/>
                          <a:pt x="134102" y="18080"/>
                          <a:pt x="134102" y="13220"/>
                        </a:cubicBezTo>
                        <a:lnTo>
                          <a:pt x="134102" y="0"/>
                        </a:lnTo>
                        <a:lnTo>
                          <a:pt x="0" y="0"/>
                        </a:lnTo>
                        <a:lnTo>
                          <a:pt x="0" y="13220"/>
                        </a:lnTo>
                        <a:cubicBezTo>
                          <a:pt x="0" y="18080"/>
                          <a:pt x="3602" y="22056"/>
                          <a:pt x="7986" y="22056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950" name="Google Shape;950;p21"/>
                  <p:cNvSpPr/>
                  <p:nvPr/>
                </p:nvSpPr>
                <p:spPr>
                  <a:xfrm>
                    <a:off x="2738156" y="537786"/>
                    <a:ext cx="134033" cy="185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4033" h="185383" extrusionOk="0">
                        <a:moveTo>
                          <a:pt x="0" y="0"/>
                        </a:moveTo>
                        <a:lnTo>
                          <a:pt x="134033" y="0"/>
                        </a:lnTo>
                        <a:lnTo>
                          <a:pt x="134033" y="185383"/>
                        </a:lnTo>
                        <a:lnTo>
                          <a:pt x="0" y="185383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951" name="Google Shape;951;p21"/>
                  <p:cNvSpPr/>
                  <p:nvPr/>
                </p:nvSpPr>
                <p:spPr>
                  <a:xfrm>
                    <a:off x="2826412" y="537786"/>
                    <a:ext cx="32624" cy="185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624" h="185383" extrusionOk="0">
                        <a:moveTo>
                          <a:pt x="0" y="0"/>
                        </a:moveTo>
                        <a:lnTo>
                          <a:pt x="32625" y="0"/>
                        </a:lnTo>
                        <a:lnTo>
                          <a:pt x="32625" y="185383"/>
                        </a:lnTo>
                        <a:lnTo>
                          <a:pt x="0" y="185383"/>
                        </a:lnTo>
                        <a:close/>
                      </a:path>
                    </a:pathLst>
                  </a:custGeom>
                  <a:solidFill>
                    <a:srgbClr val="161D1E">
                      <a:alpha val="3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952" name="Google Shape;952;p21"/>
                  <p:cNvSpPr/>
                  <p:nvPr/>
                </p:nvSpPr>
                <p:spPr>
                  <a:xfrm>
                    <a:off x="2659117" y="531703"/>
                    <a:ext cx="292136" cy="24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2136" h="24400" extrusionOk="0">
                        <a:moveTo>
                          <a:pt x="12056" y="24401"/>
                        </a:moveTo>
                        <a:lnTo>
                          <a:pt x="280055" y="24401"/>
                        </a:lnTo>
                        <a:cubicBezTo>
                          <a:pt x="296163" y="24401"/>
                          <a:pt x="296163" y="0"/>
                          <a:pt x="280055" y="0"/>
                        </a:cubicBezTo>
                        <a:lnTo>
                          <a:pt x="12056" y="0"/>
                        </a:lnTo>
                        <a:cubicBezTo>
                          <a:pt x="-4019" y="0"/>
                          <a:pt x="-4019" y="24401"/>
                          <a:pt x="12056" y="2440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953" name="Google Shape;953;p21"/>
                  <p:cNvSpPr/>
                  <p:nvPr/>
                </p:nvSpPr>
                <p:spPr>
                  <a:xfrm>
                    <a:off x="2659142" y="544957"/>
                    <a:ext cx="292059" cy="111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2059" h="11112" extrusionOk="0">
                        <a:moveTo>
                          <a:pt x="12030" y="11113"/>
                        </a:moveTo>
                        <a:lnTo>
                          <a:pt x="280029" y="11113"/>
                        </a:lnTo>
                        <a:cubicBezTo>
                          <a:pt x="287608" y="11113"/>
                          <a:pt x="291618" y="5743"/>
                          <a:pt x="292060" y="0"/>
                        </a:cubicBezTo>
                        <a:lnTo>
                          <a:pt x="0" y="0"/>
                        </a:lnTo>
                        <a:cubicBezTo>
                          <a:pt x="442" y="5709"/>
                          <a:pt x="4452" y="11113"/>
                          <a:pt x="12030" y="11113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954" name="Google Shape;954;p21"/>
                  <p:cNvSpPr/>
                  <p:nvPr/>
                </p:nvSpPr>
                <p:spPr>
                  <a:xfrm>
                    <a:off x="2750288" y="561278"/>
                    <a:ext cx="24332" cy="150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332" h="150736" extrusionOk="0">
                        <a:moveTo>
                          <a:pt x="24333" y="138681"/>
                        </a:moveTo>
                        <a:lnTo>
                          <a:pt x="24333" y="12056"/>
                        </a:lnTo>
                        <a:cubicBezTo>
                          <a:pt x="24333" y="-4019"/>
                          <a:pt x="0" y="-4019"/>
                          <a:pt x="0" y="12056"/>
                        </a:cubicBezTo>
                        <a:lnTo>
                          <a:pt x="0" y="138681"/>
                        </a:lnTo>
                        <a:cubicBezTo>
                          <a:pt x="0" y="154755"/>
                          <a:pt x="24333" y="154755"/>
                          <a:pt x="24333" y="13868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955" name="Google Shape;955;p21"/>
                  <p:cNvSpPr/>
                  <p:nvPr/>
                </p:nvSpPr>
                <p:spPr>
                  <a:xfrm>
                    <a:off x="2658871" y="810509"/>
                    <a:ext cx="292501" cy="402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2501" h="40203" extrusionOk="0">
                        <a:moveTo>
                          <a:pt x="10059" y="34"/>
                        </a:moveTo>
                        <a:lnTo>
                          <a:pt x="282476" y="34"/>
                        </a:lnTo>
                        <a:cubicBezTo>
                          <a:pt x="288016" y="34"/>
                          <a:pt x="292502" y="4520"/>
                          <a:pt x="292502" y="10059"/>
                        </a:cubicBezTo>
                        <a:lnTo>
                          <a:pt x="292502" y="30144"/>
                        </a:lnTo>
                        <a:cubicBezTo>
                          <a:pt x="292502" y="35683"/>
                          <a:pt x="287982" y="40203"/>
                          <a:pt x="282442" y="40203"/>
                        </a:cubicBezTo>
                        <a:lnTo>
                          <a:pt x="10059" y="40203"/>
                        </a:lnTo>
                        <a:cubicBezTo>
                          <a:pt x="4520" y="40203"/>
                          <a:pt x="0" y="35683"/>
                          <a:pt x="0" y="30144"/>
                        </a:cubicBezTo>
                        <a:lnTo>
                          <a:pt x="0" y="10059"/>
                        </a:lnTo>
                        <a:cubicBezTo>
                          <a:pt x="0" y="4520"/>
                          <a:pt x="4520" y="0"/>
                          <a:pt x="10059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956" name="Google Shape;956;p21"/>
                  <p:cNvSpPr/>
                  <p:nvPr/>
                </p:nvSpPr>
                <p:spPr>
                  <a:xfrm>
                    <a:off x="2658871" y="810543"/>
                    <a:ext cx="292501" cy="201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2501" h="20186" extrusionOk="0">
                        <a:moveTo>
                          <a:pt x="292502" y="20187"/>
                        </a:moveTo>
                        <a:lnTo>
                          <a:pt x="292502" y="10059"/>
                        </a:lnTo>
                        <a:cubicBezTo>
                          <a:pt x="292502" y="4520"/>
                          <a:pt x="287982" y="0"/>
                          <a:pt x="282476" y="0"/>
                        </a:cubicBezTo>
                        <a:lnTo>
                          <a:pt x="10059" y="0"/>
                        </a:lnTo>
                        <a:cubicBezTo>
                          <a:pt x="4520" y="0"/>
                          <a:pt x="0" y="4520"/>
                          <a:pt x="0" y="10059"/>
                        </a:cubicBezTo>
                        <a:lnTo>
                          <a:pt x="0" y="20187"/>
                        </a:lnTo>
                        <a:lnTo>
                          <a:pt x="292502" y="20187"/>
                        </a:lnTo>
                        <a:close/>
                      </a:path>
                    </a:pathLst>
                  </a:custGeom>
                  <a:solidFill>
                    <a:srgbClr val="161D1E">
                      <a:alpha val="3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8" name="Google Shape;958;p22"/>
          <p:cNvGrpSpPr/>
          <p:nvPr/>
        </p:nvGrpSpPr>
        <p:grpSpPr>
          <a:xfrm>
            <a:off x="-6388" y="6"/>
            <a:ext cx="9038235" cy="5143495"/>
            <a:chOff x="-6388" y="6"/>
            <a:chExt cx="9038235" cy="5143495"/>
          </a:xfrm>
        </p:grpSpPr>
        <p:grpSp>
          <p:nvGrpSpPr>
            <p:cNvPr id="959" name="Google Shape;959;p22"/>
            <p:cNvGrpSpPr/>
            <p:nvPr/>
          </p:nvGrpSpPr>
          <p:grpSpPr>
            <a:xfrm>
              <a:off x="287360" y="3511770"/>
              <a:ext cx="519900" cy="680530"/>
              <a:chOff x="5544622" y="2527045"/>
              <a:chExt cx="519900" cy="680530"/>
            </a:xfrm>
          </p:grpSpPr>
          <p:grpSp>
            <p:nvGrpSpPr>
              <p:cNvPr id="960" name="Google Shape;960;p22"/>
              <p:cNvGrpSpPr/>
              <p:nvPr/>
            </p:nvGrpSpPr>
            <p:grpSpPr>
              <a:xfrm>
                <a:off x="5584229" y="2527045"/>
                <a:ext cx="459095" cy="565322"/>
                <a:chOff x="5292342" y="3091129"/>
                <a:chExt cx="224771" cy="276766"/>
              </a:xfrm>
            </p:grpSpPr>
            <p:sp>
              <p:nvSpPr>
                <p:cNvPr id="961" name="Google Shape;961;p22"/>
                <p:cNvSpPr/>
                <p:nvPr/>
              </p:nvSpPr>
              <p:spPr>
                <a:xfrm>
                  <a:off x="5378390" y="3254253"/>
                  <a:ext cx="44247" cy="1136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247" h="113642" extrusionOk="0">
                      <a:moveTo>
                        <a:pt x="0" y="0"/>
                      </a:moveTo>
                      <a:lnTo>
                        <a:pt x="44247" y="0"/>
                      </a:lnTo>
                      <a:lnTo>
                        <a:pt x="44247" y="113643"/>
                      </a:lnTo>
                      <a:lnTo>
                        <a:pt x="0" y="113643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962" name="Google Shape;962;p22"/>
                <p:cNvSpPr/>
                <p:nvPr/>
              </p:nvSpPr>
              <p:spPr>
                <a:xfrm>
                  <a:off x="5292342" y="3091129"/>
                  <a:ext cx="224771" cy="2247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771" h="224770" extrusionOk="0">
                      <a:moveTo>
                        <a:pt x="112385" y="224771"/>
                      </a:moveTo>
                      <a:cubicBezTo>
                        <a:pt x="174271" y="224771"/>
                        <a:pt x="224771" y="174305"/>
                        <a:pt x="224771" y="112386"/>
                      </a:cubicBezTo>
                      <a:cubicBezTo>
                        <a:pt x="224771" y="50466"/>
                        <a:pt x="174305" y="0"/>
                        <a:pt x="112385" y="0"/>
                      </a:cubicBezTo>
                      <a:cubicBezTo>
                        <a:pt x="50466" y="0"/>
                        <a:pt x="0" y="50500"/>
                        <a:pt x="0" y="112386"/>
                      </a:cubicBezTo>
                      <a:cubicBezTo>
                        <a:pt x="0" y="174271"/>
                        <a:pt x="50466" y="224771"/>
                        <a:pt x="112385" y="22477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963" name="Google Shape;963;p22"/>
                <p:cNvSpPr/>
                <p:nvPr/>
              </p:nvSpPr>
              <p:spPr>
                <a:xfrm>
                  <a:off x="5310116" y="3108903"/>
                  <a:ext cx="189189" cy="1892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189" h="189223" extrusionOk="0">
                      <a:moveTo>
                        <a:pt x="94612" y="189224"/>
                      </a:moveTo>
                      <a:cubicBezTo>
                        <a:pt x="146710" y="189224"/>
                        <a:pt x="189190" y="146744"/>
                        <a:pt x="189190" y="94612"/>
                      </a:cubicBezTo>
                      <a:cubicBezTo>
                        <a:pt x="189190" y="42480"/>
                        <a:pt x="146710" y="0"/>
                        <a:pt x="94612" y="0"/>
                      </a:cubicBezTo>
                      <a:cubicBezTo>
                        <a:pt x="42514" y="0"/>
                        <a:pt x="0" y="42514"/>
                        <a:pt x="0" y="94612"/>
                      </a:cubicBezTo>
                      <a:cubicBezTo>
                        <a:pt x="0" y="146709"/>
                        <a:pt x="42480" y="189224"/>
                        <a:pt x="94612" y="18922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964" name="Google Shape;964;p22"/>
                <p:cNvSpPr/>
                <p:nvPr/>
              </p:nvSpPr>
              <p:spPr>
                <a:xfrm>
                  <a:off x="5310116" y="3108937"/>
                  <a:ext cx="189189" cy="98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189" h="98180" extrusionOk="0">
                      <a:moveTo>
                        <a:pt x="94578" y="0"/>
                      </a:moveTo>
                      <a:cubicBezTo>
                        <a:pt x="146845" y="0"/>
                        <a:pt x="189190" y="42378"/>
                        <a:pt x="189190" y="94612"/>
                      </a:cubicBezTo>
                      <a:cubicBezTo>
                        <a:pt x="189190" y="95801"/>
                        <a:pt x="189190" y="96991"/>
                        <a:pt x="189122" y="98180"/>
                      </a:cubicBezTo>
                      <a:lnTo>
                        <a:pt x="68" y="98180"/>
                      </a:lnTo>
                      <a:cubicBezTo>
                        <a:pt x="68" y="96991"/>
                        <a:pt x="0" y="95801"/>
                        <a:pt x="0" y="94612"/>
                      </a:cubicBezTo>
                      <a:cubicBezTo>
                        <a:pt x="0" y="42378"/>
                        <a:pt x="42378" y="0"/>
                        <a:pt x="9461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965" name="Google Shape;965;p22"/>
                <p:cNvSpPr/>
                <p:nvPr/>
              </p:nvSpPr>
              <p:spPr>
                <a:xfrm>
                  <a:off x="5402893" y="3125521"/>
                  <a:ext cx="97853" cy="80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53" h="80440" extrusionOk="0">
                      <a:moveTo>
                        <a:pt x="88902" y="38810"/>
                      </a:moveTo>
                      <a:cubicBezTo>
                        <a:pt x="95223" y="52302"/>
                        <a:pt x="98078" y="66507"/>
                        <a:pt x="97840" y="80440"/>
                      </a:cubicBezTo>
                      <a:lnTo>
                        <a:pt x="0" y="80440"/>
                      </a:lnTo>
                      <a:lnTo>
                        <a:pt x="55428" y="0"/>
                      </a:lnTo>
                      <a:cubicBezTo>
                        <a:pt x="69497" y="9278"/>
                        <a:pt x="81256" y="22429"/>
                        <a:pt x="88902" y="38776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966" name="Google Shape;966;p22"/>
                <p:cNvSpPr/>
                <p:nvPr/>
              </p:nvSpPr>
              <p:spPr>
                <a:xfrm>
                  <a:off x="5362485" y="3109487"/>
                  <a:ext cx="90873" cy="981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873" h="98173" extrusionOk="0">
                      <a:moveTo>
                        <a:pt x="50228" y="299"/>
                      </a:moveTo>
                      <a:cubicBezTo>
                        <a:pt x="65080" y="1455"/>
                        <a:pt x="78877" y="6008"/>
                        <a:pt x="90874" y="13111"/>
                      </a:cubicBezTo>
                      <a:lnTo>
                        <a:pt x="42548" y="98173"/>
                      </a:lnTo>
                      <a:lnTo>
                        <a:pt x="0" y="10257"/>
                      </a:lnTo>
                      <a:cubicBezTo>
                        <a:pt x="15055" y="2610"/>
                        <a:pt x="32217" y="-1128"/>
                        <a:pt x="50228" y="29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967" name="Google Shape;967;p22"/>
                <p:cNvSpPr/>
                <p:nvPr/>
              </p:nvSpPr>
              <p:spPr>
                <a:xfrm>
                  <a:off x="5311712" y="3126507"/>
                  <a:ext cx="97738" cy="816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738" h="81629" extrusionOk="0">
                      <a:moveTo>
                        <a:pt x="11657" y="31775"/>
                      </a:moveTo>
                      <a:cubicBezTo>
                        <a:pt x="18862" y="18725"/>
                        <a:pt x="28649" y="8054"/>
                        <a:pt x="40068" y="0"/>
                      </a:cubicBezTo>
                      <a:lnTo>
                        <a:pt x="97739" y="79047"/>
                      </a:lnTo>
                      <a:lnTo>
                        <a:pt x="103" y="81630"/>
                      </a:lnTo>
                      <a:cubicBezTo>
                        <a:pt x="-679" y="64808"/>
                        <a:pt x="2991" y="47578"/>
                        <a:pt x="11691" y="3174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grpSp>
              <p:nvGrpSpPr>
                <p:cNvPr id="968" name="Google Shape;968;p22"/>
                <p:cNvGrpSpPr/>
                <p:nvPr/>
              </p:nvGrpSpPr>
              <p:grpSpPr>
                <a:xfrm>
                  <a:off x="5361045" y="3146273"/>
                  <a:ext cx="64409" cy="79667"/>
                  <a:chOff x="5361045" y="3146273"/>
                  <a:chExt cx="64409" cy="79667"/>
                </a:xfrm>
              </p:grpSpPr>
              <p:sp>
                <p:nvSpPr>
                  <p:cNvPr id="969" name="Google Shape;969;p22"/>
                  <p:cNvSpPr/>
                  <p:nvPr/>
                </p:nvSpPr>
                <p:spPr>
                  <a:xfrm>
                    <a:off x="5382608" y="3183094"/>
                    <a:ext cx="42846" cy="428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846" h="42846" extrusionOk="0">
                        <a:moveTo>
                          <a:pt x="17328" y="404"/>
                        </a:moveTo>
                        <a:cubicBezTo>
                          <a:pt x="28951" y="-1873"/>
                          <a:pt x="40166" y="5705"/>
                          <a:pt x="42442" y="17328"/>
                        </a:cubicBezTo>
                        <a:cubicBezTo>
                          <a:pt x="44719" y="28951"/>
                          <a:pt x="37141" y="40199"/>
                          <a:pt x="25518" y="42442"/>
                        </a:cubicBezTo>
                        <a:cubicBezTo>
                          <a:pt x="13896" y="44719"/>
                          <a:pt x="2647" y="37141"/>
                          <a:pt x="404" y="25518"/>
                        </a:cubicBezTo>
                        <a:cubicBezTo>
                          <a:pt x="-1873" y="13930"/>
                          <a:pt x="5706" y="2681"/>
                          <a:pt x="17328" y="438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970" name="Google Shape;970;p22"/>
                  <p:cNvSpPr/>
                  <p:nvPr/>
                </p:nvSpPr>
                <p:spPr>
                  <a:xfrm>
                    <a:off x="5361045" y="3146273"/>
                    <a:ext cx="43376" cy="543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76" h="54353" extrusionOk="0">
                        <a:moveTo>
                          <a:pt x="30327" y="54353"/>
                        </a:moveTo>
                        <a:lnTo>
                          <a:pt x="43376" y="45348"/>
                        </a:lnTo>
                        <a:lnTo>
                          <a:pt x="14456" y="3411"/>
                        </a:lnTo>
                        <a:cubicBezTo>
                          <a:pt x="11975" y="-191"/>
                          <a:pt x="6980" y="-1075"/>
                          <a:pt x="3411" y="1406"/>
                        </a:cubicBezTo>
                        <a:lnTo>
                          <a:pt x="3411" y="1406"/>
                        </a:lnTo>
                        <a:cubicBezTo>
                          <a:pt x="-191" y="3853"/>
                          <a:pt x="-1075" y="8815"/>
                          <a:pt x="1406" y="12451"/>
                        </a:cubicBezTo>
                        <a:lnTo>
                          <a:pt x="30361" y="54353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</p:grpSp>
          </p:grpSp>
          <p:sp>
            <p:nvSpPr>
              <p:cNvPr id="971" name="Google Shape;971;p22"/>
              <p:cNvSpPr/>
              <p:nvPr/>
            </p:nvSpPr>
            <p:spPr>
              <a:xfrm>
                <a:off x="5544622" y="3092375"/>
                <a:ext cx="519900" cy="115200"/>
              </a:xfrm>
              <a:prstGeom prst="roundRect">
                <a:avLst>
                  <a:gd name="adj" fmla="val 16667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</p:grpSp>
        <p:grpSp>
          <p:nvGrpSpPr>
            <p:cNvPr id="972" name="Google Shape;972;p22"/>
            <p:cNvGrpSpPr/>
            <p:nvPr/>
          </p:nvGrpSpPr>
          <p:grpSpPr>
            <a:xfrm flipH="1">
              <a:off x="-6388" y="4164605"/>
              <a:ext cx="1107385" cy="978895"/>
              <a:chOff x="318247" y="2569282"/>
              <a:chExt cx="300928" cy="266062"/>
            </a:xfrm>
          </p:grpSpPr>
          <p:sp>
            <p:nvSpPr>
              <p:cNvPr id="973" name="Google Shape;973;p22"/>
              <p:cNvSpPr/>
              <p:nvPr/>
            </p:nvSpPr>
            <p:spPr>
              <a:xfrm>
                <a:off x="334831" y="2766730"/>
                <a:ext cx="32013" cy="12913"/>
              </a:xfrm>
              <a:custGeom>
                <a:avLst/>
                <a:gdLst/>
                <a:ahLst/>
                <a:cxnLst/>
                <a:rect l="l" t="t" r="r" b="b"/>
                <a:pathLst>
                  <a:path w="32013" h="12913" extrusionOk="0">
                    <a:moveTo>
                      <a:pt x="0" y="0"/>
                    </a:moveTo>
                    <a:lnTo>
                      <a:pt x="32013" y="0"/>
                    </a:lnTo>
                    <a:lnTo>
                      <a:pt x="32013" y="12914"/>
                    </a:lnTo>
                    <a:lnTo>
                      <a:pt x="0" y="1291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74" name="Google Shape;974;p22"/>
              <p:cNvSpPr/>
              <p:nvPr/>
            </p:nvSpPr>
            <p:spPr>
              <a:xfrm>
                <a:off x="572414" y="2766866"/>
                <a:ext cx="32013" cy="12913"/>
              </a:xfrm>
              <a:custGeom>
                <a:avLst/>
                <a:gdLst/>
                <a:ahLst/>
                <a:cxnLst/>
                <a:rect l="l" t="t" r="r" b="b"/>
                <a:pathLst>
                  <a:path w="32013" h="12913" extrusionOk="0">
                    <a:moveTo>
                      <a:pt x="0" y="0"/>
                    </a:moveTo>
                    <a:lnTo>
                      <a:pt x="32013" y="0"/>
                    </a:lnTo>
                    <a:lnTo>
                      <a:pt x="32013" y="12914"/>
                    </a:lnTo>
                    <a:lnTo>
                      <a:pt x="0" y="1291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75" name="Google Shape;975;p22"/>
              <p:cNvSpPr/>
              <p:nvPr/>
            </p:nvSpPr>
            <p:spPr>
              <a:xfrm>
                <a:off x="318247" y="2758778"/>
                <a:ext cx="30857" cy="30857"/>
              </a:xfrm>
              <a:custGeom>
                <a:avLst/>
                <a:gdLst/>
                <a:ahLst/>
                <a:cxnLst/>
                <a:rect l="l" t="t" r="r" b="b"/>
                <a:pathLst>
                  <a:path w="30857" h="30857" extrusionOk="0">
                    <a:moveTo>
                      <a:pt x="30858" y="15429"/>
                    </a:moveTo>
                    <a:cubicBezTo>
                      <a:pt x="30858" y="23950"/>
                      <a:pt x="23950" y="30858"/>
                      <a:pt x="15429" y="30858"/>
                    </a:cubicBezTo>
                    <a:cubicBezTo>
                      <a:pt x="6908" y="30858"/>
                      <a:pt x="0" y="23950"/>
                      <a:pt x="0" y="15429"/>
                    </a:cubicBezTo>
                    <a:cubicBezTo>
                      <a:pt x="0" y="6908"/>
                      <a:pt x="6908" y="0"/>
                      <a:pt x="15429" y="0"/>
                    </a:cubicBezTo>
                    <a:cubicBezTo>
                      <a:pt x="23950" y="0"/>
                      <a:pt x="30858" y="6908"/>
                      <a:pt x="30858" y="1542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76" name="Google Shape;976;p22"/>
              <p:cNvSpPr/>
              <p:nvPr/>
            </p:nvSpPr>
            <p:spPr>
              <a:xfrm>
                <a:off x="355391" y="2591236"/>
                <a:ext cx="227863" cy="196054"/>
              </a:xfrm>
              <a:custGeom>
                <a:avLst/>
                <a:gdLst/>
                <a:ahLst/>
                <a:cxnLst/>
                <a:rect l="l" t="t" r="r" b="b"/>
                <a:pathLst>
                  <a:path w="227863" h="196054" extrusionOk="0">
                    <a:moveTo>
                      <a:pt x="0" y="0"/>
                    </a:moveTo>
                    <a:lnTo>
                      <a:pt x="227864" y="0"/>
                    </a:lnTo>
                    <a:lnTo>
                      <a:pt x="185723" y="196055"/>
                    </a:lnTo>
                    <a:lnTo>
                      <a:pt x="39931" y="1960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77" name="Google Shape;977;p22"/>
              <p:cNvSpPr/>
              <p:nvPr/>
            </p:nvSpPr>
            <p:spPr>
              <a:xfrm>
                <a:off x="376937" y="2597013"/>
                <a:ext cx="181135" cy="155851"/>
              </a:xfrm>
              <a:custGeom>
                <a:avLst/>
                <a:gdLst/>
                <a:ahLst/>
                <a:cxnLst/>
                <a:rect l="l" t="t" r="r" b="b"/>
                <a:pathLst>
                  <a:path w="181135" h="155851" extrusionOk="0">
                    <a:moveTo>
                      <a:pt x="0" y="0"/>
                    </a:moveTo>
                    <a:lnTo>
                      <a:pt x="82310" y="0"/>
                    </a:lnTo>
                    <a:lnTo>
                      <a:pt x="82310" y="155851"/>
                    </a:lnTo>
                    <a:lnTo>
                      <a:pt x="31741" y="155851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98826" y="0"/>
                    </a:moveTo>
                    <a:lnTo>
                      <a:pt x="181135" y="0"/>
                    </a:lnTo>
                    <a:lnTo>
                      <a:pt x="147627" y="155851"/>
                    </a:lnTo>
                    <a:lnTo>
                      <a:pt x="98826" y="155851"/>
                    </a:lnTo>
                    <a:lnTo>
                      <a:pt x="98826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78" name="Google Shape;978;p22"/>
              <p:cNvSpPr/>
              <p:nvPr/>
            </p:nvSpPr>
            <p:spPr>
              <a:xfrm>
                <a:off x="336598" y="2569282"/>
                <a:ext cx="265484" cy="25861"/>
              </a:xfrm>
              <a:custGeom>
                <a:avLst/>
                <a:gdLst/>
                <a:ahLst/>
                <a:cxnLst/>
                <a:rect l="l" t="t" r="r" b="b"/>
                <a:pathLst>
                  <a:path w="265484" h="25861" extrusionOk="0">
                    <a:moveTo>
                      <a:pt x="0" y="0"/>
                    </a:moveTo>
                    <a:lnTo>
                      <a:pt x="265484" y="0"/>
                    </a:lnTo>
                    <a:lnTo>
                      <a:pt x="265484" y="25862"/>
                    </a:lnTo>
                    <a:lnTo>
                      <a:pt x="0" y="258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79" name="Google Shape;979;p22"/>
              <p:cNvSpPr/>
              <p:nvPr/>
            </p:nvSpPr>
            <p:spPr>
              <a:xfrm>
                <a:off x="358348" y="2753341"/>
                <a:ext cx="222018" cy="39965"/>
              </a:xfrm>
              <a:custGeom>
                <a:avLst/>
                <a:gdLst/>
                <a:ahLst/>
                <a:cxnLst/>
                <a:rect l="l" t="t" r="r" b="b"/>
                <a:pathLst>
                  <a:path w="222018" h="39965" extrusionOk="0">
                    <a:moveTo>
                      <a:pt x="0" y="0"/>
                    </a:moveTo>
                    <a:lnTo>
                      <a:pt x="222018" y="0"/>
                    </a:lnTo>
                    <a:lnTo>
                      <a:pt x="222018" y="39965"/>
                    </a:lnTo>
                    <a:lnTo>
                      <a:pt x="0" y="3996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80" name="Google Shape;980;p22"/>
              <p:cNvSpPr/>
              <p:nvPr/>
            </p:nvSpPr>
            <p:spPr>
              <a:xfrm>
                <a:off x="371568" y="2763400"/>
                <a:ext cx="70754" cy="70755"/>
              </a:xfrm>
              <a:custGeom>
                <a:avLst/>
                <a:gdLst/>
                <a:ahLst/>
                <a:cxnLst/>
                <a:rect l="l" t="t" r="r" b="b"/>
                <a:pathLst>
                  <a:path w="70754" h="70755" extrusionOk="0">
                    <a:moveTo>
                      <a:pt x="35377" y="70755"/>
                    </a:moveTo>
                    <a:cubicBezTo>
                      <a:pt x="54850" y="70755"/>
                      <a:pt x="70755" y="54850"/>
                      <a:pt x="70755" y="35377"/>
                    </a:cubicBezTo>
                    <a:cubicBezTo>
                      <a:pt x="70755" y="15905"/>
                      <a:pt x="54850" y="0"/>
                      <a:pt x="35377" y="0"/>
                    </a:cubicBezTo>
                    <a:cubicBezTo>
                      <a:pt x="15905" y="0"/>
                      <a:pt x="0" y="15905"/>
                      <a:pt x="0" y="35377"/>
                    </a:cubicBezTo>
                    <a:cubicBezTo>
                      <a:pt x="0" y="54850"/>
                      <a:pt x="15905" y="70755"/>
                      <a:pt x="35377" y="7075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81" name="Google Shape;981;p22"/>
              <p:cNvSpPr/>
              <p:nvPr/>
            </p:nvSpPr>
            <p:spPr>
              <a:xfrm>
                <a:off x="490478" y="2764589"/>
                <a:ext cx="70754" cy="70755"/>
              </a:xfrm>
              <a:custGeom>
                <a:avLst/>
                <a:gdLst/>
                <a:ahLst/>
                <a:cxnLst/>
                <a:rect l="l" t="t" r="r" b="b"/>
                <a:pathLst>
                  <a:path w="70754" h="70755" extrusionOk="0">
                    <a:moveTo>
                      <a:pt x="35378" y="70755"/>
                    </a:moveTo>
                    <a:cubicBezTo>
                      <a:pt x="54850" y="70755"/>
                      <a:pt x="70755" y="54850"/>
                      <a:pt x="70755" y="35378"/>
                    </a:cubicBezTo>
                    <a:cubicBezTo>
                      <a:pt x="70755" y="15905"/>
                      <a:pt x="54850" y="0"/>
                      <a:pt x="35378" y="0"/>
                    </a:cubicBezTo>
                    <a:cubicBezTo>
                      <a:pt x="15905" y="0"/>
                      <a:pt x="0" y="15905"/>
                      <a:pt x="0" y="35378"/>
                    </a:cubicBezTo>
                    <a:cubicBezTo>
                      <a:pt x="0" y="54850"/>
                      <a:pt x="15905" y="70755"/>
                      <a:pt x="35378" y="7075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82" name="Google Shape;982;p22"/>
              <p:cNvSpPr/>
              <p:nvPr/>
            </p:nvSpPr>
            <p:spPr>
              <a:xfrm>
                <a:off x="380880" y="2772710"/>
                <a:ext cx="52131" cy="52131"/>
              </a:xfrm>
              <a:custGeom>
                <a:avLst/>
                <a:gdLst/>
                <a:ahLst/>
                <a:cxnLst/>
                <a:rect l="l" t="t" r="r" b="b"/>
                <a:pathLst>
                  <a:path w="52131" h="52131" extrusionOk="0">
                    <a:moveTo>
                      <a:pt x="52132" y="26066"/>
                    </a:moveTo>
                    <a:cubicBezTo>
                      <a:pt x="52132" y="40462"/>
                      <a:pt x="40462" y="52132"/>
                      <a:pt x="26066" y="52132"/>
                    </a:cubicBezTo>
                    <a:cubicBezTo>
                      <a:pt x="11670" y="52132"/>
                      <a:pt x="0" y="40462"/>
                      <a:pt x="0" y="26066"/>
                    </a:cubicBezTo>
                    <a:cubicBezTo>
                      <a:pt x="0" y="11670"/>
                      <a:pt x="11670" y="0"/>
                      <a:pt x="26066" y="0"/>
                    </a:cubicBezTo>
                    <a:cubicBezTo>
                      <a:pt x="40462" y="0"/>
                      <a:pt x="52132" y="11670"/>
                      <a:pt x="52132" y="2606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83" name="Google Shape;983;p22"/>
              <p:cNvSpPr/>
              <p:nvPr/>
            </p:nvSpPr>
            <p:spPr>
              <a:xfrm>
                <a:off x="499790" y="2773900"/>
                <a:ext cx="52131" cy="52131"/>
              </a:xfrm>
              <a:custGeom>
                <a:avLst/>
                <a:gdLst/>
                <a:ahLst/>
                <a:cxnLst/>
                <a:rect l="l" t="t" r="r" b="b"/>
                <a:pathLst>
                  <a:path w="52131" h="52131" extrusionOk="0">
                    <a:moveTo>
                      <a:pt x="52132" y="26066"/>
                    </a:moveTo>
                    <a:cubicBezTo>
                      <a:pt x="52132" y="40462"/>
                      <a:pt x="40462" y="52132"/>
                      <a:pt x="26066" y="52132"/>
                    </a:cubicBezTo>
                    <a:cubicBezTo>
                      <a:pt x="11670" y="52132"/>
                      <a:pt x="0" y="40462"/>
                      <a:pt x="0" y="26066"/>
                    </a:cubicBezTo>
                    <a:cubicBezTo>
                      <a:pt x="0" y="11670"/>
                      <a:pt x="11670" y="0"/>
                      <a:pt x="26066" y="0"/>
                    </a:cubicBezTo>
                    <a:cubicBezTo>
                      <a:pt x="40462" y="0"/>
                      <a:pt x="52132" y="11670"/>
                      <a:pt x="52132" y="2606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84" name="Google Shape;984;p22"/>
              <p:cNvSpPr/>
              <p:nvPr/>
            </p:nvSpPr>
            <p:spPr>
              <a:xfrm>
                <a:off x="397838" y="2789670"/>
                <a:ext cx="18215" cy="18215"/>
              </a:xfrm>
              <a:custGeom>
                <a:avLst/>
                <a:gdLst/>
                <a:ahLst/>
                <a:cxnLst/>
                <a:rect l="l" t="t" r="r" b="b"/>
                <a:pathLst>
                  <a:path w="18215" h="18215" extrusionOk="0">
                    <a:moveTo>
                      <a:pt x="9108" y="18216"/>
                    </a:moveTo>
                    <a:cubicBezTo>
                      <a:pt x="14137" y="18216"/>
                      <a:pt x="18216" y="14104"/>
                      <a:pt x="18216" y="9108"/>
                    </a:cubicBezTo>
                    <a:cubicBezTo>
                      <a:pt x="18216" y="4112"/>
                      <a:pt x="14137" y="0"/>
                      <a:pt x="9108" y="0"/>
                    </a:cubicBezTo>
                    <a:cubicBezTo>
                      <a:pt x="4078" y="0"/>
                      <a:pt x="0" y="4078"/>
                      <a:pt x="0" y="9108"/>
                    </a:cubicBezTo>
                    <a:cubicBezTo>
                      <a:pt x="0" y="14138"/>
                      <a:pt x="4078" y="18216"/>
                      <a:pt x="9108" y="18216"/>
                    </a:cubicBez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85" name="Google Shape;985;p22"/>
              <p:cNvSpPr/>
              <p:nvPr/>
            </p:nvSpPr>
            <p:spPr>
              <a:xfrm>
                <a:off x="516748" y="2790859"/>
                <a:ext cx="18215" cy="18215"/>
              </a:xfrm>
              <a:custGeom>
                <a:avLst/>
                <a:gdLst/>
                <a:ahLst/>
                <a:cxnLst/>
                <a:rect l="l" t="t" r="r" b="b"/>
                <a:pathLst>
                  <a:path w="18215" h="18215" extrusionOk="0">
                    <a:moveTo>
                      <a:pt x="9108" y="18215"/>
                    </a:moveTo>
                    <a:cubicBezTo>
                      <a:pt x="14137" y="18215"/>
                      <a:pt x="18216" y="14137"/>
                      <a:pt x="18216" y="9108"/>
                    </a:cubicBezTo>
                    <a:cubicBezTo>
                      <a:pt x="18216" y="4078"/>
                      <a:pt x="14137" y="0"/>
                      <a:pt x="9108" y="0"/>
                    </a:cubicBezTo>
                    <a:cubicBezTo>
                      <a:pt x="4078" y="0"/>
                      <a:pt x="0" y="4112"/>
                      <a:pt x="0" y="9108"/>
                    </a:cubicBezTo>
                    <a:cubicBezTo>
                      <a:pt x="0" y="14103"/>
                      <a:pt x="4078" y="18215"/>
                      <a:pt x="9108" y="18215"/>
                    </a:cubicBez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86" name="Google Shape;986;p22"/>
              <p:cNvSpPr/>
              <p:nvPr/>
            </p:nvSpPr>
            <p:spPr>
              <a:xfrm>
                <a:off x="591003" y="2754496"/>
                <a:ext cx="28172" cy="38673"/>
              </a:xfrm>
              <a:custGeom>
                <a:avLst/>
                <a:gdLst/>
                <a:ahLst/>
                <a:cxnLst/>
                <a:rect l="l" t="t" r="r" b="b"/>
                <a:pathLst>
                  <a:path w="28172" h="38673" extrusionOk="0">
                    <a:moveTo>
                      <a:pt x="8972" y="12506"/>
                    </a:moveTo>
                    <a:lnTo>
                      <a:pt x="8972" y="26168"/>
                    </a:lnTo>
                    <a:lnTo>
                      <a:pt x="28173" y="26168"/>
                    </a:lnTo>
                    <a:lnTo>
                      <a:pt x="28173" y="38674"/>
                    </a:lnTo>
                    <a:lnTo>
                      <a:pt x="0" y="38674"/>
                    </a:lnTo>
                    <a:lnTo>
                      <a:pt x="0" y="38572"/>
                    </a:lnTo>
                    <a:lnTo>
                      <a:pt x="0" y="26168"/>
                    </a:lnTo>
                    <a:lnTo>
                      <a:pt x="0" y="12506"/>
                    </a:lnTo>
                    <a:lnTo>
                      <a:pt x="0" y="2277"/>
                    </a:lnTo>
                    <a:lnTo>
                      <a:pt x="0" y="0"/>
                    </a:lnTo>
                    <a:lnTo>
                      <a:pt x="28173" y="0"/>
                    </a:lnTo>
                    <a:lnTo>
                      <a:pt x="28173" y="12506"/>
                    </a:lnTo>
                    <a:lnTo>
                      <a:pt x="8972" y="1250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987" name="Google Shape;987;p22"/>
            <p:cNvGrpSpPr/>
            <p:nvPr/>
          </p:nvGrpSpPr>
          <p:grpSpPr>
            <a:xfrm>
              <a:off x="8736073" y="4164589"/>
              <a:ext cx="295775" cy="909854"/>
              <a:chOff x="199798" y="2774664"/>
              <a:chExt cx="295775" cy="909854"/>
            </a:xfrm>
          </p:grpSpPr>
          <p:grpSp>
            <p:nvGrpSpPr>
              <p:cNvPr id="988" name="Google Shape;988;p22"/>
              <p:cNvGrpSpPr/>
              <p:nvPr/>
            </p:nvGrpSpPr>
            <p:grpSpPr>
              <a:xfrm>
                <a:off x="199798" y="2774664"/>
                <a:ext cx="295775" cy="386504"/>
                <a:chOff x="5612846" y="2845934"/>
                <a:chExt cx="147423" cy="192655"/>
              </a:xfrm>
            </p:grpSpPr>
            <p:sp>
              <p:nvSpPr>
                <p:cNvPr id="989" name="Google Shape;989;p22"/>
                <p:cNvSpPr/>
                <p:nvPr/>
              </p:nvSpPr>
              <p:spPr>
                <a:xfrm>
                  <a:off x="5632183" y="2939050"/>
                  <a:ext cx="108579" cy="75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9" h="75920" extrusionOk="0">
                      <a:moveTo>
                        <a:pt x="68" y="75920"/>
                      </a:moveTo>
                      <a:lnTo>
                        <a:pt x="25454" y="75920"/>
                      </a:lnTo>
                      <a:lnTo>
                        <a:pt x="25454" y="36873"/>
                      </a:lnTo>
                      <a:cubicBezTo>
                        <a:pt x="25454" y="29736"/>
                        <a:pt x="31333" y="23857"/>
                        <a:pt x="38470" y="23857"/>
                      </a:cubicBezTo>
                      <a:lnTo>
                        <a:pt x="70177" y="23857"/>
                      </a:lnTo>
                      <a:cubicBezTo>
                        <a:pt x="77314" y="23857"/>
                        <a:pt x="83193" y="29702"/>
                        <a:pt x="83193" y="36873"/>
                      </a:cubicBezTo>
                      <a:lnTo>
                        <a:pt x="83193" y="75920"/>
                      </a:lnTo>
                      <a:lnTo>
                        <a:pt x="108579" y="75920"/>
                      </a:lnTo>
                      <a:lnTo>
                        <a:pt x="108579" y="24469"/>
                      </a:lnTo>
                      <a:cubicBezTo>
                        <a:pt x="108579" y="11011"/>
                        <a:pt x="97568" y="0"/>
                        <a:pt x="84111" y="0"/>
                      </a:cubicBezTo>
                      <a:lnTo>
                        <a:pt x="24468" y="0"/>
                      </a:lnTo>
                      <a:cubicBezTo>
                        <a:pt x="11011" y="0"/>
                        <a:pt x="0" y="11011"/>
                        <a:pt x="0" y="24469"/>
                      </a:cubicBezTo>
                      <a:lnTo>
                        <a:pt x="0" y="7592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990" name="Google Shape;990;p22"/>
                <p:cNvSpPr/>
                <p:nvPr/>
              </p:nvSpPr>
              <p:spPr>
                <a:xfrm>
                  <a:off x="5612846" y="3013305"/>
                  <a:ext cx="147423" cy="25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25284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603" y="0"/>
                        <a:pt x="147423" y="2821"/>
                        <a:pt x="147423" y="6321"/>
                      </a:cubicBezTo>
                      <a:lnTo>
                        <a:pt x="147423" y="18963"/>
                      </a:lnTo>
                      <a:cubicBezTo>
                        <a:pt x="147423" y="22430"/>
                        <a:pt x="144603" y="25284"/>
                        <a:pt x="141102" y="25284"/>
                      </a:cubicBezTo>
                      <a:lnTo>
                        <a:pt x="6321" y="25284"/>
                      </a:lnTo>
                      <a:cubicBezTo>
                        <a:pt x="2821" y="25284"/>
                        <a:pt x="0" y="22463"/>
                        <a:pt x="0" y="18963"/>
                      </a:cubicBezTo>
                      <a:lnTo>
                        <a:pt x="0" y="6355"/>
                      </a:lnTo>
                      <a:cubicBezTo>
                        <a:pt x="0" y="2855"/>
                        <a:pt x="2821" y="34"/>
                        <a:pt x="6321" y="3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991" name="Google Shape;991;p22"/>
                <p:cNvSpPr/>
                <p:nvPr/>
              </p:nvSpPr>
              <p:spPr>
                <a:xfrm>
                  <a:off x="5612846" y="3013305"/>
                  <a:ext cx="147423" cy="11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11316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569" y="0"/>
                        <a:pt x="147423" y="2821"/>
                        <a:pt x="147423" y="6321"/>
                      </a:cubicBezTo>
                      <a:lnTo>
                        <a:pt x="147423" y="11317"/>
                      </a:lnTo>
                      <a:lnTo>
                        <a:pt x="0" y="11317"/>
                      </a:lnTo>
                      <a:lnTo>
                        <a:pt x="0" y="6321"/>
                      </a:lnTo>
                      <a:cubicBezTo>
                        <a:pt x="0" y="2855"/>
                        <a:pt x="2855" y="0"/>
                        <a:pt x="6321" y="0"/>
                      </a:cubicBez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992" name="Google Shape;992;p22"/>
                <p:cNvSpPr/>
                <p:nvPr/>
              </p:nvSpPr>
              <p:spPr>
                <a:xfrm>
                  <a:off x="5673984" y="2868533"/>
                  <a:ext cx="25148" cy="70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48" h="70517" extrusionOk="0">
                      <a:moveTo>
                        <a:pt x="0" y="0"/>
                      </a:moveTo>
                      <a:lnTo>
                        <a:pt x="25148" y="0"/>
                      </a:lnTo>
                      <a:lnTo>
                        <a:pt x="25148" y="70517"/>
                      </a:lnTo>
                      <a:lnTo>
                        <a:pt x="0" y="70517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993" name="Google Shape;993;p22"/>
                <p:cNvSpPr/>
                <p:nvPr/>
              </p:nvSpPr>
              <p:spPr>
                <a:xfrm>
                  <a:off x="5665148" y="2845934"/>
                  <a:ext cx="42819" cy="428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19" h="42820" extrusionOk="0">
                      <a:moveTo>
                        <a:pt x="21410" y="42820"/>
                      </a:moveTo>
                      <a:cubicBezTo>
                        <a:pt x="33203" y="42820"/>
                        <a:pt x="42820" y="33203"/>
                        <a:pt x="42820" y="21410"/>
                      </a:cubicBezTo>
                      <a:cubicBezTo>
                        <a:pt x="42820" y="9618"/>
                        <a:pt x="33203" y="0"/>
                        <a:pt x="21410" y="0"/>
                      </a:cubicBezTo>
                      <a:cubicBezTo>
                        <a:pt x="9618" y="0"/>
                        <a:pt x="0" y="9618"/>
                        <a:pt x="0" y="21410"/>
                      </a:cubicBezTo>
                      <a:cubicBezTo>
                        <a:pt x="0" y="33203"/>
                        <a:pt x="9618" y="42820"/>
                        <a:pt x="21410" y="4282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994" name="Google Shape;994;p22"/>
                <p:cNvSpPr/>
                <p:nvPr/>
              </p:nvSpPr>
              <p:spPr>
                <a:xfrm>
                  <a:off x="5672692" y="2850488"/>
                  <a:ext cx="19405" cy="19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05" h="19438" extrusionOk="0">
                      <a:moveTo>
                        <a:pt x="9686" y="19439"/>
                      </a:moveTo>
                      <a:cubicBezTo>
                        <a:pt x="15055" y="19439"/>
                        <a:pt x="19405" y="15089"/>
                        <a:pt x="19405" y="9719"/>
                      </a:cubicBezTo>
                      <a:cubicBezTo>
                        <a:pt x="19405" y="4350"/>
                        <a:pt x="15055" y="0"/>
                        <a:pt x="9686" y="0"/>
                      </a:cubicBezTo>
                      <a:cubicBezTo>
                        <a:pt x="4316" y="0"/>
                        <a:pt x="0" y="4384"/>
                        <a:pt x="0" y="9719"/>
                      </a:cubicBezTo>
                      <a:cubicBezTo>
                        <a:pt x="0" y="15055"/>
                        <a:pt x="4350" y="19439"/>
                        <a:pt x="9686" y="1943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995" name="Google Shape;995;p22"/>
              <p:cNvGrpSpPr/>
              <p:nvPr/>
            </p:nvGrpSpPr>
            <p:grpSpPr>
              <a:xfrm>
                <a:off x="199798" y="3298014"/>
                <a:ext cx="295775" cy="386504"/>
                <a:chOff x="5612846" y="2845934"/>
                <a:chExt cx="147423" cy="192655"/>
              </a:xfrm>
            </p:grpSpPr>
            <p:sp>
              <p:nvSpPr>
                <p:cNvPr id="996" name="Google Shape;996;p22"/>
                <p:cNvSpPr/>
                <p:nvPr/>
              </p:nvSpPr>
              <p:spPr>
                <a:xfrm>
                  <a:off x="5632183" y="2939050"/>
                  <a:ext cx="108579" cy="75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9" h="75920" extrusionOk="0">
                      <a:moveTo>
                        <a:pt x="68" y="75920"/>
                      </a:moveTo>
                      <a:lnTo>
                        <a:pt x="25454" y="75920"/>
                      </a:lnTo>
                      <a:lnTo>
                        <a:pt x="25454" y="36873"/>
                      </a:lnTo>
                      <a:cubicBezTo>
                        <a:pt x="25454" y="29736"/>
                        <a:pt x="31333" y="23857"/>
                        <a:pt x="38470" y="23857"/>
                      </a:cubicBezTo>
                      <a:lnTo>
                        <a:pt x="70177" y="23857"/>
                      </a:lnTo>
                      <a:cubicBezTo>
                        <a:pt x="77314" y="23857"/>
                        <a:pt x="83193" y="29702"/>
                        <a:pt x="83193" y="36873"/>
                      </a:cubicBezTo>
                      <a:lnTo>
                        <a:pt x="83193" y="75920"/>
                      </a:lnTo>
                      <a:lnTo>
                        <a:pt x="108579" y="75920"/>
                      </a:lnTo>
                      <a:lnTo>
                        <a:pt x="108579" y="24469"/>
                      </a:lnTo>
                      <a:cubicBezTo>
                        <a:pt x="108579" y="11011"/>
                        <a:pt x="97568" y="0"/>
                        <a:pt x="84111" y="0"/>
                      </a:cubicBezTo>
                      <a:lnTo>
                        <a:pt x="24468" y="0"/>
                      </a:lnTo>
                      <a:cubicBezTo>
                        <a:pt x="11011" y="0"/>
                        <a:pt x="0" y="11011"/>
                        <a:pt x="0" y="24469"/>
                      </a:cubicBezTo>
                      <a:lnTo>
                        <a:pt x="0" y="7592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997" name="Google Shape;997;p22"/>
                <p:cNvSpPr/>
                <p:nvPr/>
              </p:nvSpPr>
              <p:spPr>
                <a:xfrm>
                  <a:off x="5612846" y="3013305"/>
                  <a:ext cx="147423" cy="25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25284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603" y="0"/>
                        <a:pt x="147423" y="2821"/>
                        <a:pt x="147423" y="6321"/>
                      </a:cubicBezTo>
                      <a:lnTo>
                        <a:pt x="147423" y="18963"/>
                      </a:lnTo>
                      <a:cubicBezTo>
                        <a:pt x="147423" y="22430"/>
                        <a:pt x="144603" y="25284"/>
                        <a:pt x="141102" y="25284"/>
                      </a:cubicBezTo>
                      <a:lnTo>
                        <a:pt x="6321" y="25284"/>
                      </a:lnTo>
                      <a:cubicBezTo>
                        <a:pt x="2821" y="25284"/>
                        <a:pt x="0" y="22463"/>
                        <a:pt x="0" y="18963"/>
                      </a:cubicBezTo>
                      <a:lnTo>
                        <a:pt x="0" y="6355"/>
                      </a:lnTo>
                      <a:cubicBezTo>
                        <a:pt x="0" y="2855"/>
                        <a:pt x="2821" y="34"/>
                        <a:pt x="6321" y="3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998" name="Google Shape;998;p22"/>
                <p:cNvSpPr/>
                <p:nvPr/>
              </p:nvSpPr>
              <p:spPr>
                <a:xfrm>
                  <a:off x="5612846" y="3013305"/>
                  <a:ext cx="147423" cy="11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11316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569" y="0"/>
                        <a:pt x="147423" y="2821"/>
                        <a:pt x="147423" y="6321"/>
                      </a:cubicBezTo>
                      <a:lnTo>
                        <a:pt x="147423" y="11317"/>
                      </a:lnTo>
                      <a:lnTo>
                        <a:pt x="0" y="11317"/>
                      </a:lnTo>
                      <a:lnTo>
                        <a:pt x="0" y="6321"/>
                      </a:lnTo>
                      <a:cubicBezTo>
                        <a:pt x="0" y="2855"/>
                        <a:pt x="2855" y="0"/>
                        <a:pt x="6321" y="0"/>
                      </a:cubicBez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999" name="Google Shape;999;p22"/>
                <p:cNvSpPr/>
                <p:nvPr/>
              </p:nvSpPr>
              <p:spPr>
                <a:xfrm>
                  <a:off x="5673984" y="2868533"/>
                  <a:ext cx="25148" cy="70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48" h="70517" extrusionOk="0">
                      <a:moveTo>
                        <a:pt x="0" y="0"/>
                      </a:moveTo>
                      <a:lnTo>
                        <a:pt x="25148" y="0"/>
                      </a:lnTo>
                      <a:lnTo>
                        <a:pt x="25148" y="70517"/>
                      </a:lnTo>
                      <a:lnTo>
                        <a:pt x="0" y="70517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000" name="Google Shape;1000;p22"/>
                <p:cNvSpPr/>
                <p:nvPr/>
              </p:nvSpPr>
              <p:spPr>
                <a:xfrm>
                  <a:off x="5665148" y="2845934"/>
                  <a:ext cx="42819" cy="428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19" h="42820" extrusionOk="0">
                      <a:moveTo>
                        <a:pt x="21410" y="42820"/>
                      </a:moveTo>
                      <a:cubicBezTo>
                        <a:pt x="33203" y="42820"/>
                        <a:pt x="42820" y="33203"/>
                        <a:pt x="42820" y="21410"/>
                      </a:cubicBezTo>
                      <a:cubicBezTo>
                        <a:pt x="42820" y="9618"/>
                        <a:pt x="33203" y="0"/>
                        <a:pt x="21410" y="0"/>
                      </a:cubicBezTo>
                      <a:cubicBezTo>
                        <a:pt x="9618" y="0"/>
                        <a:pt x="0" y="9618"/>
                        <a:pt x="0" y="21410"/>
                      </a:cubicBezTo>
                      <a:cubicBezTo>
                        <a:pt x="0" y="33203"/>
                        <a:pt x="9618" y="42820"/>
                        <a:pt x="21410" y="4282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001" name="Google Shape;1001;p22"/>
                <p:cNvSpPr/>
                <p:nvPr/>
              </p:nvSpPr>
              <p:spPr>
                <a:xfrm>
                  <a:off x="5672692" y="2850488"/>
                  <a:ext cx="19405" cy="19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05" h="19438" extrusionOk="0">
                      <a:moveTo>
                        <a:pt x="9686" y="19439"/>
                      </a:moveTo>
                      <a:cubicBezTo>
                        <a:pt x="15055" y="19439"/>
                        <a:pt x="19405" y="15089"/>
                        <a:pt x="19405" y="9719"/>
                      </a:cubicBezTo>
                      <a:cubicBezTo>
                        <a:pt x="19405" y="4350"/>
                        <a:pt x="15055" y="0"/>
                        <a:pt x="9686" y="0"/>
                      </a:cubicBezTo>
                      <a:cubicBezTo>
                        <a:pt x="4316" y="0"/>
                        <a:pt x="0" y="4384"/>
                        <a:pt x="0" y="9719"/>
                      </a:cubicBezTo>
                      <a:cubicBezTo>
                        <a:pt x="0" y="15055"/>
                        <a:pt x="4350" y="19439"/>
                        <a:pt x="9686" y="1943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  <p:grpSp>
          <p:nvGrpSpPr>
            <p:cNvPr id="1002" name="Google Shape;1002;p22"/>
            <p:cNvGrpSpPr/>
            <p:nvPr/>
          </p:nvGrpSpPr>
          <p:grpSpPr>
            <a:xfrm>
              <a:off x="8191516" y="6"/>
              <a:ext cx="710680" cy="1434091"/>
              <a:chOff x="3013563" y="531703"/>
              <a:chExt cx="296018" cy="597339"/>
            </a:xfrm>
          </p:grpSpPr>
          <p:sp>
            <p:nvSpPr>
              <p:cNvPr id="1003" name="Google Shape;1003;p22"/>
              <p:cNvSpPr/>
              <p:nvPr/>
            </p:nvSpPr>
            <p:spPr>
              <a:xfrm>
                <a:off x="3129245" y="1092067"/>
                <a:ext cx="68715" cy="11316"/>
              </a:xfrm>
              <a:custGeom>
                <a:avLst/>
                <a:gdLst/>
                <a:ahLst/>
                <a:cxnLst/>
                <a:rect l="l" t="t" r="r" b="b"/>
                <a:pathLst>
                  <a:path w="68715" h="11316" extrusionOk="0">
                    <a:moveTo>
                      <a:pt x="4112" y="11317"/>
                    </a:moveTo>
                    <a:lnTo>
                      <a:pt x="64638" y="11317"/>
                    </a:lnTo>
                    <a:cubicBezTo>
                      <a:pt x="66881" y="11317"/>
                      <a:pt x="68716" y="9278"/>
                      <a:pt x="68716" y="6797"/>
                    </a:cubicBezTo>
                    <a:lnTo>
                      <a:pt x="68716" y="0"/>
                    </a:lnTo>
                    <a:lnTo>
                      <a:pt x="0" y="0"/>
                    </a:lnTo>
                    <a:lnTo>
                      <a:pt x="0" y="6797"/>
                    </a:lnTo>
                    <a:cubicBezTo>
                      <a:pt x="0" y="9278"/>
                      <a:pt x="1835" y="11317"/>
                      <a:pt x="4078" y="11317"/>
                    </a:cubicBezTo>
                    <a:close/>
                  </a:path>
                </a:pathLst>
              </a:custGeom>
              <a:solidFill>
                <a:srgbClr val="98BD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04" name="Google Shape;1004;p22"/>
              <p:cNvSpPr/>
              <p:nvPr/>
            </p:nvSpPr>
            <p:spPr>
              <a:xfrm>
                <a:off x="3129279" y="934551"/>
                <a:ext cx="68681" cy="160507"/>
              </a:xfrm>
              <a:custGeom>
                <a:avLst/>
                <a:gdLst/>
                <a:ahLst/>
                <a:cxnLst/>
                <a:rect l="l" t="t" r="r" b="b"/>
                <a:pathLst>
                  <a:path w="68681" h="160507" extrusionOk="0">
                    <a:moveTo>
                      <a:pt x="0" y="0"/>
                    </a:moveTo>
                    <a:lnTo>
                      <a:pt x="68682" y="0"/>
                    </a:lnTo>
                    <a:lnTo>
                      <a:pt x="68682" y="160507"/>
                    </a:lnTo>
                    <a:lnTo>
                      <a:pt x="0" y="16050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05" name="Google Shape;1005;p22"/>
              <p:cNvSpPr/>
              <p:nvPr/>
            </p:nvSpPr>
            <p:spPr>
              <a:xfrm>
                <a:off x="3129279" y="1054855"/>
                <a:ext cx="68681" cy="40203"/>
              </a:xfrm>
              <a:custGeom>
                <a:avLst/>
                <a:gdLst/>
                <a:ahLst/>
                <a:cxnLst/>
                <a:rect l="l" t="t" r="r" b="b"/>
                <a:pathLst>
                  <a:path w="68681" h="40203" extrusionOk="0">
                    <a:moveTo>
                      <a:pt x="0" y="40203"/>
                    </a:moveTo>
                    <a:lnTo>
                      <a:pt x="68682" y="40203"/>
                    </a:lnTo>
                    <a:lnTo>
                      <a:pt x="68682" y="0"/>
                    </a:lnTo>
                    <a:lnTo>
                      <a:pt x="0" y="38674"/>
                    </a:lnTo>
                    <a:lnTo>
                      <a:pt x="0" y="40203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06" name="Google Shape;1006;p22"/>
              <p:cNvSpPr/>
              <p:nvPr/>
            </p:nvSpPr>
            <p:spPr>
              <a:xfrm>
                <a:off x="3172881" y="934551"/>
                <a:ext cx="13491" cy="160507"/>
              </a:xfrm>
              <a:custGeom>
                <a:avLst/>
                <a:gdLst/>
                <a:ahLst/>
                <a:cxnLst/>
                <a:rect l="l" t="t" r="r" b="b"/>
                <a:pathLst>
                  <a:path w="13491" h="160507" extrusionOk="0">
                    <a:moveTo>
                      <a:pt x="0" y="0"/>
                    </a:moveTo>
                    <a:lnTo>
                      <a:pt x="13492" y="0"/>
                    </a:lnTo>
                    <a:lnTo>
                      <a:pt x="13492" y="160507"/>
                    </a:lnTo>
                    <a:lnTo>
                      <a:pt x="0" y="160507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07" name="Google Shape;1007;p22"/>
              <p:cNvSpPr/>
              <p:nvPr/>
            </p:nvSpPr>
            <p:spPr>
              <a:xfrm>
                <a:off x="3137333" y="950557"/>
                <a:ext cx="18147" cy="12509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25095" extrusionOk="0">
                    <a:moveTo>
                      <a:pt x="18147" y="116634"/>
                    </a:moveTo>
                    <a:lnTo>
                      <a:pt x="18147" y="8462"/>
                    </a:lnTo>
                    <a:cubicBezTo>
                      <a:pt x="18147" y="-2821"/>
                      <a:pt x="0" y="-2821"/>
                      <a:pt x="0" y="8462"/>
                    </a:cubicBezTo>
                    <a:lnTo>
                      <a:pt x="0" y="116634"/>
                    </a:lnTo>
                    <a:cubicBezTo>
                      <a:pt x="0" y="127916"/>
                      <a:pt x="18147" y="127916"/>
                      <a:pt x="18147" y="11663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08" name="Google Shape;1008;p22"/>
              <p:cNvSpPr/>
              <p:nvPr/>
            </p:nvSpPr>
            <p:spPr>
              <a:xfrm>
                <a:off x="3115821" y="924627"/>
                <a:ext cx="93830" cy="15428"/>
              </a:xfrm>
              <a:custGeom>
                <a:avLst/>
                <a:gdLst/>
                <a:ahLst/>
                <a:cxnLst/>
                <a:rect l="l" t="t" r="r" b="b"/>
                <a:pathLst>
                  <a:path w="93830" h="15428" extrusionOk="0">
                    <a:moveTo>
                      <a:pt x="5573" y="15429"/>
                    </a:moveTo>
                    <a:lnTo>
                      <a:pt x="88257" y="15429"/>
                    </a:lnTo>
                    <a:cubicBezTo>
                      <a:pt x="91315" y="15429"/>
                      <a:pt x="93830" y="12642"/>
                      <a:pt x="93830" y="9244"/>
                    </a:cubicBezTo>
                    <a:lnTo>
                      <a:pt x="93830" y="0"/>
                    </a:lnTo>
                    <a:lnTo>
                      <a:pt x="0" y="0"/>
                    </a:lnTo>
                    <a:lnTo>
                      <a:pt x="0" y="9244"/>
                    </a:lnTo>
                    <a:cubicBezTo>
                      <a:pt x="0" y="12642"/>
                      <a:pt x="2515" y="15429"/>
                      <a:pt x="5573" y="154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09" name="Google Shape;1009;p22"/>
              <p:cNvSpPr/>
              <p:nvPr/>
            </p:nvSpPr>
            <p:spPr>
              <a:xfrm>
                <a:off x="3115821" y="714639"/>
                <a:ext cx="93796" cy="219265"/>
              </a:xfrm>
              <a:custGeom>
                <a:avLst/>
                <a:gdLst/>
                <a:ahLst/>
                <a:cxnLst/>
                <a:rect l="l" t="t" r="r" b="b"/>
                <a:pathLst>
                  <a:path w="93796" h="219265" extrusionOk="0">
                    <a:moveTo>
                      <a:pt x="0" y="0"/>
                    </a:moveTo>
                    <a:lnTo>
                      <a:pt x="93796" y="0"/>
                    </a:lnTo>
                    <a:lnTo>
                      <a:pt x="93796" y="219266"/>
                    </a:lnTo>
                    <a:lnTo>
                      <a:pt x="0" y="21926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10" name="Google Shape;1010;p22"/>
              <p:cNvSpPr/>
              <p:nvPr/>
            </p:nvSpPr>
            <p:spPr>
              <a:xfrm>
                <a:off x="3170332" y="714639"/>
                <a:ext cx="25997" cy="219265"/>
              </a:xfrm>
              <a:custGeom>
                <a:avLst/>
                <a:gdLst/>
                <a:ahLst/>
                <a:cxnLst/>
                <a:rect l="l" t="t" r="r" b="b"/>
                <a:pathLst>
                  <a:path w="25997" h="219265" extrusionOk="0">
                    <a:moveTo>
                      <a:pt x="0" y="0"/>
                    </a:moveTo>
                    <a:lnTo>
                      <a:pt x="25998" y="0"/>
                    </a:lnTo>
                    <a:lnTo>
                      <a:pt x="25998" y="219266"/>
                    </a:lnTo>
                    <a:lnTo>
                      <a:pt x="0" y="219266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11" name="Google Shape;1011;p22"/>
              <p:cNvSpPr/>
              <p:nvPr/>
            </p:nvSpPr>
            <p:spPr>
              <a:xfrm>
                <a:off x="3123944" y="742184"/>
                <a:ext cx="21307" cy="174950"/>
              </a:xfrm>
              <a:custGeom>
                <a:avLst/>
                <a:gdLst/>
                <a:ahLst/>
                <a:cxnLst/>
                <a:rect l="l" t="t" r="r" b="b"/>
                <a:pathLst>
                  <a:path w="21307" h="174950" extrusionOk="0">
                    <a:moveTo>
                      <a:pt x="21308" y="164398"/>
                    </a:moveTo>
                    <a:lnTo>
                      <a:pt x="21308" y="10552"/>
                    </a:lnTo>
                    <a:cubicBezTo>
                      <a:pt x="21308" y="-3517"/>
                      <a:pt x="0" y="-3517"/>
                      <a:pt x="0" y="10552"/>
                    </a:cubicBezTo>
                    <a:lnTo>
                      <a:pt x="0" y="164398"/>
                    </a:lnTo>
                    <a:cubicBezTo>
                      <a:pt x="0" y="178468"/>
                      <a:pt x="21308" y="178468"/>
                      <a:pt x="21308" y="16439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12" name="Google Shape;1012;p22"/>
              <p:cNvSpPr/>
              <p:nvPr/>
            </p:nvSpPr>
            <p:spPr>
              <a:xfrm>
                <a:off x="3096450" y="709950"/>
                <a:ext cx="134101" cy="22055"/>
              </a:xfrm>
              <a:custGeom>
                <a:avLst/>
                <a:gdLst/>
                <a:ahLst/>
                <a:cxnLst/>
                <a:rect l="l" t="t" r="r" b="b"/>
                <a:pathLst>
                  <a:path w="134101" h="22055" extrusionOk="0">
                    <a:moveTo>
                      <a:pt x="7986" y="22056"/>
                    </a:moveTo>
                    <a:lnTo>
                      <a:pt x="126149" y="22056"/>
                    </a:lnTo>
                    <a:cubicBezTo>
                      <a:pt x="130533" y="22056"/>
                      <a:pt x="134102" y="18080"/>
                      <a:pt x="134102" y="13220"/>
                    </a:cubicBezTo>
                    <a:lnTo>
                      <a:pt x="134102" y="0"/>
                    </a:lnTo>
                    <a:lnTo>
                      <a:pt x="0" y="0"/>
                    </a:lnTo>
                    <a:lnTo>
                      <a:pt x="0" y="13220"/>
                    </a:lnTo>
                    <a:cubicBezTo>
                      <a:pt x="0" y="18080"/>
                      <a:pt x="3602" y="22056"/>
                      <a:pt x="7986" y="2205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13" name="Google Shape;1013;p22"/>
              <p:cNvSpPr/>
              <p:nvPr/>
            </p:nvSpPr>
            <p:spPr>
              <a:xfrm>
                <a:off x="3096518" y="537786"/>
                <a:ext cx="133999" cy="185383"/>
              </a:xfrm>
              <a:custGeom>
                <a:avLst/>
                <a:gdLst/>
                <a:ahLst/>
                <a:cxnLst/>
                <a:rect l="l" t="t" r="r" b="b"/>
                <a:pathLst>
                  <a:path w="133999" h="185383" extrusionOk="0">
                    <a:moveTo>
                      <a:pt x="0" y="0"/>
                    </a:moveTo>
                    <a:lnTo>
                      <a:pt x="133999" y="0"/>
                    </a:lnTo>
                    <a:lnTo>
                      <a:pt x="133999" y="185383"/>
                    </a:lnTo>
                    <a:lnTo>
                      <a:pt x="0" y="18538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14" name="Google Shape;1014;p22"/>
              <p:cNvSpPr/>
              <p:nvPr/>
            </p:nvSpPr>
            <p:spPr>
              <a:xfrm>
                <a:off x="3184741" y="537786"/>
                <a:ext cx="32590" cy="185383"/>
              </a:xfrm>
              <a:custGeom>
                <a:avLst/>
                <a:gdLst/>
                <a:ahLst/>
                <a:cxnLst/>
                <a:rect l="l" t="t" r="r" b="b"/>
                <a:pathLst>
                  <a:path w="32590" h="185383" extrusionOk="0">
                    <a:moveTo>
                      <a:pt x="0" y="0"/>
                    </a:moveTo>
                    <a:lnTo>
                      <a:pt x="32591" y="0"/>
                    </a:lnTo>
                    <a:lnTo>
                      <a:pt x="32591" y="185383"/>
                    </a:lnTo>
                    <a:lnTo>
                      <a:pt x="0" y="185383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15" name="Google Shape;1015;p22"/>
              <p:cNvSpPr/>
              <p:nvPr/>
            </p:nvSpPr>
            <p:spPr>
              <a:xfrm>
                <a:off x="3017420" y="531703"/>
                <a:ext cx="292161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292161" h="24400" extrusionOk="0">
                    <a:moveTo>
                      <a:pt x="12081" y="24401"/>
                    </a:moveTo>
                    <a:lnTo>
                      <a:pt x="280080" y="24401"/>
                    </a:lnTo>
                    <a:cubicBezTo>
                      <a:pt x="296189" y="24401"/>
                      <a:pt x="296189" y="0"/>
                      <a:pt x="280080" y="0"/>
                    </a:cubicBezTo>
                    <a:lnTo>
                      <a:pt x="12081" y="0"/>
                    </a:lnTo>
                    <a:cubicBezTo>
                      <a:pt x="-4027" y="0"/>
                      <a:pt x="-4027" y="24401"/>
                      <a:pt x="12081" y="24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16" name="Google Shape;1016;p22"/>
              <p:cNvSpPr/>
              <p:nvPr/>
            </p:nvSpPr>
            <p:spPr>
              <a:xfrm>
                <a:off x="3017471" y="544957"/>
                <a:ext cx="292059" cy="11112"/>
              </a:xfrm>
              <a:custGeom>
                <a:avLst/>
                <a:gdLst/>
                <a:ahLst/>
                <a:cxnLst/>
                <a:rect l="l" t="t" r="r" b="b"/>
                <a:pathLst>
                  <a:path w="292059" h="11112" extrusionOk="0">
                    <a:moveTo>
                      <a:pt x="12030" y="11113"/>
                    </a:moveTo>
                    <a:lnTo>
                      <a:pt x="280029" y="11113"/>
                    </a:lnTo>
                    <a:cubicBezTo>
                      <a:pt x="287608" y="11113"/>
                      <a:pt x="291618" y="5743"/>
                      <a:pt x="292060" y="0"/>
                    </a:cubicBezTo>
                    <a:lnTo>
                      <a:pt x="0" y="0"/>
                    </a:lnTo>
                    <a:cubicBezTo>
                      <a:pt x="442" y="5709"/>
                      <a:pt x="4452" y="11113"/>
                      <a:pt x="12030" y="1111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17" name="Google Shape;1017;p22"/>
              <p:cNvSpPr/>
              <p:nvPr/>
            </p:nvSpPr>
            <p:spPr>
              <a:xfrm>
                <a:off x="3108617" y="561278"/>
                <a:ext cx="24332" cy="150736"/>
              </a:xfrm>
              <a:custGeom>
                <a:avLst/>
                <a:gdLst/>
                <a:ahLst/>
                <a:cxnLst/>
                <a:rect l="l" t="t" r="r" b="b"/>
                <a:pathLst>
                  <a:path w="24332" h="150736" extrusionOk="0">
                    <a:moveTo>
                      <a:pt x="24333" y="138681"/>
                    </a:moveTo>
                    <a:lnTo>
                      <a:pt x="24333" y="12056"/>
                    </a:lnTo>
                    <a:cubicBezTo>
                      <a:pt x="24333" y="-4019"/>
                      <a:pt x="0" y="-4019"/>
                      <a:pt x="0" y="12056"/>
                    </a:cubicBezTo>
                    <a:lnTo>
                      <a:pt x="0" y="138681"/>
                    </a:lnTo>
                    <a:cubicBezTo>
                      <a:pt x="0" y="154755"/>
                      <a:pt x="24333" y="154755"/>
                      <a:pt x="24333" y="13868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18" name="Google Shape;1018;p22"/>
              <p:cNvSpPr/>
              <p:nvPr/>
            </p:nvSpPr>
            <p:spPr>
              <a:xfrm>
                <a:off x="3013563" y="1088839"/>
                <a:ext cx="292501" cy="40203"/>
              </a:xfrm>
              <a:custGeom>
                <a:avLst/>
                <a:gdLst/>
                <a:ahLst/>
                <a:cxnLst/>
                <a:rect l="l" t="t" r="r" b="b"/>
                <a:pathLst>
                  <a:path w="292501" h="40203" extrusionOk="0">
                    <a:moveTo>
                      <a:pt x="10025" y="0"/>
                    </a:moveTo>
                    <a:lnTo>
                      <a:pt x="282442" y="0"/>
                    </a:lnTo>
                    <a:cubicBezTo>
                      <a:pt x="287982" y="0"/>
                      <a:pt x="292502" y="4520"/>
                      <a:pt x="292502" y="10059"/>
                    </a:cubicBezTo>
                    <a:lnTo>
                      <a:pt x="292502" y="30144"/>
                    </a:lnTo>
                    <a:cubicBezTo>
                      <a:pt x="292502" y="35683"/>
                      <a:pt x="287982" y="40203"/>
                      <a:pt x="282442" y="40203"/>
                    </a:cubicBezTo>
                    <a:lnTo>
                      <a:pt x="10025" y="40203"/>
                    </a:lnTo>
                    <a:cubicBezTo>
                      <a:pt x="4486" y="40203"/>
                      <a:pt x="0" y="35717"/>
                      <a:pt x="0" y="30178"/>
                    </a:cubicBezTo>
                    <a:lnTo>
                      <a:pt x="0" y="10059"/>
                    </a:lnTo>
                    <a:cubicBezTo>
                      <a:pt x="0" y="4520"/>
                      <a:pt x="4486" y="34"/>
                      <a:pt x="10025" y="3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19" name="Google Shape;1019;p22"/>
              <p:cNvSpPr/>
              <p:nvPr/>
            </p:nvSpPr>
            <p:spPr>
              <a:xfrm>
                <a:off x="3013563" y="1088839"/>
                <a:ext cx="292501" cy="20186"/>
              </a:xfrm>
              <a:custGeom>
                <a:avLst/>
                <a:gdLst/>
                <a:ahLst/>
                <a:cxnLst/>
                <a:rect l="l" t="t" r="r" b="b"/>
                <a:pathLst>
                  <a:path w="292501" h="20186" extrusionOk="0">
                    <a:moveTo>
                      <a:pt x="292502" y="20187"/>
                    </a:moveTo>
                    <a:lnTo>
                      <a:pt x="292502" y="10059"/>
                    </a:lnTo>
                    <a:cubicBezTo>
                      <a:pt x="292502" y="4520"/>
                      <a:pt x="287982" y="0"/>
                      <a:pt x="282442" y="0"/>
                    </a:cubicBezTo>
                    <a:lnTo>
                      <a:pt x="10025" y="0"/>
                    </a:lnTo>
                    <a:cubicBezTo>
                      <a:pt x="4520" y="0"/>
                      <a:pt x="0" y="4520"/>
                      <a:pt x="0" y="10059"/>
                    </a:cubicBezTo>
                    <a:lnTo>
                      <a:pt x="0" y="20187"/>
                    </a:lnTo>
                    <a:lnTo>
                      <a:pt x="292502" y="20187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1" name="Google Shape;1021;p23"/>
          <p:cNvGrpSpPr/>
          <p:nvPr/>
        </p:nvGrpSpPr>
        <p:grpSpPr>
          <a:xfrm>
            <a:off x="-111954" y="1297489"/>
            <a:ext cx="9256024" cy="3934331"/>
            <a:chOff x="-111954" y="1297489"/>
            <a:chExt cx="9256024" cy="3934331"/>
          </a:xfrm>
        </p:grpSpPr>
        <p:grpSp>
          <p:nvGrpSpPr>
            <p:cNvPr id="1022" name="Google Shape;1022;p23"/>
            <p:cNvGrpSpPr/>
            <p:nvPr/>
          </p:nvGrpSpPr>
          <p:grpSpPr>
            <a:xfrm>
              <a:off x="-111954" y="3312882"/>
              <a:ext cx="978840" cy="1918938"/>
              <a:chOff x="5261279" y="1944386"/>
              <a:chExt cx="343549" cy="673501"/>
            </a:xfrm>
          </p:grpSpPr>
          <p:sp>
            <p:nvSpPr>
              <p:cNvPr id="1023" name="Google Shape;1023;p23"/>
              <p:cNvSpPr/>
              <p:nvPr/>
            </p:nvSpPr>
            <p:spPr>
              <a:xfrm rot="1397564">
                <a:off x="5484957" y="2325472"/>
                <a:ext cx="77637" cy="116565"/>
              </a:xfrm>
              <a:custGeom>
                <a:avLst/>
                <a:gdLst/>
                <a:ahLst/>
                <a:cxnLst/>
                <a:rect l="l" t="t" r="r" b="b"/>
                <a:pathLst>
                  <a:path w="77721" h="116692" extrusionOk="0">
                    <a:moveTo>
                      <a:pt x="1750" y="594"/>
                    </a:moveTo>
                    <a:lnTo>
                      <a:pt x="1750" y="594"/>
                    </a:lnTo>
                    <a:cubicBezTo>
                      <a:pt x="-17" y="1716"/>
                      <a:pt x="-527" y="4095"/>
                      <a:pt x="594" y="5862"/>
                    </a:cubicBezTo>
                    <a:lnTo>
                      <a:pt x="70704" y="114951"/>
                    </a:lnTo>
                    <a:cubicBezTo>
                      <a:pt x="71825" y="116718"/>
                      <a:pt x="74204" y="117228"/>
                      <a:pt x="75971" y="116073"/>
                    </a:cubicBezTo>
                    <a:lnTo>
                      <a:pt x="75971" y="116073"/>
                    </a:lnTo>
                    <a:cubicBezTo>
                      <a:pt x="77738" y="114951"/>
                      <a:pt x="78248" y="112572"/>
                      <a:pt x="77127" y="110805"/>
                    </a:cubicBezTo>
                    <a:lnTo>
                      <a:pt x="7017" y="1750"/>
                    </a:lnTo>
                    <a:cubicBezTo>
                      <a:pt x="5896" y="-17"/>
                      <a:pt x="3517" y="-527"/>
                      <a:pt x="1750" y="59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24" name="Google Shape;1024;p23"/>
              <p:cNvSpPr/>
              <p:nvPr/>
            </p:nvSpPr>
            <p:spPr>
              <a:xfrm rot="1397564">
                <a:off x="5507184" y="2468622"/>
                <a:ext cx="77762" cy="116588"/>
              </a:xfrm>
              <a:custGeom>
                <a:avLst/>
                <a:gdLst/>
                <a:ahLst/>
                <a:cxnLst/>
                <a:rect l="l" t="t" r="r" b="b"/>
                <a:pathLst>
                  <a:path w="77846" h="116715" extrusionOk="0">
                    <a:moveTo>
                      <a:pt x="655" y="5879"/>
                    </a:moveTo>
                    <a:lnTo>
                      <a:pt x="70764" y="114934"/>
                    </a:lnTo>
                    <a:cubicBezTo>
                      <a:pt x="73517" y="119182"/>
                      <a:pt x="79906" y="115036"/>
                      <a:pt x="77187" y="110822"/>
                    </a:cubicBezTo>
                    <a:lnTo>
                      <a:pt x="7078" y="1767"/>
                    </a:lnTo>
                    <a:cubicBezTo>
                      <a:pt x="4393" y="-2447"/>
                      <a:pt x="-2064" y="1665"/>
                      <a:pt x="655" y="587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25" name="Google Shape;1025;p23"/>
              <p:cNvSpPr/>
              <p:nvPr/>
            </p:nvSpPr>
            <p:spPr>
              <a:xfrm>
                <a:off x="5354429" y="1998445"/>
                <a:ext cx="119182" cy="517957"/>
              </a:xfrm>
              <a:custGeom>
                <a:avLst/>
                <a:gdLst/>
                <a:ahLst/>
                <a:cxnLst/>
                <a:rect l="l" t="t" r="r" b="b"/>
                <a:pathLst>
                  <a:path w="119182" h="334166" extrusionOk="0">
                    <a:moveTo>
                      <a:pt x="0" y="332399"/>
                    </a:moveTo>
                    <a:lnTo>
                      <a:pt x="119182" y="334166"/>
                    </a:lnTo>
                    <a:lnTo>
                      <a:pt x="92913" y="884"/>
                    </a:lnTo>
                    <a:lnTo>
                      <a:pt x="34868" y="0"/>
                    </a:lnTo>
                    <a:lnTo>
                      <a:pt x="0" y="33239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26" name="Google Shape;1026;p23"/>
              <p:cNvSpPr/>
              <p:nvPr/>
            </p:nvSpPr>
            <p:spPr>
              <a:xfrm>
                <a:off x="5302407" y="2467426"/>
                <a:ext cx="216899" cy="110666"/>
              </a:xfrm>
              <a:custGeom>
                <a:avLst/>
                <a:gdLst/>
                <a:ahLst/>
                <a:cxnLst/>
                <a:rect l="l" t="t" r="r" b="b"/>
                <a:pathLst>
                  <a:path w="216899" h="110666" extrusionOk="0">
                    <a:moveTo>
                      <a:pt x="132118" y="2665"/>
                    </a:moveTo>
                    <a:cubicBezTo>
                      <a:pt x="183367" y="14117"/>
                      <a:pt x="217962" y="60132"/>
                      <a:pt x="216875" y="110666"/>
                    </a:cubicBezTo>
                    <a:lnTo>
                      <a:pt x="22" y="110666"/>
                    </a:lnTo>
                    <a:cubicBezTo>
                      <a:pt x="-148" y="102136"/>
                      <a:pt x="668" y="93470"/>
                      <a:pt x="2639" y="84804"/>
                    </a:cubicBezTo>
                    <a:cubicBezTo>
                      <a:pt x="15688" y="26352"/>
                      <a:pt x="73700" y="-10419"/>
                      <a:pt x="132118" y="26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27" name="Google Shape;1027;p23"/>
              <p:cNvSpPr/>
              <p:nvPr/>
            </p:nvSpPr>
            <p:spPr>
              <a:xfrm rot="3786509">
                <a:off x="5361080" y="2010522"/>
                <a:ext cx="185458" cy="93721"/>
              </a:xfrm>
              <a:custGeom>
                <a:avLst/>
                <a:gdLst/>
                <a:ahLst/>
                <a:cxnLst/>
                <a:rect l="l" t="t" r="r" b="b"/>
                <a:pathLst>
                  <a:path w="236291" h="100389" extrusionOk="0">
                    <a:moveTo>
                      <a:pt x="11589" y="0"/>
                    </a:moveTo>
                    <a:lnTo>
                      <a:pt x="0" y="97738"/>
                    </a:lnTo>
                    <a:lnTo>
                      <a:pt x="230650" y="100389"/>
                    </a:lnTo>
                    <a:lnTo>
                      <a:pt x="236292" y="52777"/>
                    </a:lnTo>
                    <a:lnTo>
                      <a:pt x="1158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28" name="Google Shape;1028;p23"/>
              <p:cNvSpPr/>
              <p:nvPr/>
            </p:nvSpPr>
            <p:spPr>
              <a:xfrm>
                <a:off x="5370079" y="1944386"/>
                <a:ext cx="98572" cy="98571"/>
              </a:xfrm>
              <a:custGeom>
                <a:avLst/>
                <a:gdLst/>
                <a:ahLst/>
                <a:cxnLst/>
                <a:rect l="l" t="t" r="r" b="b"/>
                <a:pathLst>
                  <a:path w="98572" h="98571" extrusionOk="0">
                    <a:moveTo>
                      <a:pt x="98227" y="55067"/>
                    </a:moveTo>
                    <a:cubicBezTo>
                      <a:pt x="95032" y="82084"/>
                      <a:pt x="70495" y="101421"/>
                      <a:pt x="43478" y="98227"/>
                    </a:cubicBezTo>
                    <a:cubicBezTo>
                      <a:pt x="16461" y="95032"/>
                      <a:pt x="-2876" y="70529"/>
                      <a:pt x="352" y="43478"/>
                    </a:cubicBezTo>
                    <a:cubicBezTo>
                      <a:pt x="3547" y="16461"/>
                      <a:pt x="28083" y="-2876"/>
                      <a:pt x="55100" y="352"/>
                    </a:cubicBezTo>
                    <a:cubicBezTo>
                      <a:pt x="82118" y="3547"/>
                      <a:pt x="101421" y="28049"/>
                      <a:pt x="98227" y="5510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29" name="Google Shape;1029;p23"/>
              <p:cNvSpPr/>
              <p:nvPr/>
            </p:nvSpPr>
            <p:spPr>
              <a:xfrm rot="1651514">
                <a:off x="5433706" y="2149644"/>
                <a:ext cx="117064" cy="132403"/>
              </a:xfrm>
              <a:custGeom>
                <a:avLst/>
                <a:gdLst/>
                <a:ahLst/>
                <a:cxnLst/>
                <a:rect l="l" t="t" r="r" b="b"/>
                <a:pathLst>
                  <a:path w="116973" h="132300" extrusionOk="0">
                    <a:moveTo>
                      <a:pt x="47544" y="0"/>
                    </a:moveTo>
                    <a:lnTo>
                      <a:pt x="0" y="38198"/>
                    </a:lnTo>
                    <a:lnTo>
                      <a:pt x="111196" y="132300"/>
                    </a:lnTo>
                    <a:lnTo>
                      <a:pt x="116974" y="127645"/>
                    </a:lnTo>
                    <a:lnTo>
                      <a:pt x="4754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30" name="Google Shape;1030;p23"/>
              <p:cNvSpPr/>
              <p:nvPr/>
            </p:nvSpPr>
            <p:spPr>
              <a:xfrm rot="1651514">
                <a:off x="5435834" y="2112422"/>
                <a:ext cx="85828" cy="85822"/>
              </a:xfrm>
              <a:custGeom>
                <a:avLst/>
                <a:gdLst/>
                <a:ahLst/>
                <a:cxnLst/>
                <a:rect l="l" t="t" r="r" b="b"/>
                <a:pathLst>
                  <a:path w="85761" h="85755" extrusionOk="0">
                    <a:moveTo>
                      <a:pt x="85466" y="47907"/>
                    </a:moveTo>
                    <a:cubicBezTo>
                      <a:pt x="82680" y="71424"/>
                      <a:pt x="61338" y="88212"/>
                      <a:pt x="37821" y="85460"/>
                    </a:cubicBezTo>
                    <a:cubicBezTo>
                      <a:pt x="14304" y="82673"/>
                      <a:pt x="-2485" y="61331"/>
                      <a:pt x="302" y="37848"/>
                    </a:cubicBezTo>
                    <a:cubicBezTo>
                      <a:pt x="3089" y="14331"/>
                      <a:pt x="24431" y="-2457"/>
                      <a:pt x="47914" y="295"/>
                    </a:cubicBezTo>
                    <a:cubicBezTo>
                      <a:pt x="71431" y="3082"/>
                      <a:pt x="88219" y="24424"/>
                      <a:pt x="85466" y="479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31" name="Google Shape;1031;p23"/>
              <p:cNvSpPr/>
              <p:nvPr/>
            </p:nvSpPr>
            <p:spPr>
              <a:xfrm rot="1770831">
                <a:off x="5484845" y="2270187"/>
                <a:ext cx="49400" cy="49399"/>
              </a:xfrm>
              <a:custGeom>
                <a:avLst/>
                <a:gdLst/>
                <a:ahLst/>
                <a:cxnLst/>
                <a:rect l="l" t="t" r="r" b="b"/>
                <a:pathLst>
                  <a:path w="49413" h="49412" extrusionOk="0">
                    <a:moveTo>
                      <a:pt x="24707" y="49413"/>
                    </a:moveTo>
                    <a:cubicBezTo>
                      <a:pt x="38300" y="49413"/>
                      <a:pt x="49413" y="38334"/>
                      <a:pt x="49413" y="24706"/>
                    </a:cubicBezTo>
                    <a:cubicBezTo>
                      <a:pt x="49413" y="11079"/>
                      <a:pt x="38300" y="0"/>
                      <a:pt x="24707" y="0"/>
                    </a:cubicBezTo>
                    <a:cubicBezTo>
                      <a:pt x="11113" y="0"/>
                      <a:pt x="0" y="11113"/>
                      <a:pt x="0" y="24706"/>
                    </a:cubicBezTo>
                    <a:cubicBezTo>
                      <a:pt x="0" y="38300"/>
                      <a:pt x="11113" y="49413"/>
                      <a:pt x="24707" y="4941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32" name="Google Shape;1032;p23"/>
              <p:cNvSpPr/>
              <p:nvPr/>
            </p:nvSpPr>
            <p:spPr>
              <a:xfrm>
                <a:off x="5365673" y="2494967"/>
                <a:ext cx="92980" cy="78095"/>
              </a:xfrm>
              <a:custGeom>
                <a:avLst/>
                <a:gdLst/>
                <a:ahLst/>
                <a:cxnLst/>
                <a:rect l="l" t="t" r="r" b="b"/>
                <a:pathLst>
                  <a:path w="92980" h="78095" extrusionOk="0">
                    <a:moveTo>
                      <a:pt x="45165" y="0"/>
                    </a:moveTo>
                    <a:cubicBezTo>
                      <a:pt x="28445" y="0"/>
                      <a:pt x="12914" y="5064"/>
                      <a:pt x="0" y="13764"/>
                    </a:cubicBezTo>
                    <a:lnTo>
                      <a:pt x="45165" y="78095"/>
                    </a:lnTo>
                    <a:lnTo>
                      <a:pt x="92981" y="15599"/>
                    </a:lnTo>
                    <a:cubicBezTo>
                      <a:pt x="79591" y="5777"/>
                      <a:pt x="63075" y="0"/>
                      <a:pt x="4519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33" name="Google Shape;1033;p23"/>
              <p:cNvSpPr/>
              <p:nvPr/>
            </p:nvSpPr>
            <p:spPr>
              <a:xfrm>
                <a:off x="5261279" y="2544652"/>
                <a:ext cx="305576" cy="73235"/>
              </a:xfrm>
              <a:custGeom>
                <a:avLst/>
                <a:gdLst/>
                <a:ahLst/>
                <a:cxnLst/>
                <a:rect l="l" t="t" r="r" b="b"/>
                <a:pathLst>
                  <a:path w="305576" h="73235" extrusionOk="0">
                    <a:moveTo>
                      <a:pt x="271665" y="0"/>
                    </a:moveTo>
                    <a:lnTo>
                      <a:pt x="33912" y="0"/>
                    </a:lnTo>
                    <a:cubicBezTo>
                      <a:pt x="-11321" y="0"/>
                      <a:pt x="-11287" y="73236"/>
                      <a:pt x="33912" y="73236"/>
                    </a:cubicBezTo>
                    <a:lnTo>
                      <a:pt x="271665" y="73236"/>
                    </a:lnTo>
                    <a:cubicBezTo>
                      <a:pt x="316864" y="73236"/>
                      <a:pt x="316898" y="0"/>
                      <a:pt x="2716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34" name="Google Shape;1034;p23"/>
              <p:cNvSpPr/>
              <p:nvPr/>
            </p:nvSpPr>
            <p:spPr>
              <a:xfrm rot="1770831">
                <a:off x="5504032" y="2285456"/>
                <a:ext cx="16579" cy="16579"/>
              </a:xfrm>
              <a:custGeom>
                <a:avLst/>
                <a:gdLst/>
                <a:ahLst/>
                <a:cxnLst/>
                <a:rect l="l" t="t" r="r" b="b"/>
                <a:pathLst>
                  <a:path w="16584" h="16584" extrusionOk="0">
                    <a:moveTo>
                      <a:pt x="8292" y="16584"/>
                    </a:moveTo>
                    <a:cubicBezTo>
                      <a:pt x="12846" y="16584"/>
                      <a:pt x="16584" y="12846"/>
                      <a:pt x="16584" y="8292"/>
                    </a:cubicBezTo>
                    <a:cubicBezTo>
                      <a:pt x="16584" y="3738"/>
                      <a:pt x="12846" y="0"/>
                      <a:pt x="8292" y="0"/>
                    </a:cubicBezTo>
                    <a:cubicBezTo>
                      <a:pt x="3738" y="0"/>
                      <a:pt x="0" y="3738"/>
                      <a:pt x="0" y="8292"/>
                    </a:cubicBezTo>
                    <a:cubicBezTo>
                      <a:pt x="0" y="12846"/>
                      <a:pt x="3738" y="16584"/>
                      <a:pt x="8292" y="1658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35" name="Google Shape;1035;p23"/>
              <p:cNvSpPr/>
              <p:nvPr/>
            </p:nvSpPr>
            <p:spPr>
              <a:xfrm rot="1651514">
                <a:off x="5462903" y="2138782"/>
                <a:ext cx="34486" cy="34486"/>
              </a:xfrm>
              <a:custGeom>
                <a:avLst/>
                <a:gdLst/>
                <a:ahLst/>
                <a:cxnLst/>
                <a:rect l="l" t="t" r="r" b="b"/>
                <a:pathLst>
                  <a:path w="34459" h="34459" extrusionOk="0">
                    <a:moveTo>
                      <a:pt x="17230" y="34460"/>
                    </a:moveTo>
                    <a:cubicBezTo>
                      <a:pt x="26712" y="34460"/>
                      <a:pt x="34460" y="26712"/>
                      <a:pt x="34460" y="17230"/>
                    </a:cubicBezTo>
                    <a:cubicBezTo>
                      <a:pt x="34460" y="7748"/>
                      <a:pt x="26712" y="0"/>
                      <a:pt x="17230" y="0"/>
                    </a:cubicBezTo>
                    <a:cubicBezTo>
                      <a:pt x="7748" y="0"/>
                      <a:pt x="0" y="7748"/>
                      <a:pt x="0" y="17230"/>
                    </a:cubicBezTo>
                    <a:cubicBezTo>
                      <a:pt x="0" y="26712"/>
                      <a:pt x="7748" y="34460"/>
                      <a:pt x="17230" y="3446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36" name="Google Shape;1036;p23"/>
              <p:cNvSpPr/>
              <p:nvPr/>
            </p:nvSpPr>
            <p:spPr>
              <a:xfrm>
                <a:off x="5401085" y="1976242"/>
                <a:ext cx="34459" cy="34459"/>
              </a:xfrm>
              <a:custGeom>
                <a:avLst/>
                <a:gdLst/>
                <a:ahLst/>
                <a:cxnLst/>
                <a:rect l="l" t="t" r="r" b="b"/>
                <a:pathLst>
                  <a:path w="34459" h="34459" extrusionOk="0">
                    <a:moveTo>
                      <a:pt x="17230" y="34460"/>
                    </a:moveTo>
                    <a:cubicBezTo>
                      <a:pt x="26711" y="34460"/>
                      <a:pt x="34460" y="26711"/>
                      <a:pt x="34460" y="17230"/>
                    </a:cubicBezTo>
                    <a:cubicBezTo>
                      <a:pt x="34460" y="7748"/>
                      <a:pt x="26711" y="0"/>
                      <a:pt x="17230" y="0"/>
                    </a:cubicBezTo>
                    <a:cubicBezTo>
                      <a:pt x="7748" y="0"/>
                      <a:pt x="0" y="7748"/>
                      <a:pt x="0" y="17230"/>
                    </a:cubicBezTo>
                    <a:cubicBezTo>
                      <a:pt x="0" y="26711"/>
                      <a:pt x="7748" y="34460"/>
                      <a:pt x="17230" y="3446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037" name="Google Shape;1037;p23"/>
            <p:cNvGrpSpPr/>
            <p:nvPr/>
          </p:nvGrpSpPr>
          <p:grpSpPr>
            <a:xfrm flipH="1">
              <a:off x="8430823" y="1297489"/>
              <a:ext cx="713247" cy="1298137"/>
              <a:chOff x="4380117" y="1824165"/>
              <a:chExt cx="226939" cy="437466"/>
            </a:xfrm>
          </p:grpSpPr>
          <p:sp>
            <p:nvSpPr>
              <p:cNvPr id="1038" name="Google Shape;1038;p23"/>
              <p:cNvSpPr/>
              <p:nvPr/>
            </p:nvSpPr>
            <p:spPr>
              <a:xfrm>
                <a:off x="4469971" y="2216942"/>
                <a:ext cx="57501" cy="44689"/>
              </a:xfrm>
              <a:custGeom>
                <a:avLst/>
                <a:gdLst/>
                <a:ahLst/>
                <a:cxnLst/>
                <a:rect l="l" t="t" r="r" b="b"/>
                <a:pathLst>
                  <a:path w="57501" h="44689" extrusionOk="0">
                    <a:moveTo>
                      <a:pt x="57501" y="0"/>
                    </a:moveTo>
                    <a:lnTo>
                      <a:pt x="0" y="0"/>
                    </a:lnTo>
                    <a:lnTo>
                      <a:pt x="18487" y="44689"/>
                    </a:lnTo>
                    <a:lnTo>
                      <a:pt x="38776" y="44689"/>
                    </a:lnTo>
                    <a:lnTo>
                      <a:pt x="5750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39" name="Google Shape;1039;p23"/>
              <p:cNvSpPr/>
              <p:nvPr/>
            </p:nvSpPr>
            <p:spPr>
              <a:xfrm>
                <a:off x="4496614" y="2025306"/>
                <a:ext cx="110442" cy="191602"/>
              </a:xfrm>
              <a:custGeom>
                <a:avLst/>
                <a:gdLst/>
                <a:ahLst/>
                <a:cxnLst/>
                <a:rect l="l" t="t" r="r" b="b"/>
                <a:pathLst>
                  <a:path w="110442" h="191602" extrusionOk="0">
                    <a:moveTo>
                      <a:pt x="48054" y="0"/>
                    </a:moveTo>
                    <a:cubicBezTo>
                      <a:pt x="48054" y="0"/>
                      <a:pt x="106234" y="59574"/>
                      <a:pt x="110279" y="62973"/>
                    </a:cubicBezTo>
                    <a:cubicBezTo>
                      <a:pt x="114323" y="66337"/>
                      <a:pt x="41937" y="191603"/>
                      <a:pt x="41937" y="191603"/>
                    </a:cubicBezTo>
                    <a:lnTo>
                      <a:pt x="0" y="191603"/>
                    </a:lnTo>
                    <a:lnTo>
                      <a:pt x="0" y="8564"/>
                    </a:lnTo>
                    <a:lnTo>
                      <a:pt x="480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40" name="Google Shape;1040;p23"/>
              <p:cNvSpPr/>
              <p:nvPr/>
            </p:nvSpPr>
            <p:spPr>
              <a:xfrm>
                <a:off x="4388719" y="2025306"/>
                <a:ext cx="110410" cy="191602"/>
              </a:xfrm>
              <a:custGeom>
                <a:avLst/>
                <a:gdLst/>
                <a:ahLst/>
                <a:cxnLst/>
                <a:rect l="l" t="t" r="r" b="b"/>
                <a:pathLst>
                  <a:path w="110410" h="191602" extrusionOk="0">
                    <a:moveTo>
                      <a:pt x="62391" y="0"/>
                    </a:moveTo>
                    <a:cubicBezTo>
                      <a:pt x="62391" y="0"/>
                      <a:pt x="4210" y="59574"/>
                      <a:pt x="166" y="62973"/>
                    </a:cubicBezTo>
                    <a:cubicBezTo>
                      <a:pt x="-3912" y="66337"/>
                      <a:pt x="68474" y="191603"/>
                      <a:pt x="68474" y="191603"/>
                    </a:cubicBezTo>
                    <a:lnTo>
                      <a:pt x="110410" y="191603"/>
                    </a:lnTo>
                    <a:lnTo>
                      <a:pt x="110410" y="8564"/>
                    </a:lnTo>
                    <a:lnTo>
                      <a:pt x="6239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41" name="Google Shape;1041;p23"/>
              <p:cNvSpPr/>
              <p:nvPr/>
            </p:nvSpPr>
            <p:spPr>
              <a:xfrm>
                <a:off x="4381340" y="1840704"/>
                <a:ext cx="156938" cy="181135"/>
              </a:xfrm>
              <a:custGeom>
                <a:avLst/>
                <a:gdLst/>
                <a:ahLst/>
                <a:cxnLst/>
                <a:rect l="l" t="t" r="r" b="b"/>
                <a:pathLst>
                  <a:path w="156938" h="181135" extrusionOk="0">
                    <a:moveTo>
                      <a:pt x="0" y="0"/>
                    </a:moveTo>
                    <a:lnTo>
                      <a:pt x="20152" y="0"/>
                    </a:lnTo>
                    <a:cubicBezTo>
                      <a:pt x="95359" y="0"/>
                      <a:pt x="156939" y="61545"/>
                      <a:pt x="156939" y="136786"/>
                    </a:cubicBezTo>
                    <a:lnTo>
                      <a:pt x="156939" y="181136"/>
                    </a:lnTo>
                    <a:lnTo>
                      <a:pt x="82309" y="181136"/>
                    </a:lnTo>
                    <a:lnTo>
                      <a:pt x="82309" y="162478"/>
                    </a:lnTo>
                    <a:cubicBezTo>
                      <a:pt x="82309" y="94646"/>
                      <a:pt x="48733" y="70143"/>
                      <a:pt x="34" y="71741"/>
                    </a:cubicBez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42" name="Google Shape;1042;p23"/>
              <p:cNvSpPr/>
              <p:nvPr/>
            </p:nvSpPr>
            <p:spPr>
              <a:xfrm>
                <a:off x="4432079" y="2021024"/>
                <a:ext cx="132436" cy="23721"/>
              </a:xfrm>
              <a:custGeom>
                <a:avLst/>
                <a:gdLst/>
                <a:ahLst/>
                <a:cxnLst/>
                <a:rect l="l" t="t" r="r" b="b"/>
                <a:pathLst>
                  <a:path w="132436" h="23721" extrusionOk="0">
                    <a:moveTo>
                      <a:pt x="0" y="23721"/>
                    </a:moveTo>
                    <a:lnTo>
                      <a:pt x="0" y="11861"/>
                    </a:lnTo>
                    <a:cubicBezTo>
                      <a:pt x="0" y="5336"/>
                      <a:pt x="5336" y="0"/>
                      <a:pt x="11860" y="0"/>
                    </a:cubicBezTo>
                    <a:lnTo>
                      <a:pt x="120576" y="0"/>
                    </a:lnTo>
                    <a:cubicBezTo>
                      <a:pt x="127101" y="0"/>
                      <a:pt x="132436" y="5336"/>
                      <a:pt x="132436" y="11861"/>
                    </a:cubicBezTo>
                    <a:lnTo>
                      <a:pt x="132436" y="23721"/>
                    </a:lnTo>
                    <a:lnTo>
                      <a:pt x="0" y="2372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43" name="Google Shape;1043;p23"/>
              <p:cNvSpPr/>
              <p:nvPr/>
            </p:nvSpPr>
            <p:spPr>
              <a:xfrm>
                <a:off x="4493284" y="2021024"/>
                <a:ext cx="71230" cy="23721"/>
              </a:xfrm>
              <a:custGeom>
                <a:avLst/>
                <a:gdLst/>
                <a:ahLst/>
                <a:cxnLst/>
                <a:rect l="l" t="t" r="r" b="b"/>
                <a:pathLst>
                  <a:path w="71230" h="23721" extrusionOk="0">
                    <a:moveTo>
                      <a:pt x="0" y="0"/>
                    </a:moveTo>
                    <a:lnTo>
                      <a:pt x="59370" y="0"/>
                    </a:lnTo>
                    <a:cubicBezTo>
                      <a:pt x="65895" y="0"/>
                      <a:pt x="71231" y="5336"/>
                      <a:pt x="71231" y="11861"/>
                    </a:cubicBezTo>
                    <a:lnTo>
                      <a:pt x="71231" y="23721"/>
                    </a:lnTo>
                    <a:lnTo>
                      <a:pt x="0" y="237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44" name="Google Shape;1044;p23"/>
              <p:cNvSpPr/>
              <p:nvPr/>
            </p:nvSpPr>
            <p:spPr>
              <a:xfrm>
                <a:off x="4453489" y="2009877"/>
                <a:ext cx="99131" cy="11248"/>
              </a:xfrm>
              <a:custGeom>
                <a:avLst/>
                <a:gdLst/>
                <a:ahLst/>
                <a:cxnLst/>
                <a:rect l="l" t="t" r="r" b="b"/>
                <a:pathLst>
                  <a:path w="99131" h="11248" extrusionOk="0">
                    <a:moveTo>
                      <a:pt x="93524" y="0"/>
                    </a:moveTo>
                    <a:lnTo>
                      <a:pt x="5607" y="0"/>
                    </a:lnTo>
                    <a:cubicBezTo>
                      <a:pt x="2515" y="0"/>
                      <a:pt x="0" y="2515"/>
                      <a:pt x="0" y="5607"/>
                    </a:cubicBezTo>
                    <a:lnTo>
                      <a:pt x="0" y="5607"/>
                    </a:lnTo>
                    <a:cubicBezTo>
                      <a:pt x="0" y="8700"/>
                      <a:pt x="2515" y="11249"/>
                      <a:pt x="5607" y="11249"/>
                    </a:cubicBezTo>
                    <a:lnTo>
                      <a:pt x="93524" y="11249"/>
                    </a:lnTo>
                    <a:cubicBezTo>
                      <a:pt x="96617" y="11249"/>
                      <a:pt x="99131" y="8700"/>
                      <a:pt x="99131" y="5607"/>
                    </a:cubicBezTo>
                    <a:lnTo>
                      <a:pt x="99131" y="5607"/>
                    </a:lnTo>
                    <a:cubicBezTo>
                      <a:pt x="99131" y="2515"/>
                      <a:pt x="96583" y="0"/>
                      <a:pt x="935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45" name="Google Shape;1045;p23"/>
              <p:cNvSpPr/>
              <p:nvPr/>
            </p:nvSpPr>
            <p:spPr>
              <a:xfrm>
                <a:off x="4451585" y="1992137"/>
                <a:ext cx="99199" cy="11248"/>
              </a:xfrm>
              <a:custGeom>
                <a:avLst/>
                <a:gdLst/>
                <a:ahLst/>
                <a:cxnLst/>
                <a:rect l="l" t="t" r="r" b="b"/>
                <a:pathLst>
                  <a:path w="99199" h="11248" extrusionOk="0">
                    <a:moveTo>
                      <a:pt x="93558" y="34"/>
                    </a:moveTo>
                    <a:lnTo>
                      <a:pt x="5641" y="34"/>
                    </a:lnTo>
                    <a:cubicBezTo>
                      <a:pt x="2549" y="34"/>
                      <a:pt x="0" y="2549"/>
                      <a:pt x="0" y="5641"/>
                    </a:cubicBezTo>
                    <a:lnTo>
                      <a:pt x="0" y="5641"/>
                    </a:lnTo>
                    <a:cubicBezTo>
                      <a:pt x="0" y="8734"/>
                      <a:pt x="2549" y="11249"/>
                      <a:pt x="5641" y="11249"/>
                    </a:cubicBezTo>
                    <a:lnTo>
                      <a:pt x="93558" y="11249"/>
                    </a:lnTo>
                    <a:cubicBezTo>
                      <a:pt x="96651" y="11249"/>
                      <a:pt x="99200" y="8700"/>
                      <a:pt x="99200" y="5607"/>
                    </a:cubicBezTo>
                    <a:lnTo>
                      <a:pt x="99200" y="5607"/>
                    </a:lnTo>
                    <a:cubicBezTo>
                      <a:pt x="99200" y="2515"/>
                      <a:pt x="96685" y="0"/>
                      <a:pt x="935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46" name="Google Shape;1046;p23"/>
              <p:cNvSpPr/>
              <p:nvPr/>
            </p:nvSpPr>
            <p:spPr>
              <a:xfrm>
                <a:off x="4449751" y="1974466"/>
                <a:ext cx="99165" cy="11214"/>
              </a:xfrm>
              <a:custGeom>
                <a:avLst/>
                <a:gdLst/>
                <a:ahLst/>
                <a:cxnLst/>
                <a:rect l="l" t="t" r="r" b="b"/>
                <a:pathLst>
                  <a:path w="99165" h="11214" extrusionOk="0">
                    <a:moveTo>
                      <a:pt x="93524" y="0"/>
                    </a:moveTo>
                    <a:lnTo>
                      <a:pt x="5607" y="0"/>
                    </a:lnTo>
                    <a:cubicBezTo>
                      <a:pt x="2515" y="0"/>
                      <a:pt x="0" y="2515"/>
                      <a:pt x="0" y="5607"/>
                    </a:cubicBezTo>
                    <a:lnTo>
                      <a:pt x="0" y="5607"/>
                    </a:lnTo>
                    <a:cubicBezTo>
                      <a:pt x="0" y="8700"/>
                      <a:pt x="2515" y="11215"/>
                      <a:pt x="5607" y="11215"/>
                    </a:cubicBezTo>
                    <a:lnTo>
                      <a:pt x="93524" y="11215"/>
                    </a:lnTo>
                    <a:cubicBezTo>
                      <a:pt x="96617" y="11215"/>
                      <a:pt x="99165" y="8666"/>
                      <a:pt x="99165" y="5607"/>
                    </a:cubicBezTo>
                    <a:lnTo>
                      <a:pt x="99165" y="5607"/>
                    </a:lnTo>
                    <a:cubicBezTo>
                      <a:pt x="99165" y="2515"/>
                      <a:pt x="96651" y="0"/>
                      <a:pt x="935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47" name="Google Shape;1047;p23"/>
              <p:cNvSpPr/>
              <p:nvPr/>
            </p:nvSpPr>
            <p:spPr>
              <a:xfrm>
                <a:off x="4447881" y="1956760"/>
                <a:ext cx="99131" cy="11214"/>
              </a:xfrm>
              <a:custGeom>
                <a:avLst/>
                <a:gdLst/>
                <a:ahLst/>
                <a:cxnLst/>
                <a:rect l="l" t="t" r="r" b="b"/>
                <a:pathLst>
                  <a:path w="99131" h="11214" extrusionOk="0">
                    <a:moveTo>
                      <a:pt x="93524" y="0"/>
                    </a:moveTo>
                    <a:lnTo>
                      <a:pt x="5607" y="0"/>
                    </a:lnTo>
                    <a:cubicBezTo>
                      <a:pt x="2515" y="0"/>
                      <a:pt x="0" y="2515"/>
                      <a:pt x="0" y="5607"/>
                    </a:cubicBezTo>
                    <a:lnTo>
                      <a:pt x="0" y="5607"/>
                    </a:lnTo>
                    <a:cubicBezTo>
                      <a:pt x="0" y="8700"/>
                      <a:pt x="2549" y="11215"/>
                      <a:pt x="5607" y="11215"/>
                    </a:cubicBezTo>
                    <a:lnTo>
                      <a:pt x="93524" y="11215"/>
                    </a:lnTo>
                    <a:cubicBezTo>
                      <a:pt x="96617" y="11215"/>
                      <a:pt x="99132" y="8700"/>
                      <a:pt x="99132" y="5607"/>
                    </a:cubicBezTo>
                    <a:lnTo>
                      <a:pt x="99132" y="5607"/>
                    </a:lnTo>
                    <a:cubicBezTo>
                      <a:pt x="99132" y="2515"/>
                      <a:pt x="96617" y="0"/>
                      <a:pt x="935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48" name="Google Shape;1048;p23"/>
              <p:cNvSpPr/>
              <p:nvPr/>
            </p:nvSpPr>
            <p:spPr>
              <a:xfrm>
                <a:off x="4446074" y="1936907"/>
                <a:ext cx="99074" cy="15507"/>
              </a:xfrm>
              <a:custGeom>
                <a:avLst/>
                <a:gdLst/>
                <a:ahLst/>
                <a:cxnLst/>
                <a:rect l="l" t="t" r="r" b="b"/>
                <a:pathLst>
                  <a:path w="99074" h="15507" extrusionOk="0">
                    <a:moveTo>
                      <a:pt x="93156" y="6"/>
                    </a:moveTo>
                    <a:lnTo>
                      <a:pt x="5341" y="4288"/>
                    </a:lnTo>
                    <a:cubicBezTo>
                      <a:pt x="2249" y="4424"/>
                      <a:pt x="-130" y="7074"/>
                      <a:pt x="6" y="10167"/>
                    </a:cubicBezTo>
                    <a:lnTo>
                      <a:pt x="6" y="10167"/>
                    </a:lnTo>
                    <a:cubicBezTo>
                      <a:pt x="142" y="13259"/>
                      <a:pt x="2792" y="15638"/>
                      <a:pt x="5885" y="15502"/>
                    </a:cubicBezTo>
                    <a:lnTo>
                      <a:pt x="93734" y="11220"/>
                    </a:lnTo>
                    <a:cubicBezTo>
                      <a:pt x="96826" y="11084"/>
                      <a:pt x="99205" y="8434"/>
                      <a:pt x="99069" y="5341"/>
                    </a:cubicBezTo>
                    <a:lnTo>
                      <a:pt x="99069" y="5341"/>
                    </a:lnTo>
                    <a:cubicBezTo>
                      <a:pt x="98899" y="2249"/>
                      <a:pt x="96283" y="-130"/>
                      <a:pt x="93190" y="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49" name="Google Shape;1049;p23"/>
              <p:cNvSpPr/>
              <p:nvPr/>
            </p:nvSpPr>
            <p:spPr>
              <a:xfrm>
                <a:off x="4437315" y="1910952"/>
                <a:ext cx="97595" cy="27725"/>
              </a:xfrm>
              <a:custGeom>
                <a:avLst/>
                <a:gdLst/>
                <a:ahLst/>
                <a:cxnLst/>
                <a:rect l="l" t="t" r="r" b="b"/>
                <a:pathLst>
                  <a:path w="97595" h="27725" extrusionOk="0">
                    <a:moveTo>
                      <a:pt x="90939" y="99"/>
                    </a:moveTo>
                    <a:lnTo>
                      <a:pt x="4551" y="16582"/>
                    </a:lnTo>
                    <a:cubicBezTo>
                      <a:pt x="1526" y="17159"/>
                      <a:pt x="-479" y="20116"/>
                      <a:pt x="99" y="23175"/>
                    </a:cubicBezTo>
                    <a:lnTo>
                      <a:pt x="99" y="23175"/>
                    </a:lnTo>
                    <a:cubicBezTo>
                      <a:pt x="677" y="26199"/>
                      <a:pt x="3633" y="28204"/>
                      <a:pt x="6658" y="27626"/>
                    </a:cubicBezTo>
                    <a:lnTo>
                      <a:pt x="93012" y="11110"/>
                    </a:lnTo>
                    <a:cubicBezTo>
                      <a:pt x="96036" y="10532"/>
                      <a:pt x="98075" y="7576"/>
                      <a:pt x="97498" y="4551"/>
                    </a:cubicBezTo>
                    <a:lnTo>
                      <a:pt x="97498" y="4551"/>
                    </a:lnTo>
                    <a:cubicBezTo>
                      <a:pt x="96920" y="1526"/>
                      <a:pt x="93963" y="-478"/>
                      <a:pt x="90939" y="9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50" name="Google Shape;1050;p23"/>
              <p:cNvSpPr/>
              <p:nvPr/>
            </p:nvSpPr>
            <p:spPr>
              <a:xfrm>
                <a:off x="4429531" y="1882948"/>
                <a:ext cx="90598" cy="49035"/>
              </a:xfrm>
              <a:custGeom>
                <a:avLst/>
                <a:gdLst/>
                <a:ahLst/>
                <a:cxnLst/>
                <a:rect l="l" t="t" r="r" b="b"/>
                <a:pathLst>
                  <a:path w="90598" h="49035" extrusionOk="0">
                    <a:moveTo>
                      <a:pt x="82580" y="542"/>
                    </a:moveTo>
                    <a:lnTo>
                      <a:pt x="3193" y="38366"/>
                    </a:lnTo>
                    <a:cubicBezTo>
                      <a:pt x="406" y="39692"/>
                      <a:pt x="-783" y="43056"/>
                      <a:pt x="542" y="45843"/>
                    </a:cubicBezTo>
                    <a:lnTo>
                      <a:pt x="542" y="45843"/>
                    </a:lnTo>
                    <a:cubicBezTo>
                      <a:pt x="1867" y="48630"/>
                      <a:pt x="5232" y="49819"/>
                      <a:pt x="8018" y="48494"/>
                    </a:cubicBezTo>
                    <a:lnTo>
                      <a:pt x="87405" y="10669"/>
                    </a:lnTo>
                    <a:cubicBezTo>
                      <a:pt x="90192" y="9344"/>
                      <a:pt x="91382" y="5980"/>
                      <a:pt x="90056" y="3193"/>
                    </a:cubicBezTo>
                    <a:lnTo>
                      <a:pt x="90056" y="3193"/>
                    </a:lnTo>
                    <a:cubicBezTo>
                      <a:pt x="88731" y="406"/>
                      <a:pt x="85332" y="-783"/>
                      <a:pt x="82546" y="5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51" name="Google Shape;1051;p23"/>
              <p:cNvSpPr/>
              <p:nvPr/>
            </p:nvSpPr>
            <p:spPr>
              <a:xfrm>
                <a:off x="4422838" y="1855265"/>
                <a:ext cx="71972" cy="74814"/>
              </a:xfrm>
              <a:custGeom>
                <a:avLst/>
                <a:gdLst/>
                <a:ahLst/>
                <a:cxnLst/>
                <a:rect l="l" t="t" r="r" b="b"/>
                <a:pathLst>
                  <a:path w="71972" h="74814" extrusionOk="0">
                    <a:moveTo>
                      <a:pt x="62324" y="1718"/>
                    </a:moveTo>
                    <a:lnTo>
                      <a:pt x="1560" y="65302"/>
                    </a:lnTo>
                    <a:cubicBezTo>
                      <a:pt x="-581" y="67545"/>
                      <a:pt x="-513" y="71113"/>
                      <a:pt x="1730" y="73254"/>
                    </a:cubicBezTo>
                    <a:lnTo>
                      <a:pt x="1730" y="73254"/>
                    </a:lnTo>
                    <a:cubicBezTo>
                      <a:pt x="3973" y="75395"/>
                      <a:pt x="7541" y="75327"/>
                      <a:pt x="9682" y="73085"/>
                    </a:cubicBezTo>
                    <a:lnTo>
                      <a:pt x="70412" y="9500"/>
                    </a:lnTo>
                    <a:cubicBezTo>
                      <a:pt x="72553" y="7257"/>
                      <a:pt x="72485" y="3689"/>
                      <a:pt x="70242" y="1548"/>
                    </a:cubicBezTo>
                    <a:lnTo>
                      <a:pt x="70242" y="1548"/>
                    </a:lnTo>
                    <a:cubicBezTo>
                      <a:pt x="67999" y="-593"/>
                      <a:pt x="64431" y="-491"/>
                      <a:pt x="62324" y="17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52" name="Google Shape;1052;p23"/>
              <p:cNvSpPr/>
              <p:nvPr/>
            </p:nvSpPr>
            <p:spPr>
              <a:xfrm>
                <a:off x="4416185" y="1835374"/>
                <a:ext cx="45386" cy="92221"/>
              </a:xfrm>
              <a:custGeom>
                <a:avLst/>
                <a:gdLst/>
                <a:ahLst/>
                <a:cxnLst/>
                <a:rect l="l" t="t" r="r" b="b"/>
                <a:pathLst>
                  <a:path w="45386" h="92221" extrusionOk="0">
                    <a:moveTo>
                      <a:pt x="34619" y="3427"/>
                    </a:moveTo>
                    <a:lnTo>
                      <a:pt x="431" y="84445"/>
                    </a:lnTo>
                    <a:cubicBezTo>
                      <a:pt x="-758" y="87299"/>
                      <a:pt x="601" y="90596"/>
                      <a:pt x="3422" y="91785"/>
                    </a:cubicBezTo>
                    <a:lnTo>
                      <a:pt x="3422" y="91785"/>
                    </a:lnTo>
                    <a:cubicBezTo>
                      <a:pt x="6277" y="92975"/>
                      <a:pt x="9573" y="91649"/>
                      <a:pt x="10762" y="88795"/>
                    </a:cubicBezTo>
                    <a:lnTo>
                      <a:pt x="44951" y="7777"/>
                    </a:lnTo>
                    <a:cubicBezTo>
                      <a:pt x="46140" y="4956"/>
                      <a:pt x="44815" y="1625"/>
                      <a:pt x="41960" y="436"/>
                    </a:cubicBezTo>
                    <a:lnTo>
                      <a:pt x="41960" y="436"/>
                    </a:lnTo>
                    <a:cubicBezTo>
                      <a:pt x="39105" y="-753"/>
                      <a:pt x="35809" y="572"/>
                      <a:pt x="34585" y="342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53" name="Google Shape;1053;p23"/>
              <p:cNvSpPr/>
              <p:nvPr/>
            </p:nvSpPr>
            <p:spPr>
              <a:xfrm>
                <a:off x="4407685" y="1824165"/>
                <a:ext cx="19556" cy="98768"/>
              </a:xfrm>
              <a:custGeom>
                <a:avLst/>
                <a:gdLst/>
                <a:ahLst/>
                <a:cxnLst/>
                <a:rect l="l" t="t" r="r" b="b"/>
                <a:pathLst>
                  <a:path w="19556" h="98768" extrusionOk="0">
                    <a:moveTo>
                      <a:pt x="8354" y="5086"/>
                    </a:moveTo>
                    <a:lnTo>
                      <a:pt x="28" y="92629"/>
                    </a:lnTo>
                    <a:cubicBezTo>
                      <a:pt x="-279" y="95722"/>
                      <a:pt x="1999" y="98440"/>
                      <a:pt x="5091" y="98746"/>
                    </a:cubicBezTo>
                    <a:lnTo>
                      <a:pt x="5091" y="98746"/>
                    </a:lnTo>
                    <a:cubicBezTo>
                      <a:pt x="8149" y="99018"/>
                      <a:pt x="10902" y="96775"/>
                      <a:pt x="11208" y="93683"/>
                    </a:cubicBezTo>
                    <a:lnTo>
                      <a:pt x="19534" y="6140"/>
                    </a:lnTo>
                    <a:cubicBezTo>
                      <a:pt x="19806" y="3047"/>
                      <a:pt x="17563" y="294"/>
                      <a:pt x="14471" y="22"/>
                    </a:cubicBezTo>
                    <a:lnTo>
                      <a:pt x="14471" y="22"/>
                    </a:lnTo>
                    <a:cubicBezTo>
                      <a:pt x="11378" y="-250"/>
                      <a:pt x="8625" y="1993"/>
                      <a:pt x="8320" y="50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54" name="Google Shape;1054;p23"/>
              <p:cNvSpPr/>
              <p:nvPr/>
            </p:nvSpPr>
            <p:spPr>
              <a:xfrm>
                <a:off x="4380117" y="1825037"/>
                <a:ext cx="11486" cy="99165"/>
              </a:xfrm>
              <a:custGeom>
                <a:avLst/>
                <a:gdLst/>
                <a:ahLst/>
                <a:cxnLst/>
                <a:rect l="l" t="t" r="r" b="b"/>
                <a:pathLst>
                  <a:path w="11486" h="99165" extrusionOk="0">
                    <a:moveTo>
                      <a:pt x="238" y="5607"/>
                    </a:moveTo>
                    <a:lnTo>
                      <a:pt x="0" y="93524"/>
                    </a:lnTo>
                    <a:cubicBezTo>
                      <a:pt x="0" y="96617"/>
                      <a:pt x="2515" y="99166"/>
                      <a:pt x="5607" y="99166"/>
                    </a:cubicBezTo>
                    <a:lnTo>
                      <a:pt x="5607" y="99166"/>
                    </a:lnTo>
                    <a:cubicBezTo>
                      <a:pt x="8700" y="99166"/>
                      <a:pt x="11249" y="96651"/>
                      <a:pt x="11249" y="93558"/>
                    </a:cubicBezTo>
                    <a:lnTo>
                      <a:pt x="11486" y="5641"/>
                    </a:lnTo>
                    <a:cubicBezTo>
                      <a:pt x="11486" y="2549"/>
                      <a:pt x="8971" y="34"/>
                      <a:pt x="5879" y="0"/>
                    </a:cubicBezTo>
                    <a:lnTo>
                      <a:pt x="5879" y="0"/>
                    </a:lnTo>
                    <a:cubicBezTo>
                      <a:pt x="2787" y="0"/>
                      <a:pt x="272" y="2515"/>
                      <a:pt x="238" y="56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6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6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6"/>
          <p:cNvSpPr/>
          <p:nvPr/>
        </p:nvSpPr>
        <p:spPr>
          <a:xfrm>
            <a:off x="9440791" y="4108158"/>
            <a:ext cx="118291" cy="118332"/>
          </a:xfrm>
          <a:custGeom>
            <a:avLst/>
            <a:gdLst/>
            <a:ahLst/>
            <a:cxnLst/>
            <a:rect l="l" t="t" r="r" b="b"/>
            <a:pathLst>
              <a:path w="45906" h="45924" extrusionOk="0">
                <a:moveTo>
                  <a:pt x="9547" y="41611"/>
                </a:moveTo>
                <a:cubicBezTo>
                  <a:pt x="19844" y="49020"/>
                  <a:pt x="34185" y="46641"/>
                  <a:pt x="41594" y="36343"/>
                </a:cubicBezTo>
                <a:cubicBezTo>
                  <a:pt x="49002" y="26046"/>
                  <a:pt x="46623" y="11705"/>
                  <a:pt x="36326" y="4296"/>
                </a:cubicBezTo>
                <a:cubicBezTo>
                  <a:pt x="26029" y="-3078"/>
                  <a:pt x="11688" y="-733"/>
                  <a:pt x="4313" y="9598"/>
                </a:cubicBezTo>
                <a:cubicBezTo>
                  <a:pt x="-3095" y="19895"/>
                  <a:pt x="-716" y="34236"/>
                  <a:pt x="9581" y="41611"/>
                </a:cubicBezTo>
                <a:close/>
              </a:path>
            </a:pathLst>
          </a:custGeom>
          <a:solidFill>
            <a:srgbClr val="212B2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9449936" y="4122431"/>
            <a:ext cx="118303" cy="118330"/>
          </a:xfrm>
          <a:custGeom>
            <a:avLst/>
            <a:gdLst/>
            <a:ahLst/>
            <a:cxnLst/>
            <a:rect l="l" t="t" r="r" b="b"/>
            <a:pathLst>
              <a:path w="45911" h="45923" extrusionOk="0">
                <a:moveTo>
                  <a:pt x="36345" y="41611"/>
                </a:moveTo>
                <a:cubicBezTo>
                  <a:pt x="26048" y="49019"/>
                  <a:pt x="11707" y="46641"/>
                  <a:pt x="4298" y="36343"/>
                </a:cubicBezTo>
                <a:cubicBezTo>
                  <a:pt x="-3076" y="26046"/>
                  <a:pt x="-731" y="11705"/>
                  <a:pt x="9566" y="4296"/>
                </a:cubicBezTo>
                <a:cubicBezTo>
                  <a:pt x="19897" y="-3078"/>
                  <a:pt x="34204" y="-733"/>
                  <a:pt x="41613" y="9598"/>
                </a:cubicBezTo>
                <a:cubicBezTo>
                  <a:pt x="48988" y="19895"/>
                  <a:pt x="46643" y="34236"/>
                  <a:pt x="36345" y="41611"/>
                </a:cubicBezTo>
                <a:close/>
              </a:path>
            </a:pathLst>
          </a:custGeom>
          <a:solidFill>
            <a:srgbClr val="161D1E">
              <a:alpha val="3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9440791" y="4629525"/>
            <a:ext cx="118255" cy="118299"/>
          </a:xfrm>
          <a:custGeom>
            <a:avLst/>
            <a:gdLst/>
            <a:ahLst/>
            <a:cxnLst/>
            <a:rect l="l" t="t" r="r" b="b"/>
            <a:pathLst>
              <a:path w="45892" h="45911" extrusionOk="0">
                <a:moveTo>
                  <a:pt x="9547" y="41613"/>
                </a:moveTo>
                <a:cubicBezTo>
                  <a:pt x="19844" y="48988"/>
                  <a:pt x="34185" y="46643"/>
                  <a:pt x="41594" y="36346"/>
                </a:cubicBezTo>
                <a:cubicBezTo>
                  <a:pt x="48968" y="26014"/>
                  <a:pt x="46623" y="11707"/>
                  <a:pt x="36326" y="4298"/>
                </a:cubicBezTo>
                <a:cubicBezTo>
                  <a:pt x="26029" y="-3076"/>
                  <a:pt x="11688" y="-731"/>
                  <a:pt x="4313" y="9566"/>
                </a:cubicBezTo>
                <a:cubicBezTo>
                  <a:pt x="-3095" y="19863"/>
                  <a:pt x="-716" y="34205"/>
                  <a:pt x="9581" y="41613"/>
                </a:cubicBezTo>
                <a:close/>
              </a:path>
            </a:pathLst>
          </a:custGeom>
          <a:solidFill>
            <a:srgbClr val="212B2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7" name="Google Shape;277;p6"/>
          <p:cNvSpPr/>
          <p:nvPr/>
        </p:nvSpPr>
        <p:spPr>
          <a:xfrm>
            <a:off x="9447746" y="4635181"/>
            <a:ext cx="118303" cy="118332"/>
          </a:xfrm>
          <a:custGeom>
            <a:avLst/>
            <a:gdLst/>
            <a:ahLst/>
            <a:cxnLst/>
            <a:rect l="l" t="t" r="r" b="b"/>
            <a:pathLst>
              <a:path w="45911" h="45924" extrusionOk="0">
                <a:moveTo>
                  <a:pt x="36345" y="41628"/>
                </a:moveTo>
                <a:cubicBezTo>
                  <a:pt x="26048" y="49002"/>
                  <a:pt x="11707" y="46657"/>
                  <a:pt x="4298" y="36326"/>
                </a:cubicBezTo>
                <a:cubicBezTo>
                  <a:pt x="-3076" y="26029"/>
                  <a:pt x="-731" y="11688"/>
                  <a:pt x="9566" y="4313"/>
                </a:cubicBezTo>
                <a:cubicBezTo>
                  <a:pt x="19863" y="-3095"/>
                  <a:pt x="34204" y="-716"/>
                  <a:pt x="41613" y="9581"/>
                </a:cubicBezTo>
                <a:cubicBezTo>
                  <a:pt x="48988" y="19878"/>
                  <a:pt x="46643" y="34219"/>
                  <a:pt x="36345" y="41628"/>
                </a:cubicBezTo>
                <a:close/>
              </a:path>
            </a:pathLst>
          </a:custGeom>
          <a:solidFill>
            <a:srgbClr val="161D1E">
              <a:alpha val="3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278" name="Google Shape;278;p6"/>
          <p:cNvGrpSpPr/>
          <p:nvPr/>
        </p:nvGrpSpPr>
        <p:grpSpPr>
          <a:xfrm>
            <a:off x="-1410544" y="70252"/>
            <a:ext cx="11079099" cy="5073245"/>
            <a:chOff x="-1410544" y="70252"/>
            <a:chExt cx="11079099" cy="5073245"/>
          </a:xfrm>
        </p:grpSpPr>
        <p:grpSp>
          <p:nvGrpSpPr>
            <p:cNvPr id="279" name="Google Shape;279;p6"/>
            <p:cNvGrpSpPr/>
            <p:nvPr/>
          </p:nvGrpSpPr>
          <p:grpSpPr>
            <a:xfrm>
              <a:off x="-1410544" y="70252"/>
              <a:ext cx="3387583" cy="1099978"/>
              <a:chOff x="-1410544" y="70252"/>
              <a:chExt cx="3387583" cy="1099978"/>
            </a:xfrm>
          </p:grpSpPr>
          <p:grpSp>
            <p:nvGrpSpPr>
              <p:cNvPr id="280" name="Google Shape;280;p6"/>
              <p:cNvGrpSpPr/>
              <p:nvPr/>
            </p:nvGrpSpPr>
            <p:grpSpPr>
              <a:xfrm>
                <a:off x="215402" y="366763"/>
                <a:ext cx="369453" cy="803467"/>
                <a:chOff x="7559767" y="271588"/>
                <a:chExt cx="150982" cy="328321"/>
              </a:xfrm>
            </p:grpSpPr>
            <p:sp>
              <p:nvSpPr>
                <p:cNvPr id="281" name="Google Shape;281;p6"/>
                <p:cNvSpPr/>
                <p:nvPr/>
              </p:nvSpPr>
              <p:spPr>
                <a:xfrm>
                  <a:off x="7585314" y="500132"/>
                  <a:ext cx="99776" cy="997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776" h="99777" extrusionOk="0">
                      <a:moveTo>
                        <a:pt x="49888" y="99777"/>
                      </a:moveTo>
                      <a:cubicBezTo>
                        <a:pt x="77381" y="99777"/>
                        <a:pt x="99777" y="77348"/>
                        <a:pt x="99777" y="49889"/>
                      </a:cubicBezTo>
                      <a:cubicBezTo>
                        <a:pt x="99777" y="22430"/>
                        <a:pt x="77381" y="0"/>
                        <a:pt x="49888" y="0"/>
                      </a:cubicBezTo>
                      <a:cubicBezTo>
                        <a:pt x="22395" y="0"/>
                        <a:pt x="0" y="22430"/>
                        <a:pt x="0" y="49889"/>
                      </a:cubicBezTo>
                      <a:cubicBezTo>
                        <a:pt x="0" y="77348"/>
                        <a:pt x="22395" y="99777"/>
                        <a:pt x="49888" y="9977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282" name="Google Shape;282;p6"/>
                <p:cNvSpPr/>
                <p:nvPr/>
              </p:nvSpPr>
              <p:spPr>
                <a:xfrm>
                  <a:off x="7559767" y="271588"/>
                  <a:ext cx="150982" cy="2852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982" h="285262" extrusionOk="0">
                      <a:moveTo>
                        <a:pt x="143370" y="270004"/>
                      </a:moveTo>
                      <a:lnTo>
                        <a:pt x="139768" y="270004"/>
                      </a:lnTo>
                      <a:lnTo>
                        <a:pt x="106429" y="208561"/>
                      </a:lnTo>
                      <a:lnTo>
                        <a:pt x="93550" y="208561"/>
                      </a:lnTo>
                      <a:lnTo>
                        <a:pt x="93550" y="187592"/>
                      </a:lnTo>
                      <a:lnTo>
                        <a:pt x="81179" y="187592"/>
                      </a:lnTo>
                      <a:lnTo>
                        <a:pt x="81179" y="0"/>
                      </a:lnTo>
                      <a:lnTo>
                        <a:pt x="69761" y="0"/>
                      </a:lnTo>
                      <a:lnTo>
                        <a:pt x="69761" y="187592"/>
                      </a:lnTo>
                      <a:lnTo>
                        <a:pt x="57390" y="187592"/>
                      </a:lnTo>
                      <a:lnTo>
                        <a:pt x="57390" y="208561"/>
                      </a:lnTo>
                      <a:lnTo>
                        <a:pt x="48996" y="208561"/>
                      </a:lnTo>
                      <a:lnTo>
                        <a:pt x="11206" y="270004"/>
                      </a:lnTo>
                      <a:lnTo>
                        <a:pt x="7570" y="270004"/>
                      </a:lnTo>
                      <a:cubicBezTo>
                        <a:pt x="-2523" y="270004"/>
                        <a:pt x="-2523" y="285263"/>
                        <a:pt x="7570" y="285263"/>
                      </a:cubicBezTo>
                      <a:lnTo>
                        <a:pt x="143438" y="285263"/>
                      </a:lnTo>
                      <a:cubicBezTo>
                        <a:pt x="153498" y="285263"/>
                        <a:pt x="153498" y="270004"/>
                        <a:pt x="143438" y="27000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283" name="Google Shape;283;p6"/>
                <p:cNvSpPr/>
                <p:nvPr/>
              </p:nvSpPr>
              <p:spPr>
                <a:xfrm>
                  <a:off x="7636290" y="480149"/>
                  <a:ext cx="63482" cy="619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482" h="61919" extrusionOk="0">
                      <a:moveTo>
                        <a:pt x="0" y="0"/>
                      </a:moveTo>
                      <a:lnTo>
                        <a:pt x="29871" y="0"/>
                      </a:lnTo>
                      <a:lnTo>
                        <a:pt x="63482" y="61919"/>
                      </a:lnTo>
                      <a:lnTo>
                        <a:pt x="14035" y="6191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sp>
            <p:nvSpPr>
              <p:cNvPr id="284" name="Google Shape;284;p6"/>
              <p:cNvSpPr/>
              <p:nvPr/>
            </p:nvSpPr>
            <p:spPr>
              <a:xfrm>
                <a:off x="-1410544" y="70252"/>
                <a:ext cx="3387583" cy="296530"/>
              </a:xfrm>
              <a:custGeom>
                <a:avLst/>
                <a:gdLst/>
                <a:ahLst/>
                <a:cxnLst/>
                <a:rect l="l" t="t" r="r" b="b"/>
                <a:pathLst>
                  <a:path w="1510628" h="132232" extrusionOk="0">
                    <a:moveTo>
                      <a:pt x="1501148" y="0"/>
                    </a:moveTo>
                    <a:lnTo>
                      <a:pt x="0" y="0"/>
                    </a:lnTo>
                    <a:lnTo>
                      <a:pt x="0" y="132232"/>
                    </a:lnTo>
                    <a:lnTo>
                      <a:pt x="1510629" y="132232"/>
                    </a:lnTo>
                    <a:lnTo>
                      <a:pt x="1510629" y="0"/>
                    </a:lnTo>
                    <a:lnTo>
                      <a:pt x="1501114" y="0"/>
                    </a:lnTo>
                    <a:close/>
                    <a:moveTo>
                      <a:pt x="1491632" y="95427"/>
                    </a:moveTo>
                    <a:lnTo>
                      <a:pt x="1415236" y="19031"/>
                    </a:lnTo>
                    <a:lnTo>
                      <a:pt x="1491632" y="19031"/>
                    </a:lnTo>
                    <a:lnTo>
                      <a:pt x="1491632" y="95427"/>
                    </a:lnTo>
                    <a:close/>
                    <a:moveTo>
                      <a:pt x="132572" y="19031"/>
                    </a:moveTo>
                    <a:lnTo>
                      <a:pt x="314115" y="19031"/>
                    </a:lnTo>
                    <a:lnTo>
                      <a:pt x="222970" y="110177"/>
                    </a:lnTo>
                    <a:lnTo>
                      <a:pt x="225995" y="113201"/>
                    </a:lnTo>
                    <a:lnTo>
                      <a:pt x="219164" y="113201"/>
                    </a:lnTo>
                    <a:lnTo>
                      <a:pt x="222970" y="109395"/>
                    </a:lnTo>
                    <a:lnTo>
                      <a:pt x="132606" y="19031"/>
                    </a:lnTo>
                    <a:close/>
                    <a:moveTo>
                      <a:pt x="199997" y="113201"/>
                    </a:moveTo>
                    <a:lnTo>
                      <a:pt x="32863" y="113201"/>
                    </a:lnTo>
                    <a:lnTo>
                      <a:pt x="116430" y="29634"/>
                    </a:lnTo>
                    <a:lnTo>
                      <a:pt x="199997" y="113201"/>
                    </a:lnTo>
                    <a:close/>
                    <a:moveTo>
                      <a:pt x="330224" y="29634"/>
                    </a:moveTo>
                    <a:lnTo>
                      <a:pt x="413791" y="113201"/>
                    </a:lnTo>
                    <a:lnTo>
                      <a:pt x="246657" y="113201"/>
                    </a:lnTo>
                    <a:lnTo>
                      <a:pt x="330224" y="29634"/>
                    </a:lnTo>
                    <a:close/>
                    <a:moveTo>
                      <a:pt x="346332" y="19031"/>
                    </a:moveTo>
                    <a:lnTo>
                      <a:pt x="527876" y="19031"/>
                    </a:lnTo>
                    <a:lnTo>
                      <a:pt x="436730" y="110177"/>
                    </a:lnTo>
                    <a:lnTo>
                      <a:pt x="439755" y="113201"/>
                    </a:lnTo>
                    <a:lnTo>
                      <a:pt x="432924" y="113201"/>
                    </a:lnTo>
                    <a:lnTo>
                      <a:pt x="436730" y="109395"/>
                    </a:lnTo>
                    <a:lnTo>
                      <a:pt x="346366" y="19031"/>
                    </a:lnTo>
                    <a:close/>
                    <a:moveTo>
                      <a:pt x="543984" y="29634"/>
                    </a:moveTo>
                    <a:lnTo>
                      <a:pt x="627551" y="113201"/>
                    </a:lnTo>
                    <a:lnTo>
                      <a:pt x="460417" y="113201"/>
                    </a:lnTo>
                    <a:lnTo>
                      <a:pt x="543984" y="29634"/>
                    </a:lnTo>
                    <a:close/>
                    <a:moveTo>
                      <a:pt x="560127" y="19031"/>
                    </a:moveTo>
                    <a:lnTo>
                      <a:pt x="741636" y="19031"/>
                    </a:lnTo>
                    <a:lnTo>
                      <a:pt x="650490" y="110177"/>
                    </a:lnTo>
                    <a:lnTo>
                      <a:pt x="653515" y="113201"/>
                    </a:lnTo>
                    <a:lnTo>
                      <a:pt x="646684" y="113201"/>
                    </a:lnTo>
                    <a:lnTo>
                      <a:pt x="650490" y="109395"/>
                    </a:lnTo>
                    <a:lnTo>
                      <a:pt x="560127" y="19031"/>
                    </a:lnTo>
                    <a:close/>
                    <a:moveTo>
                      <a:pt x="757778" y="29634"/>
                    </a:moveTo>
                    <a:lnTo>
                      <a:pt x="841345" y="113201"/>
                    </a:lnTo>
                    <a:lnTo>
                      <a:pt x="674211" y="113201"/>
                    </a:lnTo>
                    <a:lnTo>
                      <a:pt x="757778" y="29634"/>
                    </a:lnTo>
                    <a:close/>
                    <a:moveTo>
                      <a:pt x="773921" y="19031"/>
                    </a:moveTo>
                    <a:lnTo>
                      <a:pt x="955430" y="19031"/>
                    </a:lnTo>
                    <a:lnTo>
                      <a:pt x="864285" y="110177"/>
                    </a:lnTo>
                    <a:lnTo>
                      <a:pt x="867309" y="113201"/>
                    </a:lnTo>
                    <a:lnTo>
                      <a:pt x="860479" y="113201"/>
                    </a:lnTo>
                    <a:lnTo>
                      <a:pt x="864285" y="109395"/>
                    </a:lnTo>
                    <a:lnTo>
                      <a:pt x="773921" y="19031"/>
                    </a:lnTo>
                    <a:close/>
                    <a:moveTo>
                      <a:pt x="971573" y="29668"/>
                    </a:moveTo>
                    <a:lnTo>
                      <a:pt x="1055140" y="113235"/>
                    </a:lnTo>
                    <a:lnTo>
                      <a:pt x="888040" y="113235"/>
                    </a:lnTo>
                    <a:lnTo>
                      <a:pt x="971573" y="29668"/>
                    </a:lnTo>
                    <a:close/>
                    <a:moveTo>
                      <a:pt x="987715" y="19031"/>
                    </a:moveTo>
                    <a:lnTo>
                      <a:pt x="1169224" y="19031"/>
                    </a:lnTo>
                    <a:lnTo>
                      <a:pt x="1078079" y="110177"/>
                    </a:lnTo>
                    <a:lnTo>
                      <a:pt x="1081104" y="113201"/>
                    </a:lnTo>
                    <a:lnTo>
                      <a:pt x="1074273" y="113201"/>
                    </a:lnTo>
                    <a:lnTo>
                      <a:pt x="1078079" y="109395"/>
                    </a:lnTo>
                    <a:lnTo>
                      <a:pt x="987715" y="19031"/>
                    </a:lnTo>
                    <a:close/>
                    <a:moveTo>
                      <a:pt x="1185367" y="29634"/>
                    </a:moveTo>
                    <a:lnTo>
                      <a:pt x="1268934" y="113201"/>
                    </a:lnTo>
                    <a:lnTo>
                      <a:pt x="1101834" y="113201"/>
                    </a:lnTo>
                    <a:lnTo>
                      <a:pt x="1185401" y="29634"/>
                    </a:lnTo>
                    <a:close/>
                    <a:moveTo>
                      <a:pt x="1201509" y="19031"/>
                    </a:moveTo>
                    <a:lnTo>
                      <a:pt x="1383019" y="19031"/>
                    </a:lnTo>
                    <a:lnTo>
                      <a:pt x="1291873" y="110177"/>
                    </a:lnTo>
                    <a:lnTo>
                      <a:pt x="1294898" y="113201"/>
                    </a:lnTo>
                    <a:lnTo>
                      <a:pt x="1288067" y="113201"/>
                    </a:lnTo>
                    <a:lnTo>
                      <a:pt x="1291873" y="109395"/>
                    </a:lnTo>
                    <a:lnTo>
                      <a:pt x="1201509" y="19031"/>
                    </a:lnTo>
                    <a:close/>
                    <a:moveTo>
                      <a:pt x="1399161" y="29668"/>
                    </a:moveTo>
                    <a:lnTo>
                      <a:pt x="1482694" y="113235"/>
                    </a:lnTo>
                    <a:lnTo>
                      <a:pt x="1315594" y="113235"/>
                    </a:lnTo>
                    <a:lnTo>
                      <a:pt x="1399161" y="29668"/>
                    </a:lnTo>
                    <a:close/>
                    <a:moveTo>
                      <a:pt x="100389" y="19031"/>
                    </a:moveTo>
                    <a:lnTo>
                      <a:pt x="19099" y="100321"/>
                    </a:lnTo>
                    <a:lnTo>
                      <a:pt x="19099" y="19031"/>
                    </a:lnTo>
                    <a:lnTo>
                      <a:pt x="100389" y="1903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8637327" y="3427974"/>
              <a:ext cx="1031228" cy="1715523"/>
              <a:chOff x="8637327" y="3427974"/>
              <a:chExt cx="1031228" cy="1715523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8697322" y="3557056"/>
                <a:ext cx="914733" cy="710760"/>
              </a:xfrm>
              <a:custGeom>
                <a:avLst/>
                <a:gdLst/>
                <a:ahLst/>
                <a:cxnLst/>
                <a:rect l="l" t="t" r="r" b="b"/>
                <a:pathLst>
                  <a:path w="354988" h="275841" extrusionOk="0">
                    <a:moveTo>
                      <a:pt x="339395" y="68000"/>
                    </a:moveTo>
                    <a:lnTo>
                      <a:pt x="59366" y="268846"/>
                    </a:lnTo>
                    <a:cubicBezTo>
                      <a:pt x="42611" y="280876"/>
                      <a:pt x="19060" y="277002"/>
                      <a:pt x="6996" y="260214"/>
                    </a:cubicBezTo>
                    <a:lnTo>
                      <a:pt x="6996" y="260214"/>
                    </a:lnTo>
                    <a:cubicBezTo>
                      <a:pt x="-5034" y="243460"/>
                      <a:pt x="-1160" y="219875"/>
                      <a:pt x="15628" y="207844"/>
                    </a:cubicBezTo>
                    <a:lnTo>
                      <a:pt x="295657" y="6998"/>
                    </a:lnTo>
                    <a:cubicBezTo>
                      <a:pt x="312412" y="-5032"/>
                      <a:pt x="335963" y="-1158"/>
                      <a:pt x="347993" y="15596"/>
                    </a:cubicBezTo>
                    <a:lnTo>
                      <a:pt x="347993" y="15596"/>
                    </a:lnTo>
                    <a:cubicBezTo>
                      <a:pt x="360023" y="32350"/>
                      <a:pt x="356149" y="55901"/>
                      <a:pt x="339361" y="6796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8750474" y="4108241"/>
                <a:ext cx="118342" cy="118211"/>
              </a:xfrm>
              <a:custGeom>
                <a:avLst/>
                <a:gdLst/>
                <a:ahLst/>
                <a:cxnLst/>
                <a:rect l="l" t="t" r="r" b="b"/>
                <a:pathLst>
                  <a:path w="45926" h="45877" extrusionOk="0">
                    <a:moveTo>
                      <a:pt x="36326" y="41579"/>
                    </a:moveTo>
                    <a:cubicBezTo>
                      <a:pt x="26029" y="48954"/>
                      <a:pt x="11688" y="46609"/>
                      <a:pt x="4313" y="36311"/>
                    </a:cubicBezTo>
                    <a:cubicBezTo>
                      <a:pt x="-3095" y="26014"/>
                      <a:pt x="-717" y="11673"/>
                      <a:pt x="9581" y="4298"/>
                    </a:cubicBezTo>
                    <a:cubicBezTo>
                      <a:pt x="19878" y="-3076"/>
                      <a:pt x="34219" y="-731"/>
                      <a:pt x="41628" y="9566"/>
                    </a:cubicBezTo>
                    <a:cubicBezTo>
                      <a:pt x="49002" y="19863"/>
                      <a:pt x="46657" y="34204"/>
                      <a:pt x="36360" y="41613"/>
                    </a:cubicBezTo>
                    <a:close/>
                  </a:path>
                </a:pathLst>
              </a:custGeom>
              <a:solidFill>
                <a:srgbClr val="212B2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8697410" y="3557062"/>
                <a:ext cx="914733" cy="710842"/>
              </a:xfrm>
              <a:custGeom>
                <a:avLst/>
                <a:gdLst/>
                <a:ahLst/>
                <a:cxnLst/>
                <a:rect l="l" t="t" r="r" b="b"/>
                <a:pathLst>
                  <a:path w="354988" h="275873" extrusionOk="0">
                    <a:moveTo>
                      <a:pt x="15628" y="67998"/>
                    </a:moveTo>
                    <a:lnTo>
                      <a:pt x="295623" y="268878"/>
                    </a:lnTo>
                    <a:cubicBezTo>
                      <a:pt x="312378" y="280908"/>
                      <a:pt x="335963" y="277034"/>
                      <a:pt x="347993" y="260246"/>
                    </a:cubicBezTo>
                    <a:lnTo>
                      <a:pt x="347993" y="260246"/>
                    </a:lnTo>
                    <a:cubicBezTo>
                      <a:pt x="360023" y="243492"/>
                      <a:pt x="356149" y="219907"/>
                      <a:pt x="339361" y="207876"/>
                    </a:cubicBezTo>
                    <a:lnTo>
                      <a:pt x="59332" y="6996"/>
                    </a:lnTo>
                    <a:cubicBezTo>
                      <a:pt x="42577" y="-5034"/>
                      <a:pt x="19026" y="-1160"/>
                      <a:pt x="6996" y="15628"/>
                    </a:cubicBezTo>
                    <a:lnTo>
                      <a:pt x="6996" y="15628"/>
                    </a:lnTo>
                    <a:cubicBezTo>
                      <a:pt x="-5034" y="32382"/>
                      <a:pt x="-1160" y="55933"/>
                      <a:pt x="15628" y="6799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89" name="Google Shape;289;p6"/>
              <p:cNvSpPr/>
              <p:nvPr/>
            </p:nvSpPr>
            <p:spPr>
              <a:xfrm>
                <a:off x="8697410" y="4078521"/>
                <a:ext cx="914821" cy="710754"/>
              </a:xfrm>
              <a:custGeom>
                <a:avLst/>
                <a:gdLst/>
                <a:ahLst/>
                <a:cxnLst/>
                <a:rect l="l" t="t" r="r" b="b"/>
                <a:pathLst>
                  <a:path w="355022" h="275839" extrusionOk="0">
                    <a:moveTo>
                      <a:pt x="339327" y="67963"/>
                    </a:moveTo>
                    <a:lnTo>
                      <a:pt x="59332" y="268844"/>
                    </a:lnTo>
                    <a:cubicBezTo>
                      <a:pt x="42577" y="280874"/>
                      <a:pt x="19026" y="277000"/>
                      <a:pt x="6996" y="260212"/>
                    </a:cubicBezTo>
                    <a:lnTo>
                      <a:pt x="6996" y="260212"/>
                    </a:lnTo>
                    <a:cubicBezTo>
                      <a:pt x="-5034" y="243458"/>
                      <a:pt x="-1160" y="219873"/>
                      <a:pt x="15628" y="207876"/>
                    </a:cubicBezTo>
                    <a:lnTo>
                      <a:pt x="295657" y="6996"/>
                    </a:lnTo>
                    <a:cubicBezTo>
                      <a:pt x="312412" y="-5034"/>
                      <a:pt x="335997" y="-1160"/>
                      <a:pt x="348027" y="15628"/>
                    </a:cubicBezTo>
                    <a:lnTo>
                      <a:pt x="348027" y="15628"/>
                    </a:lnTo>
                    <a:cubicBezTo>
                      <a:pt x="360057" y="32382"/>
                      <a:pt x="356183" y="55933"/>
                      <a:pt x="339395" y="6796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90" name="Google Shape;290;p6"/>
              <p:cNvSpPr/>
              <p:nvPr/>
            </p:nvSpPr>
            <p:spPr>
              <a:xfrm>
                <a:off x="8750386" y="4629613"/>
                <a:ext cx="118255" cy="118299"/>
              </a:xfrm>
              <a:custGeom>
                <a:avLst/>
                <a:gdLst/>
                <a:ahLst/>
                <a:cxnLst/>
                <a:rect l="l" t="t" r="r" b="b"/>
                <a:pathLst>
                  <a:path w="45892" h="45911" extrusionOk="0">
                    <a:moveTo>
                      <a:pt x="36360" y="41613"/>
                    </a:moveTo>
                    <a:cubicBezTo>
                      <a:pt x="26063" y="48988"/>
                      <a:pt x="11722" y="46643"/>
                      <a:pt x="4313" y="36345"/>
                    </a:cubicBezTo>
                    <a:cubicBezTo>
                      <a:pt x="-3095" y="26014"/>
                      <a:pt x="-717" y="11707"/>
                      <a:pt x="9581" y="4298"/>
                    </a:cubicBezTo>
                    <a:cubicBezTo>
                      <a:pt x="19878" y="-3076"/>
                      <a:pt x="34219" y="-731"/>
                      <a:pt x="41594" y="9566"/>
                    </a:cubicBezTo>
                    <a:cubicBezTo>
                      <a:pt x="48968" y="19863"/>
                      <a:pt x="46623" y="34204"/>
                      <a:pt x="36326" y="41613"/>
                    </a:cubicBezTo>
                    <a:close/>
                  </a:path>
                </a:pathLst>
              </a:custGeom>
              <a:solidFill>
                <a:srgbClr val="212B2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8697410" y="4078346"/>
                <a:ext cx="914651" cy="710842"/>
              </a:xfrm>
              <a:custGeom>
                <a:avLst/>
                <a:gdLst/>
                <a:ahLst/>
                <a:cxnLst/>
                <a:rect l="l" t="t" r="r" b="b"/>
                <a:pathLst>
                  <a:path w="354956" h="275873" extrusionOk="0">
                    <a:moveTo>
                      <a:pt x="15594" y="68031"/>
                    </a:moveTo>
                    <a:lnTo>
                      <a:pt x="295589" y="268878"/>
                    </a:lnTo>
                    <a:cubicBezTo>
                      <a:pt x="312344" y="280908"/>
                      <a:pt x="335929" y="277034"/>
                      <a:pt x="347959" y="260246"/>
                    </a:cubicBezTo>
                    <a:lnTo>
                      <a:pt x="347959" y="260246"/>
                    </a:lnTo>
                    <a:cubicBezTo>
                      <a:pt x="359989" y="243492"/>
                      <a:pt x="356115" y="219941"/>
                      <a:pt x="339361" y="207876"/>
                    </a:cubicBezTo>
                    <a:lnTo>
                      <a:pt x="59332" y="6996"/>
                    </a:lnTo>
                    <a:cubicBezTo>
                      <a:pt x="42577" y="-5034"/>
                      <a:pt x="19026" y="-1160"/>
                      <a:pt x="6996" y="15628"/>
                    </a:cubicBezTo>
                    <a:lnTo>
                      <a:pt x="6996" y="15628"/>
                    </a:lnTo>
                    <a:cubicBezTo>
                      <a:pt x="-5034" y="32382"/>
                      <a:pt x="-1160" y="55967"/>
                      <a:pt x="15628" y="6799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8741146" y="4122426"/>
                <a:ext cx="118355" cy="118268"/>
              </a:xfrm>
              <a:custGeom>
                <a:avLst/>
                <a:gdLst/>
                <a:ahLst/>
                <a:cxnLst/>
                <a:rect l="l" t="t" r="r" b="b"/>
                <a:pathLst>
                  <a:path w="45931" h="45899" extrusionOk="0">
                    <a:moveTo>
                      <a:pt x="9598" y="41613"/>
                    </a:moveTo>
                    <a:cubicBezTo>
                      <a:pt x="19895" y="48988"/>
                      <a:pt x="34236" y="46609"/>
                      <a:pt x="41645" y="36311"/>
                    </a:cubicBezTo>
                    <a:cubicBezTo>
                      <a:pt x="49019" y="26014"/>
                      <a:pt x="46641" y="11673"/>
                      <a:pt x="36343" y="4298"/>
                    </a:cubicBezTo>
                    <a:cubicBezTo>
                      <a:pt x="26046" y="-3076"/>
                      <a:pt x="11705" y="-731"/>
                      <a:pt x="4296" y="9566"/>
                    </a:cubicBezTo>
                    <a:cubicBezTo>
                      <a:pt x="-3078" y="19863"/>
                      <a:pt x="-733" y="34204"/>
                      <a:pt x="9598" y="41613"/>
                    </a:cubicBez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93" name="Google Shape;293;p6"/>
              <p:cNvSpPr/>
              <p:nvPr/>
            </p:nvSpPr>
            <p:spPr>
              <a:xfrm>
                <a:off x="9055923" y="4591310"/>
                <a:ext cx="554033" cy="452000"/>
              </a:xfrm>
              <a:custGeom>
                <a:avLst/>
                <a:gdLst/>
                <a:ahLst/>
                <a:cxnLst/>
                <a:rect l="l" t="t" r="r" b="b"/>
                <a:pathLst>
                  <a:path w="215008" h="175418" extrusionOk="0">
                    <a:moveTo>
                      <a:pt x="199380" y="67966"/>
                    </a:moveTo>
                    <a:lnTo>
                      <a:pt x="59366" y="168423"/>
                    </a:lnTo>
                    <a:cubicBezTo>
                      <a:pt x="42611" y="180453"/>
                      <a:pt x="19060" y="176579"/>
                      <a:pt x="6996" y="159791"/>
                    </a:cubicBezTo>
                    <a:lnTo>
                      <a:pt x="6996" y="159791"/>
                    </a:lnTo>
                    <a:cubicBezTo>
                      <a:pt x="-5034" y="143037"/>
                      <a:pt x="-1160" y="119452"/>
                      <a:pt x="15628" y="107421"/>
                    </a:cubicBezTo>
                    <a:lnTo>
                      <a:pt x="155643" y="6998"/>
                    </a:lnTo>
                    <a:cubicBezTo>
                      <a:pt x="172397" y="-5032"/>
                      <a:pt x="195982" y="-1158"/>
                      <a:pt x="208012" y="15596"/>
                    </a:cubicBezTo>
                    <a:lnTo>
                      <a:pt x="208012" y="15596"/>
                    </a:lnTo>
                    <a:cubicBezTo>
                      <a:pt x="220043" y="32384"/>
                      <a:pt x="216168" y="55935"/>
                      <a:pt x="199380" y="6796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94" name="Google Shape;294;p6"/>
              <p:cNvSpPr/>
              <p:nvPr/>
            </p:nvSpPr>
            <p:spPr>
              <a:xfrm>
                <a:off x="8695261" y="4591310"/>
                <a:ext cx="545936" cy="445519"/>
              </a:xfrm>
              <a:custGeom>
                <a:avLst/>
                <a:gdLst/>
                <a:ahLst/>
                <a:cxnLst/>
                <a:rect l="l" t="t" r="r" b="b"/>
                <a:pathLst>
                  <a:path w="211866" h="172903" extrusionOk="0">
                    <a:moveTo>
                      <a:pt x="15613" y="67966"/>
                    </a:moveTo>
                    <a:lnTo>
                      <a:pt x="152501" y="165908"/>
                    </a:lnTo>
                    <a:cubicBezTo>
                      <a:pt x="169290" y="177938"/>
                      <a:pt x="192807" y="174064"/>
                      <a:pt x="204871" y="157276"/>
                    </a:cubicBezTo>
                    <a:lnTo>
                      <a:pt x="204871" y="157276"/>
                    </a:lnTo>
                    <a:cubicBezTo>
                      <a:pt x="216901" y="140522"/>
                      <a:pt x="213027" y="116937"/>
                      <a:pt x="196239" y="104940"/>
                    </a:cubicBezTo>
                    <a:lnTo>
                      <a:pt x="59351" y="6998"/>
                    </a:lnTo>
                    <a:cubicBezTo>
                      <a:pt x="42563" y="-5032"/>
                      <a:pt x="19046" y="-1158"/>
                      <a:pt x="6981" y="15596"/>
                    </a:cubicBezTo>
                    <a:lnTo>
                      <a:pt x="6981" y="15596"/>
                    </a:lnTo>
                    <a:cubicBezTo>
                      <a:pt x="-5015" y="32350"/>
                      <a:pt x="-1175" y="55969"/>
                      <a:pt x="15613" y="6796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8739090" y="4635220"/>
                <a:ext cx="118291" cy="118299"/>
              </a:xfrm>
              <a:custGeom>
                <a:avLst/>
                <a:gdLst/>
                <a:ahLst/>
                <a:cxnLst/>
                <a:rect l="l" t="t" r="r" b="b"/>
                <a:pathLst>
                  <a:path w="45906" h="45911" extrusionOk="0">
                    <a:moveTo>
                      <a:pt x="9547" y="41613"/>
                    </a:moveTo>
                    <a:cubicBezTo>
                      <a:pt x="19844" y="48988"/>
                      <a:pt x="34185" y="46643"/>
                      <a:pt x="41594" y="36345"/>
                    </a:cubicBezTo>
                    <a:cubicBezTo>
                      <a:pt x="49002" y="26048"/>
                      <a:pt x="46623" y="11707"/>
                      <a:pt x="36326" y="4298"/>
                    </a:cubicBezTo>
                    <a:cubicBezTo>
                      <a:pt x="26029" y="-3076"/>
                      <a:pt x="11688" y="-731"/>
                      <a:pt x="4313" y="9566"/>
                    </a:cubicBezTo>
                    <a:cubicBezTo>
                      <a:pt x="-3095" y="19863"/>
                      <a:pt x="-717" y="34204"/>
                      <a:pt x="9581" y="41613"/>
                    </a:cubicBez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8973684" y="4754614"/>
                <a:ext cx="388898" cy="388883"/>
              </a:xfrm>
              <a:custGeom>
                <a:avLst/>
                <a:gdLst/>
                <a:ahLst/>
                <a:cxnLst/>
                <a:rect l="l" t="t" r="r" b="b"/>
                <a:pathLst>
                  <a:path w="150923" h="150923" extrusionOk="0">
                    <a:moveTo>
                      <a:pt x="75479" y="150924"/>
                    </a:moveTo>
                    <a:cubicBezTo>
                      <a:pt x="33780" y="150924"/>
                      <a:pt x="0" y="117143"/>
                      <a:pt x="0" y="75479"/>
                    </a:cubicBezTo>
                    <a:cubicBezTo>
                      <a:pt x="0" y="33814"/>
                      <a:pt x="33780" y="0"/>
                      <a:pt x="75479" y="0"/>
                    </a:cubicBezTo>
                    <a:cubicBezTo>
                      <a:pt x="117143" y="0"/>
                      <a:pt x="150958" y="33814"/>
                      <a:pt x="150924" y="75479"/>
                    </a:cubicBezTo>
                    <a:cubicBezTo>
                      <a:pt x="150924" y="117143"/>
                      <a:pt x="117143" y="150924"/>
                      <a:pt x="75479" y="1509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97" name="Google Shape;297;p6"/>
              <p:cNvSpPr/>
              <p:nvPr/>
            </p:nvSpPr>
            <p:spPr>
              <a:xfrm>
                <a:off x="9055036" y="4834739"/>
                <a:ext cx="231010" cy="231001"/>
              </a:xfrm>
              <a:custGeom>
                <a:avLst/>
                <a:gdLst/>
                <a:ahLst/>
                <a:cxnLst/>
                <a:rect l="l" t="t" r="r" b="b"/>
                <a:pathLst>
                  <a:path w="89650" h="89650" extrusionOk="0">
                    <a:moveTo>
                      <a:pt x="44825" y="89650"/>
                    </a:moveTo>
                    <a:cubicBezTo>
                      <a:pt x="20085" y="89650"/>
                      <a:pt x="34" y="69599"/>
                      <a:pt x="0" y="44825"/>
                    </a:cubicBezTo>
                    <a:cubicBezTo>
                      <a:pt x="0" y="20085"/>
                      <a:pt x="20085" y="34"/>
                      <a:pt x="44825" y="0"/>
                    </a:cubicBezTo>
                    <a:cubicBezTo>
                      <a:pt x="69566" y="0"/>
                      <a:pt x="89650" y="20085"/>
                      <a:pt x="89650" y="44825"/>
                    </a:cubicBezTo>
                    <a:cubicBezTo>
                      <a:pt x="89650" y="69565"/>
                      <a:pt x="69600" y="89616"/>
                      <a:pt x="44859" y="8965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298" name="Google Shape;298;p6"/>
              <p:cNvGrpSpPr/>
              <p:nvPr/>
            </p:nvGrpSpPr>
            <p:grpSpPr>
              <a:xfrm>
                <a:off x="9024210" y="4795158"/>
                <a:ext cx="287143" cy="305870"/>
                <a:chOff x="413198" y="3377501"/>
                <a:chExt cx="111434" cy="118706"/>
              </a:xfrm>
            </p:grpSpPr>
            <p:sp>
              <p:nvSpPr>
                <p:cNvPr id="299" name="Google Shape;299;p6"/>
                <p:cNvSpPr/>
                <p:nvPr/>
              </p:nvSpPr>
              <p:spPr>
                <a:xfrm>
                  <a:off x="454557" y="3477890"/>
                  <a:ext cx="27459" cy="183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59" h="18317" extrusionOk="0">
                      <a:moveTo>
                        <a:pt x="27459" y="0"/>
                      </a:moveTo>
                      <a:lnTo>
                        <a:pt x="0" y="0"/>
                      </a:lnTo>
                      <a:lnTo>
                        <a:pt x="5743" y="18318"/>
                      </a:lnTo>
                      <a:lnTo>
                        <a:pt x="21988" y="18283"/>
                      </a:lnTo>
                      <a:lnTo>
                        <a:pt x="2745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00" name="Google Shape;300;p6"/>
                <p:cNvSpPr/>
                <p:nvPr/>
              </p:nvSpPr>
              <p:spPr>
                <a:xfrm>
                  <a:off x="497309" y="3446013"/>
                  <a:ext cx="26813" cy="27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13" h="27969" extrusionOk="0">
                      <a:moveTo>
                        <a:pt x="13730" y="0"/>
                      </a:moveTo>
                      <a:lnTo>
                        <a:pt x="0" y="23789"/>
                      </a:lnTo>
                      <a:lnTo>
                        <a:pt x="18691" y="27969"/>
                      </a:lnTo>
                      <a:lnTo>
                        <a:pt x="26813" y="13900"/>
                      </a:lnTo>
                      <a:lnTo>
                        <a:pt x="1373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01" name="Google Shape;301;p6"/>
                <p:cNvSpPr/>
                <p:nvPr/>
              </p:nvSpPr>
              <p:spPr>
                <a:xfrm>
                  <a:off x="497921" y="3400576"/>
                  <a:ext cx="26711" cy="281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11" h="28172" extrusionOk="0">
                      <a:moveTo>
                        <a:pt x="0" y="4384"/>
                      </a:moveTo>
                      <a:lnTo>
                        <a:pt x="13730" y="28173"/>
                      </a:lnTo>
                      <a:lnTo>
                        <a:pt x="26712" y="14035"/>
                      </a:lnTo>
                      <a:lnTo>
                        <a:pt x="18589" y="0"/>
                      </a:lnTo>
                      <a:lnTo>
                        <a:pt x="0" y="438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02" name="Google Shape;302;p6"/>
                <p:cNvSpPr/>
                <p:nvPr/>
              </p:nvSpPr>
              <p:spPr>
                <a:xfrm>
                  <a:off x="455815" y="3377501"/>
                  <a:ext cx="27459" cy="182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59" h="18283" extrusionOk="0">
                      <a:moveTo>
                        <a:pt x="0" y="18283"/>
                      </a:moveTo>
                      <a:lnTo>
                        <a:pt x="27459" y="18283"/>
                      </a:lnTo>
                      <a:lnTo>
                        <a:pt x="21716" y="0"/>
                      </a:lnTo>
                      <a:lnTo>
                        <a:pt x="5471" y="0"/>
                      </a:lnTo>
                      <a:lnTo>
                        <a:pt x="0" y="1828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03" name="Google Shape;303;p6"/>
                <p:cNvSpPr/>
                <p:nvPr/>
              </p:nvSpPr>
              <p:spPr>
                <a:xfrm>
                  <a:off x="413708" y="3399693"/>
                  <a:ext cx="26813" cy="27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13" h="27968" extrusionOk="0">
                      <a:moveTo>
                        <a:pt x="13084" y="27969"/>
                      </a:moveTo>
                      <a:lnTo>
                        <a:pt x="26813" y="4180"/>
                      </a:lnTo>
                      <a:lnTo>
                        <a:pt x="8122" y="0"/>
                      </a:lnTo>
                      <a:lnTo>
                        <a:pt x="0" y="14069"/>
                      </a:lnTo>
                      <a:lnTo>
                        <a:pt x="13084" y="2796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04" name="Google Shape;304;p6"/>
                <p:cNvSpPr/>
                <p:nvPr/>
              </p:nvSpPr>
              <p:spPr>
                <a:xfrm>
                  <a:off x="413198" y="3444959"/>
                  <a:ext cx="26711" cy="281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11" h="28172" extrusionOk="0">
                      <a:moveTo>
                        <a:pt x="26712" y="23789"/>
                      </a:moveTo>
                      <a:lnTo>
                        <a:pt x="12982" y="0"/>
                      </a:lnTo>
                      <a:lnTo>
                        <a:pt x="0" y="14104"/>
                      </a:lnTo>
                      <a:lnTo>
                        <a:pt x="8122" y="28173"/>
                      </a:lnTo>
                      <a:lnTo>
                        <a:pt x="26712" y="2378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05" name="Google Shape;305;p6"/>
                <p:cNvSpPr/>
                <p:nvPr/>
              </p:nvSpPr>
              <p:spPr>
                <a:xfrm>
                  <a:off x="422862" y="3390800"/>
                  <a:ext cx="92141" cy="92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141" h="92115" extrusionOk="0">
                      <a:moveTo>
                        <a:pt x="23030" y="85934"/>
                      </a:moveTo>
                      <a:cubicBezTo>
                        <a:pt x="1008" y="73224"/>
                        <a:pt x="-6537" y="45051"/>
                        <a:pt x="6173" y="23030"/>
                      </a:cubicBezTo>
                      <a:cubicBezTo>
                        <a:pt x="18884" y="1008"/>
                        <a:pt x="47090" y="-6537"/>
                        <a:pt x="69112" y="6173"/>
                      </a:cubicBezTo>
                      <a:cubicBezTo>
                        <a:pt x="91134" y="18884"/>
                        <a:pt x="98678" y="47056"/>
                        <a:pt x="85968" y="69078"/>
                      </a:cubicBezTo>
                      <a:cubicBezTo>
                        <a:pt x="73258" y="91134"/>
                        <a:pt x="45085" y="98644"/>
                        <a:pt x="23064" y="85934"/>
                      </a:cubicBezTo>
                      <a:lnTo>
                        <a:pt x="23064" y="85934"/>
                      </a:lnTo>
                      <a:close/>
                      <a:moveTo>
                        <a:pt x="43046" y="51270"/>
                      </a:moveTo>
                      <a:cubicBezTo>
                        <a:pt x="45935" y="52936"/>
                        <a:pt x="49639" y="51950"/>
                        <a:pt x="51304" y="49061"/>
                      </a:cubicBezTo>
                      <a:cubicBezTo>
                        <a:pt x="52970" y="46173"/>
                        <a:pt x="51984" y="42468"/>
                        <a:pt x="49095" y="40803"/>
                      </a:cubicBezTo>
                      <a:cubicBezTo>
                        <a:pt x="46207" y="39138"/>
                        <a:pt x="42503" y="40124"/>
                        <a:pt x="40837" y="43012"/>
                      </a:cubicBezTo>
                      <a:cubicBezTo>
                        <a:pt x="39172" y="45901"/>
                        <a:pt x="40158" y="49571"/>
                        <a:pt x="43046" y="5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sp>
            <p:nvSpPr>
              <p:cNvPr id="306" name="Google Shape;306;p6"/>
              <p:cNvSpPr/>
              <p:nvPr/>
            </p:nvSpPr>
            <p:spPr>
              <a:xfrm>
                <a:off x="9049133" y="4829343"/>
                <a:ext cx="222027" cy="177725"/>
              </a:xfrm>
              <a:custGeom>
                <a:avLst/>
                <a:gdLst/>
                <a:ahLst/>
                <a:cxnLst/>
                <a:rect l="l" t="t" r="r" b="b"/>
                <a:pathLst>
                  <a:path w="86164" h="68974" extrusionOk="0">
                    <a:moveTo>
                      <a:pt x="6097" y="68975"/>
                    </a:moveTo>
                    <a:cubicBezTo>
                      <a:pt x="-1753" y="55211"/>
                      <a:pt x="-2331" y="37744"/>
                      <a:pt x="6165" y="23062"/>
                    </a:cubicBezTo>
                    <a:cubicBezTo>
                      <a:pt x="18875" y="1007"/>
                      <a:pt x="47082" y="-6538"/>
                      <a:pt x="69070" y="6172"/>
                    </a:cubicBezTo>
                    <a:cubicBezTo>
                      <a:pt x="76479" y="10454"/>
                      <a:pt x="82256" y="16503"/>
                      <a:pt x="86164" y="23470"/>
                    </a:cubicBezTo>
                    <a:lnTo>
                      <a:pt x="51364" y="43215"/>
                    </a:lnTo>
                    <a:cubicBezTo>
                      <a:pt x="50855" y="42263"/>
                      <a:pt x="50073" y="41414"/>
                      <a:pt x="49053" y="40802"/>
                    </a:cubicBezTo>
                    <a:cubicBezTo>
                      <a:pt x="46165" y="39137"/>
                      <a:pt x="42460" y="40122"/>
                      <a:pt x="40795" y="43011"/>
                    </a:cubicBezTo>
                    <a:cubicBezTo>
                      <a:pt x="39674" y="44982"/>
                      <a:pt x="39776" y="47327"/>
                      <a:pt x="40863" y="49162"/>
                    </a:cubicBezTo>
                    <a:lnTo>
                      <a:pt x="6063" y="68941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307" name="Google Shape;307;p6"/>
              <p:cNvGrpSpPr/>
              <p:nvPr/>
            </p:nvGrpSpPr>
            <p:grpSpPr>
              <a:xfrm>
                <a:off x="8637327" y="3427974"/>
                <a:ext cx="1031228" cy="358499"/>
                <a:chOff x="263057" y="2846906"/>
                <a:chExt cx="400197" cy="139131"/>
              </a:xfrm>
            </p:grpSpPr>
            <p:sp>
              <p:nvSpPr>
                <p:cNvPr id="308" name="Google Shape;308;p6"/>
                <p:cNvSpPr/>
                <p:nvPr/>
              </p:nvSpPr>
              <p:spPr>
                <a:xfrm>
                  <a:off x="578432" y="2914043"/>
                  <a:ext cx="45926" cy="45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26" h="45926" extrusionOk="0">
                      <a:moveTo>
                        <a:pt x="36360" y="41613"/>
                      </a:moveTo>
                      <a:cubicBezTo>
                        <a:pt x="26063" y="49021"/>
                        <a:pt x="11722" y="46643"/>
                        <a:pt x="4313" y="36345"/>
                      </a:cubicBezTo>
                      <a:cubicBezTo>
                        <a:pt x="-3095" y="26048"/>
                        <a:pt x="-717" y="11707"/>
                        <a:pt x="9581" y="4298"/>
                      </a:cubicBezTo>
                      <a:cubicBezTo>
                        <a:pt x="19878" y="-3076"/>
                        <a:pt x="34219" y="-731"/>
                        <a:pt x="41628" y="9566"/>
                      </a:cubicBezTo>
                      <a:cubicBezTo>
                        <a:pt x="49002" y="19863"/>
                        <a:pt x="46657" y="34204"/>
                        <a:pt x="36360" y="41579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09" name="Google Shape;309;p6"/>
                <p:cNvSpPr/>
                <p:nvPr/>
              </p:nvSpPr>
              <p:spPr>
                <a:xfrm>
                  <a:off x="303379" y="2914043"/>
                  <a:ext cx="45911" cy="459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11" h="45911" extrusionOk="0">
                      <a:moveTo>
                        <a:pt x="9566" y="41613"/>
                      </a:moveTo>
                      <a:cubicBezTo>
                        <a:pt x="19863" y="48987"/>
                        <a:pt x="34204" y="46643"/>
                        <a:pt x="41613" y="36345"/>
                      </a:cubicBezTo>
                      <a:cubicBezTo>
                        <a:pt x="48988" y="26048"/>
                        <a:pt x="46643" y="11707"/>
                        <a:pt x="36345" y="4298"/>
                      </a:cubicBezTo>
                      <a:cubicBezTo>
                        <a:pt x="26048" y="-3076"/>
                        <a:pt x="11707" y="-731"/>
                        <a:pt x="4298" y="9566"/>
                      </a:cubicBezTo>
                      <a:cubicBezTo>
                        <a:pt x="-3076" y="19863"/>
                        <a:pt x="-731" y="34204"/>
                        <a:pt x="9566" y="41613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10" name="Google Shape;310;p6"/>
                <p:cNvSpPr/>
                <p:nvPr/>
              </p:nvSpPr>
              <p:spPr>
                <a:xfrm>
                  <a:off x="263057" y="2871987"/>
                  <a:ext cx="400197" cy="114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197" h="114050" extrusionOk="0">
                      <a:moveTo>
                        <a:pt x="371685" y="0"/>
                      </a:moveTo>
                      <a:lnTo>
                        <a:pt x="28513" y="0"/>
                      </a:lnTo>
                      <a:cubicBezTo>
                        <a:pt x="12846" y="0"/>
                        <a:pt x="0" y="12846"/>
                        <a:pt x="0" y="28513"/>
                      </a:cubicBezTo>
                      <a:lnTo>
                        <a:pt x="0" y="85538"/>
                      </a:lnTo>
                      <a:cubicBezTo>
                        <a:pt x="0" y="101239"/>
                        <a:pt x="12846" y="114051"/>
                        <a:pt x="28513" y="114051"/>
                      </a:cubicBezTo>
                      <a:lnTo>
                        <a:pt x="371685" y="114051"/>
                      </a:lnTo>
                      <a:cubicBezTo>
                        <a:pt x="387385" y="114051"/>
                        <a:pt x="400197" y="101205"/>
                        <a:pt x="400197" y="85538"/>
                      </a:cubicBezTo>
                      <a:lnTo>
                        <a:pt x="400197" y="28513"/>
                      </a:lnTo>
                      <a:cubicBezTo>
                        <a:pt x="400197" y="12812"/>
                        <a:pt x="387351" y="0"/>
                        <a:pt x="371685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11" name="Google Shape;311;p6"/>
                <p:cNvSpPr/>
                <p:nvPr/>
              </p:nvSpPr>
              <p:spPr>
                <a:xfrm>
                  <a:off x="587639" y="2846906"/>
                  <a:ext cx="50024" cy="138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24" h="138043" extrusionOk="0">
                      <a:moveTo>
                        <a:pt x="50025" y="113065"/>
                      </a:moveTo>
                      <a:lnTo>
                        <a:pt x="50025" y="25012"/>
                      </a:lnTo>
                      <a:cubicBezTo>
                        <a:pt x="50025" y="11249"/>
                        <a:pt x="38776" y="0"/>
                        <a:pt x="25012" y="0"/>
                      </a:cubicBezTo>
                      <a:lnTo>
                        <a:pt x="25012" y="0"/>
                      </a:lnTo>
                      <a:cubicBezTo>
                        <a:pt x="11283" y="0"/>
                        <a:pt x="34" y="11249"/>
                        <a:pt x="0" y="24978"/>
                      </a:cubicBezTo>
                      <a:lnTo>
                        <a:pt x="0" y="113031"/>
                      </a:lnTo>
                      <a:cubicBezTo>
                        <a:pt x="0" y="126795"/>
                        <a:pt x="11249" y="138044"/>
                        <a:pt x="25012" y="138044"/>
                      </a:cubicBezTo>
                      <a:lnTo>
                        <a:pt x="25012" y="138044"/>
                      </a:lnTo>
                      <a:cubicBezTo>
                        <a:pt x="38776" y="138044"/>
                        <a:pt x="50025" y="126795"/>
                        <a:pt x="50025" y="11303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12" name="Google Shape;312;p6"/>
                <p:cNvSpPr/>
                <p:nvPr/>
              </p:nvSpPr>
              <p:spPr>
                <a:xfrm>
                  <a:off x="489289" y="2846906"/>
                  <a:ext cx="50024" cy="1380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24" h="138077" extrusionOk="0">
                      <a:moveTo>
                        <a:pt x="50025" y="113065"/>
                      </a:moveTo>
                      <a:lnTo>
                        <a:pt x="50025" y="25012"/>
                      </a:lnTo>
                      <a:cubicBezTo>
                        <a:pt x="50025" y="11249"/>
                        <a:pt x="38742" y="0"/>
                        <a:pt x="25012" y="0"/>
                      </a:cubicBezTo>
                      <a:lnTo>
                        <a:pt x="25012" y="0"/>
                      </a:lnTo>
                      <a:cubicBezTo>
                        <a:pt x="11249" y="0"/>
                        <a:pt x="0" y="11249"/>
                        <a:pt x="0" y="25012"/>
                      </a:cubicBezTo>
                      <a:lnTo>
                        <a:pt x="0" y="113065"/>
                      </a:lnTo>
                      <a:cubicBezTo>
                        <a:pt x="0" y="126829"/>
                        <a:pt x="11249" y="138078"/>
                        <a:pt x="25012" y="138078"/>
                      </a:cubicBezTo>
                      <a:lnTo>
                        <a:pt x="25012" y="138078"/>
                      </a:lnTo>
                      <a:cubicBezTo>
                        <a:pt x="38776" y="138078"/>
                        <a:pt x="50025" y="126829"/>
                        <a:pt x="50025" y="113065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13" name="Google Shape;313;p6"/>
                <p:cNvSpPr/>
                <p:nvPr/>
              </p:nvSpPr>
              <p:spPr>
                <a:xfrm>
                  <a:off x="390905" y="2846906"/>
                  <a:ext cx="50024" cy="1380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24" h="138077" extrusionOk="0">
                      <a:moveTo>
                        <a:pt x="50025" y="113065"/>
                      </a:moveTo>
                      <a:lnTo>
                        <a:pt x="50025" y="25012"/>
                      </a:lnTo>
                      <a:cubicBezTo>
                        <a:pt x="50025" y="11249"/>
                        <a:pt x="38776" y="0"/>
                        <a:pt x="25012" y="0"/>
                      </a:cubicBezTo>
                      <a:lnTo>
                        <a:pt x="25012" y="0"/>
                      </a:lnTo>
                      <a:cubicBezTo>
                        <a:pt x="11249" y="0"/>
                        <a:pt x="0" y="11283"/>
                        <a:pt x="0" y="25012"/>
                      </a:cubicBezTo>
                      <a:lnTo>
                        <a:pt x="0" y="113065"/>
                      </a:lnTo>
                      <a:cubicBezTo>
                        <a:pt x="0" y="126829"/>
                        <a:pt x="11249" y="138078"/>
                        <a:pt x="25012" y="138078"/>
                      </a:cubicBezTo>
                      <a:lnTo>
                        <a:pt x="25012" y="138078"/>
                      </a:lnTo>
                      <a:cubicBezTo>
                        <a:pt x="38776" y="138078"/>
                        <a:pt x="50025" y="126829"/>
                        <a:pt x="50025" y="113065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14" name="Google Shape;314;p6"/>
                <p:cNvSpPr/>
                <p:nvPr/>
              </p:nvSpPr>
              <p:spPr>
                <a:xfrm>
                  <a:off x="292521" y="2846906"/>
                  <a:ext cx="50024" cy="138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24" h="138043" extrusionOk="0">
                      <a:moveTo>
                        <a:pt x="50025" y="113065"/>
                      </a:moveTo>
                      <a:lnTo>
                        <a:pt x="50025" y="25012"/>
                      </a:lnTo>
                      <a:cubicBezTo>
                        <a:pt x="50025" y="11249"/>
                        <a:pt x="38776" y="0"/>
                        <a:pt x="25012" y="0"/>
                      </a:cubicBezTo>
                      <a:lnTo>
                        <a:pt x="25012" y="0"/>
                      </a:lnTo>
                      <a:cubicBezTo>
                        <a:pt x="11283" y="0"/>
                        <a:pt x="0" y="11249"/>
                        <a:pt x="0" y="24978"/>
                      </a:cubicBezTo>
                      <a:lnTo>
                        <a:pt x="0" y="113031"/>
                      </a:lnTo>
                      <a:cubicBezTo>
                        <a:pt x="0" y="126795"/>
                        <a:pt x="11249" y="138044"/>
                        <a:pt x="25012" y="138044"/>
                      </a:cubicBezTo>
                      <a:lnTo>
                        <a:pt x="25012" y="138044"/>
                      </a:lnTo>
                      <a:cubicBezTo>
                        <a:pt x="38776" y="138044"/>
                        <a:pt x="50025" y="126795"/>
                        <a:pt x="50025" y="11303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sp>
            <p:nvSpPr>
              <p:cNvPr id="315" name="Google Shape;315;p6"/>
              <p:cNvSpPr/>
              <p:nvPr/>
            </p:nvSpPr>
            <p:spPr>
              <a:xfrm>
                <a:off x="9140766" y="4400145"/>
                <a:ext cx="60599" cy="60771"/>
              </a:xfrm>
              <a:custGeom>
                <a:avLst/>
                <a:gdLst/>
                <a:ahLst/>
                <a:cxnLst/>
                <a:rect l="l" t="t" r="r" b="b"/>
                <a:pathLst>
                  <a:path w="23517" h="23585" extrusionOk="0">
                    <a:moveTo>
                      <a:pt x="11759" y="0"/>
                    </a:moveTo>
                    <a:cubicBezTo>
                      <a:pt x="5268" y="0"/>
                      <a:pt x="-34" y="5302"/>
                      <a:pt x="0" y="11792"/>
                    </a:cubicBezTo>
                    <a:cubicBezTo>
                      <a:pt x="0" y="18283"/>
                      <a:pt x="5268" y="23585"/>
                      <a:pt x="11759" y="23585"/>
                    </a:cubicBezTo>
                    <a:cubicBezTo>
                      <a:pt x="18250" y="23585"/>
                      <a:pt x="23551" y="18318"/>
                      <a:pt x="23517" y="11826"/>
                    </a:cubicBezTo>
                    <a:cubicBezTo>
                      <a:pt x="23517" y="5336"/>
                      <a:pt x="18250" y="34"/>
                      <a:pt x="11759" y="34"/>
                    </a:cubicBez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16" name="Google Shape;316;p6"/>
              <p:cNvSpPr/>
              <p:nvPr/>
            </p:nvSpPr>
            <p:spPr>
              <a:xfrm>
                <a:off x="9124391" y="3882097"/>
                <a:ext cx="60686" cy="60771"/>
              </a:xfrm>
              <a:custGeom>
                <a:avLst/>
                <a:gdLst/>
                <a:ahLst/>
                <a:cxnLst/>
                <a:rect l="l" t="t" r="r" b="b"/>
                <a:pathLst>
                  <a:path w="23551" h="23585" extrusionOk="0">
                    <a:moveTo>
                      <a:pt x="11793" y="0"/>
                    </a:moveTo>
                    <a:cubicBezTo>
                      <a:pt x="5302" y="0"/>
                      <a:pt x="34" y="5268"/>
                      <a:pt x="0" y="11793"/>
                    </a:cubicBezTo>
                    <a:cubicBezTo>
                      <a:pt x="0" y="18283"/>
                      <a:pt x="5302" y="23585"/>
                      <a:pt x="11793" y="23585"/>
                    </a:cubicBezTo>
                    <a:cubicBezTo>
                      <a:pt x="18283" y="23585"/>
                      <a:pt x="23551" y="18318"/>
                      <a:pt x="23551" y="11827"/>
                    </a:cubicBezTo>
                    <a:cubicBezTo>
                      <a:pt x="23551" y="5336"/>
                      <a:pt x="18283" y="34"/>
                      <a:pt x="11793" y="34"/>
                    </a:cubicBez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21225"/>
            <a:ext cx="77175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 panose="00000500000000000000"/>
              <a:buNone/>
              <a:defRPr sz="2800" b="1">
                <a:solidFill>
                  <a:schemeClr val="dk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 panose="00000500000000000000"/>
              <a:buNone/>
              <a:defRPr sz="2800" b="1">
                <a:solidFill>
                  <a:schemeClr val="dk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 panose="00000500000000000000"/>
              <a:buNone/>
              <a:defRPr sz="2800" b="1">
                <a:solidFill>
                  <a:schemeClr val="dk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 panose="00000500000000000000"/>
              <a:buNone/>
              <a:defRPr sz="2800" b="1">
                <a:solidFill>
                  <a:schemeClr val="dk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 panose="00000500000000000000"/>
              <a:buNone/>
              <a:defRPr sz="2800" b="1">
                <a:solidFill>
                  <a:schemeClr val="dk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 panose="00000500000000000000"/>
              <a:buNone/>
              <a:defRPr sz="2800" b="1">
                <a:solidFill>
                  <a:schemeClr val="dk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 panose="00000500000000000000"/>
              <a:buNone/>
              <a:defRPr sz="2800" b="1">
                <a:solidFill>
                  <a:schemeClr val="dk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 panose="00000500000000000000"/>
              <a:buNone/>
              <a:defRPr sz="2800" b="1">
                <a:solidFill>
                  <a:schemeClr val="dk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 panose="00000500000000000000"/>
              <a:buNone/>
              <a:defRPr sz="2800" b="1">
                <a:solidFill>
                  <a:schemeClr val="dk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●"/>
              <a:defRPr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○"/>
              <a:defRPr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■"/>
              <a:defRPr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●"/>
              <a:defRPr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○"/>
              <a:defRPr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■"/>
              <a:defRPr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●"/>
              <a:defRPr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○"/>
              <a:defRPr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■"/>
              <a:defRPr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27"/>
          <p:cNvSpPr txBox="1">
            <a:spLocks noGrp="1"/>
          </p:cNvSpPr>
          <p:nvPr>
            <p:ph type="ctrTitle"/>
          </p:nvPr>
        </p:nvSpPr>
        <p:spPr>
          <a:xfrm>
            <a:off x="561636" y="1078782"/>
            <a:ext cx="5172402" cy="228005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solidFill>
                  <a:srgbClr val="03515F"/>
                </a:solidFill>
                <a:latin typeface="Montserrat" panose="00000500000000000000" pitchFamily="2" charset="0"/>
                <a:cs typeface="+mj-cs"/>
              </a:rPr>
              <a:t>Manufacturing</a:t>
            </a:r>
            <a:br>
              <a:rPr lang="en-US" noProof="0" dirty="0">
                <a:solidFill>
                  <a:srgbClr val="03515F"/>
                </a:solidFill>
                <a:latin typeface="Montserrat" panose="00000500000000000000" pitchFamily="2" charset="0"/>
                <a:cs typeface="+mj-cs"/>
              </a:rPr>
            </a:br>
            <a:r>
              <a:rPr lang="en-US" noProof="0" dirty="0">
                <a:solidFill>
                  <a:srgbClr val="03515F"/>
                </a:solidFill>
                <a:latin typeface="Montserrat" panose="00000500000000000000" pitchFamily="2" charset="0"/>
                <a:cs typeface="+mj-cs"/>
              </a:rPr>
              <a:t>Downtime </a:t>
            </a:r>
            <a:br>
              <a:rPr lang="en-US" noProof="0" dirty="0">
                <a:solidFill>
                  <a:srgbClr val="03515F"/>
                </a:solidFill>
                <a:latin typeface="Montserrat" panose="00000500000000000000" pitchFamily="2" charset="0"/>
                <a:cs typeface="+mj-cs"/>
              </a:rPr>
            </a:br>
            <a:r>
              <a:rPr lang="en-US" noProof="0" dirty="0">
                <a:solidFill>
                  <a:srgbClr val="03515F"/>
                </a:solidFill>
                <a:latin typeface="Montserrat" panose="00000500000000000000" pitchFamily="2" charset="0"/>
                <a:cs typeface="+mj-cs"/>
              </a:rPr>
              <a:t>Project</a:t>
            </a:r>
            <a:br>
              <a:rPr lang="en-US" noProof="0" dirty="0">
                <a:solidFill>
                  <a:srgbClr val="03515F"/>
                </a:solidFill>
                <a:latin typeface="Montserrat" panose="00000500000000000000" pitchFamily="2" charset="0"/>
                <a:cs typeface="+mj-cs"/>
              </a:rPr>
            </a:br>
            <a:r>
              <a:rPr lang="en-US" sz="2000" b="0" noProof="0" dirty="0">
                <a:solidFill>
                  <a:srgbClr val="03515F"/>
                </a:solidFill>
                <a:latin typeface="Montserrat" panose="00000500000000000000" pitchFamily="2" charset="0"/>
                <a:cs typeface="+mj-cs"/>
              </a:rPr>
              <a:t>Data analysis project</a:t>
            </a:r>
            <a:endParaRPr lang="en-US" sz="2000" b="0" i="1" noProof="0" dirty="0">
              <a:solidFill>
                <a:srgbClr val="03515F"/>
              </a:solidFill>
              <a:latin typeface="Montserrat" panose="00000500000000000000" pitchFamily="2" charset="0"/>
              <a:cs typeface="+mj-cs"/>
            </a:endParaRPr>
          </a:p>
        </p:txBody>
      </p:sp>
      <p:grpSp>
        <p:nvGrpSpPr>
          <p:cNvPr id="1067" name="Google Shape;1067;p27"/>
          <p:cNvGrpSpPr/>
          <p:nvPr/>
        </p:nvGrpSpPr>
        <p:grpSpPr>
          <a:xfrm>
            <a:off x="4715921" y="2953850"/>
            <a:ext cx="4432142" cy="2205875"/>
            <a:chOff x="4507469" y="2953778"/>
            <a:chExt cx="4257279" cy="2205875"/>
          </a:xfrm>
        </p:grpSpPr>
        <p:grpSp>
          <p:nvGrpSpPr>
            <p:cNvPr id="1068" name="Google Shape;1068;p27"/>
            <p:cNvGrpSpPr/>
            <p:nvPr/>
          </p:nvGrpSpPr>
          <p:grpSpPr>
            <a:xfrm>
              <a:off x="7409183" y="2953778"/>
              <a:ext cx="1355565" cy="2205875"/>
              <a:chOff x="1633260" y="2777137"/>
              <a:chExt cx="644985" cy="1049567"/>
            </a:xfrm>
          </p:grpSpPr>
          <p:sp>
            <p:nvSpPr>
              <p:cNvPr id="1069" name="Google Shape;1069;p27"/>
              <p:cNvSpPr/>
              <p:nvPr/>
            </p:nvSpPr>
            <p:spPr>
              <a:xfrm>
                <a:off x="1795809" y="2875861"/>
                <a:ext cx="77789" cy="29532"/>
              </a:xfrm>
              <a:custGeom>
                <a:avLst/>
                <a:gdLst/>
                <a:ahLst/>
                <a:cxnLst/>
                <a:rect l="l" t="t" r="r" b="b"/>
                <a:pathLst>
                  <a:path w="77789" h="29532" extrusionOk="0">
                    <a:moveTo>
                      <a:pt x="0" y="29532"/>
                    </a:moveTo>
                    <a:lnTo>
                      <a:pt x="77790" y="29532"/>
                    </a:lnTo>
                    <a:lnTo>
                      <a:pt x="77790" y="7375"/>
                    </a:lnTo>
                    <a:cubicBezTo>
                      <a:pt x="77790" y="3296"/>
                      <a:pt x="74459" y="0"/>
                      <a:pt x="70381" y="0"/>
                    </a:cubicBezTo>
                    <a:lnTo>
                      <a:pt x="7375" y="0"/>
                    </a:lnTo>
                    <a:cubicBezTo>
                      <a:pt x="3296" y="0"/>
                      <a:pt x="0" y="3296"/>
                      <a:pt x="0" y="7375"/>
                    </a:cubicBezTo>
                    <a:lnTo>
                      <a:pt x="0" y="2953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70" name="Google Shape;1070;p27"/>
              <p:cNvSpPr/>
              <p:nvPr/>
            </p:nvSpPr>
            <p:spPr>
              <a:xfrm>
                <a:off x="1922706" y="2876778"/>
                <a:ext cx="77789" cy="29532"/>
              </a:xfrm>
              <a:custGeom>
                <a:avLst/>
                <a:gdLst/>
                <a:ahLst/>
                <a:cxnLst/>
                <a:rect l="l" t="t" r="r" b="b"/>
                <a:pathLst>
                  <a:path w="77789" h="29532" extrusionOk="0">
                    <a:moveTo>
                      <a:pt x="0" y="29532"/>
                    </a:moveTo>
                    <a:lnTo>
                      <a:pt x="77790" y="29532"/>
                    </a:lnTo>
                    <a:lnTo>
                      <a:pt x="77790" y="7375"/>
                    </a:lnTo>
                    <a:cubicBezTo>
                      <a:pt x="77790" y="3331"/>
                      <a:pt x="74459" y="0"/>
                      <a:pt x="70415" y="0"/>
                    </a:cubicBezTo>
                    <a:lnTo>
                      <a:pt x="7375" y="0"/>
                    </a:lnTo>
                    <a:cubicBezTo>
                      <a:pt x="3330" y="0"/>
                      <a:pt x="0" y="3331"/>
                      <a:pt x="0" y="7375"/>
                    </a:cubicBezTo>
                    <a:lnTo>
                      <a:pt x="0" y="2953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71" name="Google Shape;1071;p27"/>
              <p:cNvSpPr/>
              <p:nvPr/>
            </p:nvSpPr>
            <p:spPr>
              <a:xfrm>
                <a:off x="2051404" y="2876507"/>
                <a:ext cx="77789" cy="29532"/>
              </a:xfrm>
              <a:custGeom>
                <a:avLst/>
                <a:gdLst/>
                <a:ahLst/>
                <a:cxnLst/>
                <a:rect l="l" t="t" r="r" b="b"/>
                <a:pathLst>
                  <a:path w="77789" h="29532" extrusionOk="0">
                    <a:moveTo>
                      <a:pt x="0" y="29532"/>
                    </a:moveTo>
                    <a:lnTo>
                      <a:pt x="77790" y="29532"/>
                    </a:lnTo>
                    <a:lnTo>
                      <a:pt x="77790" y="7375"/>
                    </a:lnTo>
                    <a:cubicBezTo>
                      <a:pt x="77790" y="3296"/>
                      <a:pt x="74459" y="0"/>
                      <a:pt x="70415" y="0"/>
                    </a:cubicBezTo>
                    <a:lnTo>
                      <a:pt x="7375" y="0"/>
                    </a:lnTo>
                    <a:cubicBezTo>
                      <a:pt x="3331" y="0"/>
                      <a:pt x="0" y="3330"/>
                      <a:pt x="0" y="7375"/>
                    </a:cubicBezTo>
                    <a:lnTo>
                      <a:pt x="0" y="2953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72" name="Google Shape;1072;p27"/>
              <p:cNvSpPr/>
              <p:nvPr/>
            </p:nvSpPr>
            <p:spPr>
              <a:xfrm>
                <a:off x="1801213" y="2777137"/>
                <a:ext cx="68885" cy="98350"/>
              </a:xfrm>
              <a:custGeom>
                <a:avLst/>
                <a:gdLst/>
                <a:ahLst/>
                <a:cxnLst/>
                <a:rect l="l" t="t" r="r" b="b"/>
                <a:pathLst>
                  <a:path w="68885" h="98350" extrusionOk="0">
                    <a:moveTo>
                      <a:pt x="13220" y="98350"/>
                    </a:moveTo>
                    <a:lnTo>
                      <a:pt x="54307" y="98350"/>
                    </a:lnTo>
                    <a:lnTo>
                      <a:pt x="68852" y="34630"/>
                    </a:lnTo>
                    <a:lnTo>
                      <a:pt x="68750" y="34630"/>
                    </a:lnTo>
                    <a:cubicBezTo>
                      <a:pt x="68852" y="33712"/>
                      <a:pt x="68886" y="32829"/>
                      <a:pt x="68886" y="31877"/>
                    </a:cubicBezTo>
                    <a:cubicBezTo>
                      <a:pt x="68886" y="14273"/>
                      <a:pt x="53457" y="0"/>
                      <a:pt x="34426" y="0"/>
                    </a:cubicBezTo>
                    <a:cubicBezTo>
                      <a:pt x="15395" y="0"/>
                      <a:pt x="0" y="14273"/>
                      <a:pt x="0" y="31877"/>
                    </a:cubicBezTo>
                    <a:cubicBezTo>
                      <a:pt x="0" y="32795"/>
                      <a:pt x="68" y="33712"/>
                      <a:pt x="136" y="34630"/>
                    </a:cubicBezTo>
                    <a:lnTo>
                      <a:pt x="0" y="34630"/>
                    </a:lnTo>
                    <a:lnTo>
                      <a:pt x="13220" y="9835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73" name="Google Shape;1073;p27"/>
              <p:cNvSpPr/>
              <p:nvPr/>
            </p:nvSpPr>
            <p:spPr>
              <a:xfrm>
                <a:off x="1928178" y="2778089"/>
                <a:ext cx="68851" cy="98316"/>
              </a:xfrm>
              <a:custGeom>
                <a:avLst/>
                <a:gdLst/>
                <a:ahLst/>
                <a:cxnLst/>
                <a:rect l="l" t="t" r="r" b="b"/>
                <a:pathLst>
                  <a:path w="68851" h="98316" extrusionOk="0">
                    <a:moveTo>
                      <a:pt x="13152" y="98316"/>
                    </a:moveTo>
                    <a:lnTo>
                      <a:pt x="54239" y="98316"/>
                    </a:lnTo>
                    <a:lnTo>
                      <a:pt x="68818" y="34596"/>
                    </a:lnTo>
                    <a:lnTo>
                      <a:pt x="68716" y="34596"/>
                    </a:lnTo>
                    <a:cubicBezTo>
                      <a:pt x="68818" y="33678"/>
                      <a:pt x="68852" y="32761"/>
                      <a:pt x="68852" y="31843"/>
                    </a:cubicBezTo>
                    <a:cubicBezTo>
                      <a:pt x="68852" y="14239"/>
                      <a:pt x="53423" y="0"/>
                      <a:pt x="34426" y="0"/>
                    </a:cubicBezTo>
                    <a:cubicBezTo>
                      <a:pt x="15429" y="0"/>
                      <a:pt x="0" y="14239"/>
                      <a:pt x="0" y="31843"/>
                    </a:cubicBezTo>
                    <a:cubicBezTo>
                      <a:pt x="0" y="32761"/>
                      <a:pt x="34" y="33678"/>
                      <a:pt x="136" y="34596"/>
                    </a:cubicBezTo>
                    <a:lnTo>
                      <a:pt x="34" y="34596"/>
                    </a:lnTo>
                    <a:lnTo>
                      <a:pt x="13254" y="98316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74" name="Google Shape;1074;p27"/>
              <p:cNvSpPr/>
              <p:nvPr/>
            </p:nvSpPr>
            <p:spPr>
              <a:xfrm>
                <a:off x="2056842" y="2777783"/>
                <a:ext cx="68885" cy="98350"/>
              </a:xfrm>
              <a:custGeom>
                <a:avLst/>
                <a:gdLst/>
                <a:ahLst/>
                <a:cxnLst/>
                <a:rect l="l" t="t" r="r" b="b"/>
                <a:pathLst>
                  <a:path w="68885" h="98350" extrusionOk="0">
                    <a:moveTo>
                      <a:pt x="13220" y="98350"/>
                    </a:moveTo>
                    <a:lnTo>
                      <a:pt x="54307" y="98350"/>
                    </a:lnTo>
                    <a:lnTo>
                      <a:pt x="68886" y="34630"/>
                    </a:lnTo>
                    <a:lnTo>
                      <a:pt x="68750" y="34630"/>
                    </a:lnTo>
                    <a:cubicBezTo>
                      <a:pt x="68852" y="33712"/>
                      <a:pt x="68886" y="32829"/>
                      <a:pt x="68886" y="31877"/>
                    </a:cubicBezTo>
                    <a:cubicBezTo>
                      <a:pt x="68886" y="14273"/>
                      <a:pt x="53457" y="0"/>
                      <a:pt x="34426" y="0"/>
                    </a:cubicBezTo>
                    <a:cubicBezTo>
                      <a:pt x="15395" y="0"/>
                      <a:pt x="0" y="14273"/>
                      <a:pt x="0" y="31877"/>
                    </a:cubicBezTo>
                    <a:cubicBezTo>
                      <a:pt x="0" y="32795"/>
                      <a:pt x="34" y="33712"/>
                      <a:pt x="136" y="34630"/>
                    </a:cubicBezTo>
                    <a:lnTo>
                      <a:pt x="0" y="34630"/>
                    </a:lnTo>
                    <a:lnTo>
                      <a:pt x="13220" y="983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75" name="Google Shape;1075;p27"/>
              <p:cNvSpPr/>
              <p:nvPr/>
            </p:nvSpPr>
            <p:spPr>
              <a:xfrm>
                <a:off x="1814501" y="2809213"/>
                <a:ext cx="41630" cy="66681"/>
              </a:xfrm>
              <a:custGeom>
                <a:avLst/>
                <a:gdLst/>
                <a:ahLst/>
                <a:cxnLst/>
                <a:rect l="l" t="t" r="r" b="b"/>
                <a:pathLst>
                  <a:path w="41630" h="66681" extrusionOk="0">
                    <a:moveTo>
                      <a:pt x="27833" y="66410"/>
                    </a:moveTo>
                    <a:lnTo>
                      <a:pt x="41631" y="10948"/>
                    </a:lnTo>
                    <a:lnTo>
                      <a:pt x="41563" y="10948"/>
                    </a:lnTo>
                    <a:cubicBezTo>
                      <a:pt x="41631" y="10404"/>
                      <a:pt x="41631" y="14890"/>
                      <a:pt x="41631" y="9282"/>
                    </a:cubicBezTo>
                    <a:cubicBezTo>
                      <a:pt x="41631" y="6835"/>
                      <a:pt x="39558" y="2520"/>
                      <a:pt x="36329" y="1126"/>
                    </a:cubicBezTo>
                    <a:cubicBezTo>
                      <a:pt x="31775" y="-845"/>
                      <a:pt x="28139" y="3709"/>
                      <a:pt x="21648" y="3709"/>
                    </a:cubicBezTo>
                    <a:cubicBezTo>
                      <a:pt x="16958" y="3709"/>
                      <a:pt x="13288" y="-607"/>
                      <a:pt x="8190" y="73"/>
                    </a:cubicBezTo>
                    <a:cubicBezTo>
                      <a:pt x="2481" y="820"/>
                      <a:pt x="0" y="5986"/>
                      <a:pt x="0" y="9316"/>
                    </a:cubicBezTo>
                    <a:cubicBezTo>
                      <a:pt x="0" y="14924"/>
                      <a:pt x="0" y="10438"/>
                      <a:pt x="68" y="10982"/>
                    </a:cubicBezTo>
                    <a:lnTo>
                      <a:pt x="0" y="10982"/>
                    </a:lnTo>
                    <a:lnTo>
                      <a:pt x="10807" y="66682"/>
                    </a:lnTo>
                    <a:lnTo>
                      <a:pt x="17094" y="66682"/>
                    </a:lnTo>
                    <a:lnTo>
                      <a:pt x="6355" y="11423"/>
                    </a:lnTo>
                    <a:lnTo>
                      <a:pt x="6423" y="11423"/>
                    </a:lnTo>
                    <a:cubicBezTo>
                      <a:pt x="6389" y="11016"/>
                      <a:pt x="6355" y="14142"/>
                      <a:pt x="6355" y="10268"/>
                    </a:cubicBezTo>
                    <a:cubicBezTo>
                      <a:pt x="6355" y="8127"/>
                      <a:pt x="7409" y="6768"/>
                      <a:pt x="11725" y="7209"/>
                    </a:cubicBezTo>
                    <a:cubicBezTo>
                      <a:pt x="14511" y="7481"/>
                      <a:pt x="17672" y="11491"/>
                      <a:pt x="21274" y="11491"/>
                    </a:cubicBezTo>
                    <a:cubicBezTo>
                      <a:pt x="26508" y="11491"/>
                      <a:pt x="31673" y="5748"/>
                      <a:pt x="33984" y="7481"/>
                    </a:cubicBezTo>
                    <a:cubicBezTo>
                      <a:pt x="35208" y="8399"/>
                      <a:pt x="35208" y="8909"/>
                      <a:pt x="35208" y="10268"/>
                    </a:cubicBezTo>
                    <a:cubicBezTo>
                      <a:pt x="35208" y="14142"/>
                      <a:pt x="35208" y="11016"/>
                      <a:pt x="35140" y="11423"/>
                    </a:cubicBezTo>
                    <a:lnTo>
                      <a:pt x="35174" y="11423"/>
                    </a:lnTo>
                    <a:lnTo>
                      <a:pt x="21478" y="66444"/>
                    </a:lnTo>
                    <a:lnTo>
                      <a:pt x="27765" y="6644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76" name="Google Shape;1076;p27"/>
              <p:cNvSpPr/>
              <p:nvPr/>
            </p:nvSpPr>
            <p:spPr>
              <a:xfrm>
                <a:off x="1941397" y="2810131"/>
                <a:ext cx="41664" cy="66681"/>
              </a:xfrm>
              <a:custGeom>
                <a:avLst/>
                <a:gdLst/>
                <a:ahLst/>
                <a:cxnLst/>
                <a:rect l="l" t="t" r="r" b="b"/>
                <a:pathLst>
                  <a:path w="41664" h="66681" extrusionOk="0">
                    <a:moveTo>
                      <a:pt x="27867" y="66410"/>
                    </a:moveTo>
                    <a:lnTo>
                      <a:pt x="41665" y="10948"/>
                    </a:lnTo>
                    <a:lnTo>
                      <a:pt x="41597" y="10948"/>
                    </a:lnTo>
                    <a:cubicBezTo>
                      <a:pt x="41631" y="10404"/>
                      <a:pt x="41665" y="14890"/>
                      <a:pt x="41665" y="9282"/>
                    </a:cubicBezTo>
                    <a:cubicBezTo>
                      <a:pt x="41665" y="6835"/>
                      <a:pt x="39592" y="2519"/>
                      <a:pt x="36363" y="1126"/>
                    </a:cubicBezTo>
                    <a:cubicBezTo>
                      <a:pt x="31775" y="-845"/>
                      <a:pt x="28173" y="3709"/>
                      <a:pt x="21682" y="3709"/>
                    </a:cubicBezTo>
                    <a:cubicBezTo>
                      <a:pt x="16992" y="3709"/>
                      <a:pt x="13322" y="-607"/>
                      <a:pt x="8190" y="73"/>
                    </a:cubicBezTo>
                    <a:cubicBezTo>
                      <a:pt x="2481" y="820"/>
                      <a:pt x="0" y="5986"/>
                      <a:pt x="0" y="9316"/>
                    </a:cubicBezTo>
                    <a:cubicBezTo>
                      <a:pt x="0" y="14924"/>
                      <a:pt x="0" y="10404"/>
                      <a:pt x="68" y="10982"/>
                    </a:cubicBezTo>
                    <a:lnTo>
                      <a:pt x="0" y="10982"/>
                    </a:lnTo>
                    <a:lnTo>
                      <a:pt x="10841" y="66681"/>
                    </a:lnTo>
                    <a:lnTo>
                      <a:pt x="17128" y="66681"/>
                    </a:lnTo>
                    <a:lnTo>
                      <a:pt x="6423" y="11423"/>
                    </a:lnTo>
                    <a:lnTo>
                      <a:pt x="6457" y="11423"/>
                    </a:lnTo>
                    <a:cubicBezTo>
                      <a:pt x="6457" y="11049"/>
                      <a:pt x="6389" y="14176"/>
                      <a:pt x="6389" y="10268"/>
                    </a:cubicBezTo>
                    <a:cubicBezTo>
                      <a:pt x="6389" y="8127"/>
                      <a:pt x="7443" y="6767"/>
                      <a:pt x="11759" y="7209"/>
                    </a:cubicBezTo>
                    <a:cubicBezTo>
                      <a:pt x="14545" y="7481"/>
                      <a:pt x="17740" y="11525"/>
                      <a:pt x="21342" y="11525"/>
                    </a:cubicBezTo>
                    <a:cubicBezTo>
                      <a:pt x="26576" y="11525"/>
                      <a:pt x="31707" y="5782"/>
                      <a:pt x="34052" y="7515"/>
                    </a:cubicBezTo>
                    <a:cubicBezTo>
                      <a:pt x="35276" y="8399"/>
                      <a:pt x="35276" y="8942"/>
                      <a:pt x="35276" y="10302"/>
                    </a:cubicBezTo>
                    <a:cubicBezTo>
                      <a:pt x="35276" y="14176"/>
                      <a:pt x="35276" y="11049"/>
                      <a:pt x="35208" y="11457"/>
                    </a:cubicBezTo>
                    <a:lnTo>
                      <a:pt x="35242" y="11457"/>
                    </a:lnTo>
                    <a:lnTo>
                      <a:pt x="21546" y="66478"/>
                    </a:lnTo>
                    <a:lnTo>
                      <a:pt x="27867" y="6647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77" name="Google Shape;1077;p27"/>
              <p:cNvSpPr/>
              <p:nvPr/>
            </p:nvSpPr>
            <p:spPr>
              <a:xfrm>
                <a:off x="2070095" y="2809825"/>
                <a:ext cx="41664" cy="66681"/>
              </a:xfrm>
              <a:custGeom>
                <a:avLst/>
                <a:gdLst/>
                <a:ahLst/>
                <a:cxnLst/>
                <a:rect l="l" t="t" r="r" b="b"/>
                <a:pathLst>
                  <a:path w="41664" h="66681" extrusionOk="0">
                    <a:moveTo>
                      <a:pt x="27867" y="66444"/>
                    </a:moveTo>
                    <a:lnTo>
                      <a:pt x="41665" y="10982"/>
                    </a:lnTo>
                    <a:lnTo>
                      <a:pt x="41597" y="10982"/>
                    </a:lnTo>
                    <a:cubicBezTo>
                      <a:pt x="41665" y="10438"/>
                      <a:pt x="41665" y="14924"/>
                      <a:pt x="41665" y="9316"/>
                    </a:cubicBezTo>
                    <a:cubicBezTo>
                      <a:pt x="41665" y="6869"/>
                      <a:pt x="39592" y="2554"/>
                      <a:pt x="36363" y="1160"/>
                    </a:cubicBezTo>
                    <a:cubicBezTo>
                      <a:pt x="31809" y="-811"/>
                      <a:pt x="28173" y="3709"/>
                      <a:pt x="21682" y="3709"/>
                    </a:cubicBezTo>
                    <a:cubicBezTo>
                      <a:pt x="16992" y="3709"/>
                      <a:pt x="13322" y="-607"/>
                      <a:pt x="8190" y="73"/>
                    </a:cubicBezTo>
                    <a:cubicBezTo>
                      <a:pt x="2481" y="820"/>
                      <a:pt x="0" y="5986"/>
                      <a:pt x="0" y="9316"/>
                    </a:cubicBezTo>
                    <a:cubicBezTo>
                      <a:pt x="0" y="14924"/>
                      <a:pt x="0" y="10438"/>
                      <a:pt x="68" y="10982"/>
                    </a:cubicBezTo>
                    <a:lnTo>
                      <a:pt x="0" y="10982"/>
                    </a:lnTo>
                    <a:lnTo>
                      <a:pt x="10841" y="66682"/>
                    </a:lnTo>
                    <a:lnTo>
                      <a:pt x="17128" y="66682"/>
                    </a:lnTo>
                    <a:lnTo>
                      <a:pt x="6389" y="11423"/>
                    </a:lnTo>
                    <a:lnTo>
                      <a:pt x="6457" y="11423"/>
                    </a:lnTo>
                    <a:cubicBezTo>
                      <a:pt x="6423" y="11050"/>
                      <a:pt x="6389" y="14142"/>
                      <a:pt x="6389" y="10268"/>
                    </a:cubicBezTo>
                    <a:cubicBezTo>
                      <a:pt x="6389" y="8161"/>
                      <a:pt x="7443" y="6802"/>
                      <a:pt x="11759" y="7209"/>
                    </a:cubicBezTo>
                    <a:cubicBezTo>
                      <a:pt x="14545" y="7481"/>
                      <a:pt x="17706" y="11491"/>
                      <a:pt x="21342" y="11491"/>
                    </a:cubicBezTo>
                    <a:cubicBezTo>
                      <a:pt x="26576" y="11491"/>
                      <a:pt x="31707" y="5748"/>
                      <a:pt x="34052" y="7481"/>
                    </a:cubicBezTo>
                    <a:cubicBezTo>
                      <a:pt x="35276" y="8399"/>
                      <a:pt x="35276" y="8943"/>
                      <a:pt x="35276" y="10268"/>
                    </a:cubicBezTo>
                    <a:cubicBezTo>
                      <a:pt x="35276" y="14142"/>
                      <a:pt x="35276" y="11050"/>
                      <a:pt x="35208" y="11423"/>
                    </a:cubicBezTo>
                    <a:lnTo>
                      <a:pt x="35242" y="11423"/>
                    </a:lnTo>
                    <a:lnTo>
                      <a:pt x="21546" y="66444"/>
                    </a:lnTo>
                    <a:lnTo>
                      <a:pt x="27833" y="6644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78" name="Google Shape;1078;p27"/>
              <p:cNvSpPr/>
              <p:nvPr/>
            </p:nvSpPr>
            <p:spPr>
              <a:xfrm>
                <a:off x="1633260" y="2904103"/>
                <a:ext cx="644985" cy="922601"/>
              </a:xfrm>
              <a:custGeom>
                <a:avLst/>
                <a:gdLst/>
                <a:ahLst/>
                <a:cxnLst/>
                <a:rect l="l" t="t" r="r" b="b"/>
                <a:pathLst>
                  <a:path w="644985" h="922601" extrusionOk="0">
                    <a:moveTo>
                      <a:pt x="0" y="922601"/>
                    </a:moveTo>
                    <a:lnTo>
                      <a:pt x="644985" y="922601"/>
                    </a:lnTo>
                    <a:lnTo>
                      <a:pt x="644985" y="64502"/>
                    </a:lnTo>
                    <a:cubicBezTo>
                      <a:pt x="644985" y="29022"/>
                      <a:pt x="615963" y="0"/>
                      <a:pt x="580483" y="0"/>
                    </a:cubicBezTo>
                    <a:lnTo>
                      <a:pt x="64502" y="0"/>
                    </a:lnTo>
                    <a:cubicBezTo>
                      <a:pt x="29022" y="0"/>
                      <a:pt x="0" y="29022"/>
                      <a:pt x="0" y="64502"/>
                    </a:cubicBezTo>
                    <a:lnTo>
                      <a:pt x="0" y="92260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79" name="Google Shape;1079;p27"/>
              <p:cNvSpPr/>
              <p:nvPr/>
            </p:nvSpPr>
            <p:spPr>
              <a:xfrm>
                <a:off x="1675268" y="2957423"/>
                <a:ext cx="586260" cy="823435"/>
              </a:xfrm>
              <a:custGeom>
                <a:avLst/>
                <a:gdLst/>
                <a:ahLst/>
                <a:cxnLst/>
                <a:rect l="l" t="t" r="r" b="b"/>
                <a:pathLst>
                  <a:path w="586260" h="823435" extrusionOk="0">
                    <a:moveTo>
                      <a:pt x="0" y="823436"/>
                    </a:moveTo>
                    <a:lnTo>
                      <a:pt x="586261" y="823436"/>
                    </a:lnTo>
                    <a:lnTo>
                      <a:pt x="586261" y="43466"/>
                    </a:lnTo>
                    <a:cubicBezTo>
                      <a:pt x="586261" y="26270"/>
                      <a:pt x="578750" y="10773"/>
                      <a:pt x="566855" y="0"/>
                    </a:cubicBezTo>
                    <a:lnTo>
                      <a:pt x="0" y="820615"/>
                    </a:lnTo>
                    <a:lnTo>
                      <a:pt x="0" y="823436"/>
                    </a:lnTo>
                    <a:close/>
                  </a:path>
                </a:pathLst>
              </a:custGeom>
              <a:solidFill>
                <a:srgbClr val="161D1E">
                  <a:alpha val="1375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80" name="Google Shape;1080;p27"/>
              <p:cNvSpPr/>
              <p:nvPr/>
            </p:nvSpPr>
            <p:spPr>
              <a:xfrm>
                <a:off x="1707213" y="2966552"/>
                <a:ext cx="143922" cy="84259"/>
              </a:xfrm>
              <a:custGeom>
                <a:avLst/>
                <a:gdLst/>
                <a:ahLst/>
                <a:cxnLst/>
                <a:rect l="l" t="t" r="r" b="b"/>
                <a:pathLst>
                  <a:path w="143922" h="84259" extrusionOk="0">
                    <a:moveTo>
                      <a:pt x="143923" y="84259"/>
                    </a:moveTo>
                    <a:lnTo>
                      <a:pt x="143923" y="45891"/>
                    </a:lnTo>
                    <a:cubicBezTo>
                      <a:pt x="143923" y="-15280"/>
                      <a:pt x="0" y="-15314"/>
                      <a:pt x="0" y="45891"/>
                    </a:cubicBezTo>
                    <a:lnTo>
                      <a:pt x="0" y="84259"/>
                    </a:lnTo>
                    <a:lnTo>
                      <a:pt x="143923" y="8425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081" name="Google Shape;1081;p27"/>
              <p:cNvGrpSpPr/>
              <p:nvPr/>
            </p:nvGrpSpPr>
            <p:grpSpPr>
              <a:xfrm>
                <a:off x="1736048" y="2996916"/>
                <a:ext cx="59652" cy="62452"/>
                <a:chOff x="3159548" y="2839616"/>
                <a:chExt cx="59652" cy="62452"/>
              </a:xfrm>
            </p:grpSpPr>
            <p:sp>
              <p:nvSpPr>
                <p:cNvPr id="1082" name="Google Shape;1082;p27"/>
                <p:cNvSpPr/>
                <p:nvPr/>
              </p:nvSpPr>
              <p:spPr>
                <a:xfrm>
                  <a:off x="3183157" y="2866025"/>
                  <a:ext cx="36043" cy="36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43" h="36043" extrusionOk="0">
                      <a:moveTo>
                        <a:pt x="12500" y="877"/>
                      </a:moveTo>
                      <a:cubicBezTo>
                        <a:pt x="21981" y="-2182"/>
                        <a:pt x="32108" y="3018"/>
                        <a:pt x="35167" y="12499"/>
                      </a:cubicBezTo>
                      <a:cubicBezTo>
                        <a:pt x="38226" y="21981"/>
                        <a:pt x="33026" y="32108"/>
                        <a:pt x="23544" y="35167"/>
                      </a:cubicBezTo>
                      <a:cubicBezTo>
                        <a:pt x="14097" y="38225"/>
                        <a:pt x="3936" y="33026"/>
                        <a:pt x="877" y="23544"/>
                      </a:cubicBezTo>
                      <a:cubicBezTo>
                        <a:pt x="-2182" y="14097"/>
                        <a:pt x="3018" y="3935"/>
                        <a:pt x="12466" y="877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083" name="Google Shape;1083;p27"/>
                <p:cNvSpPr/>
                <p:nvPr/>
              </p:nvSpPr>
              <p:spPr>
                <a:xfrm>
                  <a:off x="3159548" y="2839616"/>
                  <a:ext cx="41953" cy="414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53" h="41456" extrusionOk="0">
                      <a:moveTo>
                        <a:pt x="32608" y="41423"/>
                      </a:moveTo>
                      <a:lnTo>
                        <a:pt x="41954" y="31907"/>
                      </a:lnTo>
                      <a:lnTo>
                        <a:pt x="11334" y="1899"/>
                      </a:lnTo>
                      <a:cubicBezTo>
                        <a:pt x="8717" y="-683"/>
                        <a:pt x="4469" y="-615"/>
                        <a:pt x="1886" y="2001"/>
                      </a:cubicBezTo>
                      <a:lnTo>
                        <a:pt x="1886" y="2001"/>
                      </a:lnTo>
                      <a:cubicBezTo>
                        <a:pt x="-662" y="4618"/>
                        <a:pt x="-628" y="8866"/>
                        <a:pt x="1988" y="11449"/>
                      </a:cubicBezTo>
                      <a:lnTo>
                        <a:pt x="32608" y="41457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sp>
            <p:nvSpPr>
              <p:cNvPr id="1084" name="Google Shape;1084;p27"/>
              <p:cNvSpPr/>
              <p:nvPr/>
            </p:nvSpPr>
            <p:spPr>
              <a:xfrm>
                <a:off x="1697629" y="2956947"/>
                <a:ext cx="163123" cy="103481"/>
              </a:xfrm>
              <a:custGeom>
                <a:avLst/>
                <a:gdLst/>
                <a:ahLst/>
                <a:cxnLst/>
                <a:rect l="l" t="t" r="r" b="b"/>
                <a:pathLst>
                  <a:path w="163123" h="103481" extrusionOk="0">
                    <a:moveTo>
                      <a:pt x="143923" y="84281"/>
                    </a:moveTo>
                    <a:lnTo>
                      <a:pt x="143923" y="55496"/>
                    </a:lnTo>
                    <a:cubicBezTo>
                      <a:pt x="143923" y="38674"/>
                      <a:pt x="128426" y="27595"/>
                      <a:pt x="108579" y="22463"/>
                    </a:cubicBezTo>
                    <a:cubicBezTo>
                      <a:pt x="100083" y="20255"/>
                      <a:pt x="90806" y="19167"/>
                      <a:pt x="81562" y="19167"/>
                    </a:cubicBezTo>
                    <a:lnTo>
                      <a:pt x="81562" y="19167"/>
                    </a:lnTo>
                    <a:cubicBezTo>
                      <a:pt x="72182" y="19167"/>
                      <a:pt x="62939" y="20289"/>
                      <a:pt x="54511" y="22463"/>
                    </a:cubicBezTo>
                    <a:cubicBezTo>
                      <a:pt x="34664" y="27595"/>
                      <a:pt x="19167" y="38674"/>
                      <a:pt x="19167" y="55496"/>
                    </a:cubicBezTo>
                    <a:lnTo>
                      <a:pt x="19167" y="84281"/>
                    </a:lnTo>
                    <a:lnTo>
                      <a:pt x="143889" y="84281"/>
                    </a:lnTo>
                    <a:close/>
                    <a:moveTo>
                      <a:pt x="163124" y="55496"/>
                    </a:moveTo>
                    <a:lnTo>
                      <a:pt x="163124" y="103482"/>
                    </a:lnTo>
                    <a:lnTo>
                      <a:pt x="0" y="103482"/>
                    </a:lnTo>
                    <a:lnTo>
                      <a:pt x="0" y="55496"/>
                    </a:lnTo>
                    <a:cubicBezTo>
                      <a:pt x="0" y="28275"/>
                      <a:pt x="21818" y="11147"/>
                      <a:pt x="49719" y="3942"/>
                    </a:cubicBezTo>
                    <a:cubicBezTo>
                      <a:pt x="59880" y="1325"/>
                      <a:pt x="70789" y="0"/>
                      <a:pt x="81562" y="0"/>
                    </a:cubicBezTo>
                    <a:lnTo>
                      <a:pt x="81562" y="0"/>
                    </a:lnTo>
                    <a:cubicBezTo>
                      <a:pt x="92437" y="0"/>
                      <a:pt x="103346" y="1325"/>
                      <a:pt x="113405" y="3942"/>
                    </a:cubicBezTo>
                    <a:cubicBezTo>
                      <a:pt x="141306" y="11147"/>
                      <a:pt x="163124" y="28275"/>
                      <a:pt x="163124" y="5549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85" name="Google Shape;1085;p27"/>
              <p:cNvSpPr/>
              <p:nvPr/>
            </p:nvSpPr>
            <p:spPr>
              <a:xfrm>
                <a:off x="1709558" y="3112594"/>
                <a:ext cx="143922" cy="84280"/>
              </a:xfrm>
              <a:custGeom>
                <a:avLst/>
                <a:gdLst/>
                <a:ahLst/>
                <a:cxnLst/>
                <a:rect l="l" t="t" r="r" b="b"/>
                <a:pathLst>
                  <a:path w="143922" h="84280" extrusionOk="0">
                    <a:moveTo>
                      <a:pt x="143923" y="84281"/>
                    </a:moveTo>
                    <a:lnTo>
                      <a:pt x="143923" y="45879"/>
                    </a:lnTo>
                    <a:cubicBezTo>
                      <a:pt x="143923" y="-15293"/>
                      <a:pt x="0" y="-15293"/>
                      <a:pt x="0" y="45879"/>
                    </a:cubicBezTo>
                    <a:lnTo>
                      <a:pt x="0" y="84281"/>
                    </a:lnTo>
                    <a:lnTo>
                      <a:pt x="143923" y="8428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086" name="Google Shape;1086;p27"/>
              <p:cNvGrpSpPr/>
              <p:nvPr/>
            </p:nvGrpSpPr>
            <p:grpSpPr>
              <a:xfrm>
                <a:off x="1757263" y="3138362"/>
                <a:ext cx="58841" cy="63177"/>
                <a:chOff x="3180763" y="2981062"/>
                <a:chExt cx="58841" cy="63177"/>
              </a:xfrm>
            </p:grpSpPr>
            <p:sp>
              <p:nvSpPr>
                <p:cNvPr id="1087" name="Google Shape;1087;p27"/>
                <p:cNvSpPr/>
                <p:nvPr/>
              </p:nvSpPr>
              <p:spPr>
                <a:xfrm>
                  <a:off x="3180763" y="3008165"/>
                  <a:ext cx="36040" cy="360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40" h="36074" extrusionOk="0">
                      <a:moveTo>
                        <a:pt x="34536" y="10883"/>
                      </a:moveTo>
                      <a:cubicBezTo>
                        <a:pt x="38512" y="19991"/>
                        <a:pt x="34332" y="30628"/>
                        <a:pt x="25225" y="34570"/>
                      </a:cubicBezTo>
                      <a:cubicBezTo>
                        <a:pt x="16083" y="38546"/>
                        <a:pt x="5480" y="34367"/>
                        <a:pt x="1504" y="25225"/>
                      </a:cubicBezTo>
                      <a:cubicBezTo>
                        <a:pt x="-2472" y="16083"/>
                        <a:pt x="1708" y="5480"/>
                        <a:pt x="10849" y="1504"/>
                      </a:cubicBezTo>
                      <a:cubicBezTo>
                        <a:pt x="19957" y="-2472"/>
                        <a:pt x="30594" y="1708"/>
                        <a:pt x="34536" y="1084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088" name="Google Shape;1088;p27"/>
                <p:cNvSpPr/>
                <p:nvPr/>
              </p:nvSpPr>
              <p:spPr>
                <a:xfrm>
                  <a:off x="3200890" y="2981062"/>
                  <a:ext cx="38714" cy="442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714" h="44239" extrusionOk="0">
                      <a:moveTo>
                        <a:pt x="0" y="35879"/>
                      </a:moveTo>
                      <a:lnTo>
                        <a:pt x="10399" y="44240"/>
                      </a:lnTo>
                      <a:lnTo>
                        <a:pt x="37247" y="10833"/>
                      </a:lnTo>
                      <a:cubicBezTo>
                        <a:pt x="39557" y="7978"/>
                        <a:pt x="39082" y="3764"/>
                        <a:pt x="36227" y="1453"/>
                      </a:cubicBezTo>
                      <a:lnTo>
                        <a:pt x="36227" y="1453"/>
                      </a:lnTo>
                      <a:cubicBezTo>
                        <a:pt x="33372" y="-823"/>
                        <a:pt x="29158" y="-382"/>
                        <a:pt x="26847" y="2473"/>
                      </a:cubicBezTo>
                      <a:lnTo>
                        <a:pt x="0" y="35879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sp>
            <p:nvSpPr>
              <p:cNvPr id="1089" name="Google Shape;1089;p27"/>
              <p:cNvSpPr/>
              <p:nvPr/>
            </p:nvSpPr>
            <p:spPr>
              <a:xfrm>
                <a:off x="1699974" y="3103011"/>
                <a:ext cx="163123" cy="103481"/>
              </a:xfrm>
              <a:custGeom>
                <a:avLst/>
                <a:gdLst/>
                <a:ahLst/>
                <a:cxnLst/>
                <a:rect l="l" t="t" r="r" b="b"/>
                <a:pathLst>
                  <a:path w="163123" h="103481" extrusionOk="0">
                    <a:moveTo>
                      <a:pt x="143923" y="84281"/>
                    </a:moveTo>
                    <a:lnTo>
                      <a:pt x="143923" y="55496"/>
                    </a:lnTo>
                    <a:cubicBezTo>
                      <a:pt x="143923" y="38674"/>
                      <a:pt x="128426" y="27595"/>
                      <a:pt x="108613" y="22464"/>
                    </a:cubicBezTo>
                    <a:cubicBezTo>
                      <a:pt x="100083" y="20255"/>
                      <a:pt x="90840" y="19167"/>
                      <a:pt x="81562" y="19167"/>
                    </a:cubicBezTo>
                    <a:lnTo>
                      <a:pt x="81562" y="19167"/>
                    </a:lnTo>
                    <a:cubicBezTo>
                      <a:pt x="72182" y="19201"/>
                      <a:pt x="62939" y="20289"/>
                      <a:pt x="54510" y="22464"/>
                    </a:cubicBezTo>
                    <a:cubicBezTo>
                      <a:pt x="34698" y="27595"/>
                      <a:pt x="19167" y="38674"/>
                      <a:pt x="19167" y="55496"/>
                    </a:cubicBezTo>
                    <a:lnTo>
                      <a:pt x="19167" y="84281"/>
                    </a:lnTo>
                    <a:lnTo>
                      <a:pt x="143889" y="84281"/>
                    </a:lnTo>
                    <a:close/>
                    <a:moveTo>
                      <a:pt x="163124" y="55496"/>
                    </a:moveTo>
                    <a:lnTo>
                      <a:pt x="163124" y="103482"/>
                    </a:lnTo>
                    <a:lnTo>
                      <a:pt x="0" y="103482"/>
                    </a:lnTo>
                    <a:lnTo>
                      <a:pt x="0" y="55496"/>
                    </a:lnTo>
                    <a:cubicBezTo>
                      <a:pt x="0" y="28275"/>
                      <a:pt x="21818" y="11181"/>
                      <a:pt x="49719" y="3942"/>
                    </a:cubicBezTo>
                    <a:cubicBezTo>
                      <a:pt x="59880" y="1325"/>
                      <a:pt x="70789" y="0"/>
                      <a:pt x="81562" y="0"/>
                    </a:cubicBezTo>
                    <a:lnTo>
                      <a:pt x="81562" y="0"/>
                    </a:lnTo>
                    <a:cubicBezTo>
                      <a:pt x="92437" y="0"/>
                      <a:pt x="103346" y="1325"/>
                      <a:pt x="113405" y="3942"/>
                    </a:cubicBezTo>
                    <a:cubicBezTo>
                      <a:pt x="141306" y="11147"/>
                      <a:pt x="163124" y="28275"/>
                      <a:pt x="163124" y="5549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90" name="Google Shape;1090;p27"/>
              <p:cNvSpPr/>
              <p:nvPr/>
            </p:nvSpPr>
            <p:spPr>
              <a:xfrm>
                <a:off x="1793260" y="3349090"/>
                <a:ext cx="76702" cy="53626"/>
              </a:xfrm>
              <a:custGeom>
                <a:avLst/>
                <a:gdLst/>
                <a:ahLst/>
                <a:cxnLst/>
                <a:rect l="l" t="t" r="r" b="b"/>
                <a:pathLst>
                  <a:path w="76702" h="53626" extrusionOk="0">
                    <a:moveTo>
                      <a:pt x="68" y="53627"/>
                    </a:moveTo>
                    <a:lnTo>
                      <a:pt x="18012" y="53627"/>
                    </a:lnTo>
                    <a:lnTo>
                      <a:pt x="18012" y="26066"/>
                    </a:lnTo>
                    <a:cubicBezTo>
                      <a:pt x="18012" y="21002"/>
                      <a:pt x="22158" y="16890"/>
                      <a:pt x="27187" y="16890"/>
                    </a:cubicBezTo>
                    <a:lnTo>
                      <a:pt x="49583" y="16890"/>
                    </a:lnTo>
                    <a:cubicBezTo>
                      <a:pt x="54613" y="16890"/>
                      <a:pt x="58759" y="21002"/>
                      <a:pt x="58759" y="26066"/>
                    </a:cubicBezTo>
                    <a:lnTo>
                      <a:pt x="58759" y="53627"/>
                    </a:lnTo>
                    <a:lnTo>
                      <a:pt x="76702" y="53627"/>
                    </a:lnTo>
                    <a:lnTo>
                      <a:pt x="76702" y="17298"/>
                    </a:lnTo>
                    <a:cubicBezTo>
                      <a:pt x="76702" y="7782"/>
                      <a:pt x="68920" y="0"/>
                      <a:pt x="59404" y="0"/>
                    </a:cubicBezTo>
                    <a:lnTo>
                      <a:pt x="17298" y="0"/>
                    </a:lnTo>
                    <a:cubicBezTo>
                      <a:pt x="7782" y="0"/>
                      <a:pt x="0" y="7782"/>
                      <a:pt x="0" y="17298"/>
                    </a:cubicBezTo>
                    <a:lnTo>
                      <a:pt x="0" y="5362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91" name="Google Shape;1091;p27"/>
              <p:cNvSpPr/>
              <p:nvPr/>
            </p:nvSpPr>
            <p:spPr>
              <a:xfrm>
                <a:off x="1779633" y="3401528"/>
                <a:ext cx="104127" cy="17841"/>
              </a:xfrm>
              <a:custGeom>
                <a:avLst/>
                <a:gdLst/>
                <a:ahLst/>
                <a:cxnLst/>
                <a:rect l="l" t="t" r="r" b="b"/>
                <a:pathLst>
                  <a:path w="104127" h="17841" extrusionOk="0">
                    <a:moveTo>
                      <a:pt x="4452" y="0"/>
                    </a:moveTo>
                    <a:lnTo>
                      <a:pt x="99675" y="0"/>
                    </a:lnTo>
                    <a:cubicBezTo>
                      <a:pt x="102122" y="0"/>
                      <a:pt x="104127" y="2005"/>
                      <a:pt x="104127" y="4452"/>
                    </a:cubicBezTo>
                    <a:lnTo>
                      <a:pt x="104127" y="13390"/>
                    </a:lnTo>
                    <a:cubicBezTo>
                      <a:pt x="104127" y="15837"/>
                      <a:pt x="102122" y="17842"/>
                      <a:pt x="99675" y="17842"/>
                    </a:cubicBezTo>
                    <a:lnTo>
                      <a:pt x="4486" y="17842"/>
                    </a:lnTo>
                    <a:cubicBezTo>
                      <a:pt x="2005" y="17842"/>
                      <a:pt x="0" y="15837"/>
                      <a:pt x="0" y="13356"/>
                    </a:cubicBezTo>
                    <a:lnTo>
                      <a:pt x="0" y="4452"/>
                    </a:lnTo>
                    <a:cubicBezTo>
                      <a:pt x="0" y="2005"/>
                      <a:pt x="2005" y="0"/>
                      <a:pt x="44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92" name="Google Shape;1092;p27"/>
              <p:cNvSpPr/>
              <p:nvPr/>
            </p:nvSpPr>
            <p:spPr>
              <a:xfrm>
                <a:off x="1779599" y="3401528"/>
                <a:ext cx="104127" cy="7986"/>
              </a:xfrm>
              <a:custGeom>
                <a:avLst/>
                <a:gdLst/>
                <a:ahLst/>
                <a:cxnLst/>
                <a:rect l="l" t="t" r="r" b="b"/>
                <a:pathLst>
                  <a:path w="104127" h="7986" extrusionOk="0">
                    <a:moveTo>
                      <a:pt x="4486" y="0"/>
                    </a:moveTo>
                    <a:lnTo>
                      <a:pt x="99675" y="0"/>
                    </a:lnTo>
                    <a:cubicBezTo>
                      <a:pt x="102122" y="0"/>
                      <a:pt x="104127" y="2005"/>
                      <a:pt x="104127" y="4452"/>
                    </a:cubicBezTo>
                    <a:lnTo>
                      <a:pt x="104127" y="7986"/>
                    </a:lnTo>
                    <a:lnTo>
                      <a:pt x="0" y="7986"/>
                    </a:lnTo>
                    <a:lnTo>
                      <a:pt x="0" y="4452"/>
                    </a:lnTo>
                    <a:cubicBezTo>
                      <a:pt x="0" y="2005"/>
                      <a:pt x="2005" y="0"/>
                      <a:pt x="44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93" name="Google Shape;1093;p27"/>
              <p:cNvSpPr/>
              <p:nvPr/>
            </p:nvSpPr>
            <p:spPr>
              <a:xfrm>
                <a:off x="1822793" y="3299269"/>
                <a:ext cx="17739" cy="49820"/>
              </a:xfrm>
              <a:custGeom>
                <a:avLst/>
                <a:gdLst/>
                <a:ahLst/>
                <a:cxnLst/>
                <a:rect l="l" t="t" r="r" b="b"/>
                <a:pathLst>
                  <a:path w="17739" h="49820" extrusionOk="0">
                    <a:moveTo>
                      <a:pt x="0" y="0"/>
                    </a:moveTo>
                    <a:lnTo>
                      <a:pt x="17740" y="0"/>
                    </a:lnTo>
                    <a:lnTo>
                      <a:pt x="17740" y="49821"/>
                    </a:lnTo>
                    <a:lnTo>
                      <a:pt x="0" y="4982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94" name="Google Shape;1094;p27"/>
              <p:cNvSpPr/>
              <p:nvPr/>
            </p:nvSpPr>
            <p:spPr>
              <a:xfrm>
                <a:off x="1816540" y="3283331"/>
                <a:ext cx="30245" cy="30245"/>
              </a:xfrm>
              <a:custGeom>
                <a:avLst/>
                <a:gdLst/>
                <a:ahLst/>
                <a:cxnLst/>
                <a:rect l="l" t="t" r="r" b="b"/>
                <a:pathLst>
                  <a:path w="30245" h="30245" extrusionOk="0">
                    <a:moveTo>
                      <a:pt x="15123" y="30246"/>
                    </a:moveTo>
                    <a:cubicBezTo>
                      <a:pt x="23449" y="30246"/>
                      <a:pt x="30246" y="23449"/>
                      <a:pt x="30246" y="15123"/>
                    </a:cubicBezTo>
                    <a:cubicBezTo>
                      <a:pt x="30246" y="6797"/>
                      <a:pt x="23449" y="0"/>
                      <a:pt x="15123" y="0"/>
                    </a:cubicBezTo>
                    <a:cubicBezTo>
                      <a:pt x="6797" y="0"/>
                      <a:pt x="0" y="6797"/>
                      <a:pt x="0" y="15123"/>
                    </a:cubicBezTo>
                    <a:cubicBezTo>
                      <a:pt x="0" y="23449"/>
                      <a:pt x="6797" y="30246"/>
                      <a:pt x="15123" y="3024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95" name="Google Shape;1095;p27"/>
              <p:cNvSpPr/>
              <p:nvPr/>
            </p:nvSpPr>
            <p:spPr>
              <a:xfrm>
                <a:off x="1821875" y="3286559"/>
                <a:ext cx="13729" cy="13729"/>
              </a:xfrm>
              <a:custGeom>
                <a:avLst/>
                <a:gdLst/>
                <a:ahLst/>
                <a:cxnLst/>
                <a:rect l="l" t="t" r="r" b="b"/>
                <a:pathLst>
                  <a:path w="13729" h="13729" extrusionOk="0">
                    <a:moveTo>
                      <a:pt x="6865" y="13730"/>
                    </a:moveTo>
                    <a:cubicBezTo>
                      <a:pt x="10637" y="13730"/>
                      <a:pt x="13730" y="10637"/>
                      <a:pt x="13730" y="6865"/>
                    </a:cubicBezTo>
                    <a:cubicBezTo>
                      <a:pt x="13730" y="3093"/>
                      <a:pt x="10637" y="0"/>
                      <a:pt x="6865" y="0"/>
                    </a:cubicBezTo>
                    <a:cubicBezTo>
                      <a:pt x="3093" y="0"/>
                      <a:pt x="0" y="3093"/>
                      <a:pt x="0" y="6865"/>
                    </a:cubicBezTo>
                    <a:cubicBezTo>
                      <a:pt x="0" y="10637"/>
                      <a:pt x="3093" y="13730"/>
                      <a:pt x="6865" y="1373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96" name="Google Shape;1096;p27"/>
              <p:cNvSpPr/>
              <p:nvPr/>
            </p:nvSpPr>
            <p:spPr>
              <a:xfrm>
                <a:off x="1921517" y="3349090"/>
                <a:ext cx="76702" cy="53626"/>
              </a:xfrm>
              <a:custGeom>
                <a:avLst/>
                <a:gdLst/>
                <a:ahLst/>
                <a:cxnLst/>
                <a:rect l="l" t="t" r="r" b="b"/>
                <a:pathLst>
                  <a:path w="76702" h="53626" extrusionOk="0">
                    <a:moveTo>
                      <a:pt x="34" y="53627"/>
                    </a:moveTo>
                    <a:lnTo>
                      <a:pt x="17978" y="53627"/>
                    </a:lnTo>
                    <a:lnTo>
                      <a:pt x="17978" y="26066"/>
                    </a:lnTo>
                    <a:cubicBezTo>
                      <a:pt x="17978" y="21002"/>
                      <a:pt x="22124" y="16890"/>
                      <a:pt x="27153" y="16890"/>
                    </a:cubicBezTo>
                    <a:lnTo>
                      <a:pt x="49549" y="16890"/>
                    </a:lnTo>
                    <a:cubicBezTo>
                      <a:pt x="54612" y="16890"/>
                      <a:pt x="58759" y="21002"/>
                      <a:pt x="58759" y="26066"/>
                    </a:cubicBezTo>
                    <a:lnTo>
                      <a:pt x="58759" y="53627"/>
                    </a:lnTo>
                    <a:lnTo>
                      <a:pt x="76702" y="53627"/>
                    </a:lnTo>
                    <a:lnTo>
                      <a:pt x="76702" y="17298"/>
                    </a:lnTo>
                    <a:cubicBezTo>
                      <a:pt x="76702" y="7782"/>
                      <a:pt x="68920" y="0"/>
                      <a:pt x="59404" y="0"/>
                    </a:cubicBezTo>
                    <a:lnTo>
                      <a:pt x="17298" y="0"/>
                    </a:lnTo>
                    <a:cubicBezTo>
                      <a:pt x="7782" y="0"/>
                      <a:pt x="0" y="7782"/>
                      <a:pt x="0" y="17298"/>
                    </a:cubicBezTo>
                    <a:lnTo>
                      <a:pt x="0" y="5362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97" name="Google Shape;1097;p27"/>
              <p:cNvSpPr/>
              <p:nvPr/>
            </p:nvSpPr>
            <p:spPr>
              <a:xfrm>
                <a:off x="1907855" y="3401528"/>
                <a:ext cx="104093" cy="17841"/>
              </a:xfrm>
              <a:custGeom>
                <a:avLst/>
                <a:gdLst/>
                <a:ahLst/>
                <a:cxnLst/>
                <a:rect l="l" t="t" r="r" b="b"/>
                <a:pathLst>
                  <a:path w="104093" h="17841" extrusionOk="0">
                    <a:moveTo>
                      <a:pt x="4452" y="0"/>
                    </a:moveTo>
                    <a:lnTo>
                      <a:pt x="99642" y="0"/>
                    </a:lnTo>
                    <a:cubicBezTo>
                      <a:pt x="102089" y="0"/>
                      <a:pt x="104093" y="2005"/>
                      <a:pt x="104093" y="4452"/>
                    </a:cubicBezTo>
                    <a:lnTo>
                      <a:pt x="104093" y="13390"/>
                    </a:lnTo>
                    <a:cubicBezTo>
                      <a:pt x="104093" y="15837"/>
                      <a:pt x="102089" y="17842"/>
                      <a:pt x="99642" y="17842"/>
                    </a:cubicBezTo>
                    <a:lnTo>
                      <a:pt x="4452" y="17842"/>
                    </a:lnTo>
                    <a:cubicBezTo>
                      <a:pt x="2005" y="17842"/>
                      <a:pt x="0" y="15837"/>
                      <a:pt x="0" y="13390"/>
                    </a:cubicBezTo>
                    <a:lnTo>
                      <a:pt x="0" y="4452"/>
                    </a:lnTo>
                    <a:cubicBezTo>
                      <a:pt x="0" y="2005"/>
                      <a:pt x="2005" y="0"/>
                      <a:pt x="44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98" name="Google Shape;1098;p27"/>
              <p:cNvSpPr/>
              <p:nvPr/>
            </p:nvSpPr>
            <p:spPr>
              <a:xfrm>
                <a:off x="1907855" y="3401528"/>
                <a:ext cx="104093" cy="7986"/>
              </a:xfrm>
              <a:custGeom>
                <a:avLst/>
                <a:gdLst/>
                <a:ahLst/>
                <a:cxnLst/>
                <a:rect l="l" t="t" r="r" b="b"/>
                <a:pathLst>
                  <a:path w="104093" h="7986" extrusionOk="0">
                    <a:moveTo>
                      <a:pt x="4452" y="0"/>
                    </a:moveTo>
                    <a:lnTo>
                      <a:pt x="99642" y="0"/>
                    </a:lnTo>
                    <a:cubicBezTo>
                      <a:pt x="102089" y="0"/>
                      <a:pt x="104093" y="2005"/>
                      <a:pt x="104093" y="4452"/>
                    </a:cubicBezTo>
                    <a:lnTo>
                      <a:pt x="104093" y="7986"/>
                    </a:lnTo>
                    <a:lnTo>
                      <a:pt x="0" y="7986"/>
                    </a:lnTo>
                    <a:lnTo>
                      <a:pt x="0" y="4452"/>
                    </a:lnTo>
                    <a:cubicBezTo>
                      <a:pt x="0" y="2005"/>
                      <a:pt x="2005" y="0"/>
                      <a:pt x="44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99" name="Google Shape;1099;p27"/>
              <p:cNvSpPr/>
              <p:nvPr/>
            </p:nvSpPr>
            <p:spPr>
              <a:xfrm>
                <a:off x="1951015" y="3299269"/>
                <a:ext cx="17739" cy="49820"/>
              </a:xfrm>
              <a:custGeom>
                <a:avLst/>
                <a:gdLst/>
                <a:ahLst/>
                <a:cxnLst/>
                <a:rect l="l" t="t" r="r" b="b"/>
                <a:pathLst>
                  <a:path w="17739" h="49820" extrusionOk="0">
                    <a:moveTo>
                      <a:pt x="0" y="0"/>
                    </a:moveTo>
                    <a:lnTo>
                      <a:pt x="17740" y="0"/>
                    </a:lnTo>
                    <a:lnTo>
                      <a:pt x="17740" y="49821"/>
                    </a:lnTo>
                    <a:lnTo>
                      <a:pt x="0" y="4982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00" name="Google Shape;1100;p27"/>
              <p:cNvSpPr/>
              <p:nvPr/>
            </p:nvSpPr>
            <p:spPr>
              <a:xfrm>
                <a:off x="1944762" y="3283331"/>
                <a:ext cx="30245" cy="30245"/>
              </a:xfrm>
              <a:custGeom>
                <a:avLst/>
                <a:gdLst/>
                <a:ahLst/>
                <a:cxnLst/>
                <a:rect l="l" t="t" r="r" b="b"/>
                <a:pathLst>
                  <a:path w="30245" h="30245" extrusionOk="0">
                    <a:moveTo>
                      <a:pt x="15123" y="30246"/>
                    </a:moveTo>
                    <a:cubicBezTo>
                      <a:pt x="23449" y="30246"/>
                      <a:pt x="30246" y="23449"/>
                      <a:pt x="30246" y="15123"/>
                    </a:cubicBezTo>
                    <a:cubicBezTo>
                      <a:pt x="30246" y="6797"/>
                      <a:pt x="23449" y="0"/>
                      <a:pt x="15123" y="0"/>
                    </a:cubicBezTo>
                    <a:cubicBezTo>
                      <a:pt x="6797" y="0"/>
                      <a:pt x="0" y="6797"/>
                      <a:pt x="0" y="15123"/>
                    </a:cubicBezTo>
                    <a:cubicBezTo>
                      <a:pt x="0" y="23449"/>
                      <a:pt x="6797" y="30246"/>
                      <a:pt x="15123" y="3024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01" name="Google Shape;1101;p27"/>
              <p:cNvSpPr/>
              <p:nvPr/>
            </p:nvSpPr>
            <p:spPr>
              <a:xfrm>
                <a:off x="1950097" y="3286559"/>
                <a:ext cx="13729" cy="13729"/>
              </a:xfrm>
              <a:custGeom>
                <a:avLst/>
                <a:gdLst/>
                <a:ahLst/>
                <a:cxnLst/>
                <a:rect l="l" t="t" r="r" b="b"/>
                <a:pathLst>
                  <a:path w="13729" h="13729" extrusionOk="0">
                    <a:moveTo>
                      <a:pt x="6865" y="13730"/>
                    </a:moveTo>
                    <a:cubicBezTo>
                      <a:pt x="10637" y="13730"/>
                      <a:pt x="13730" y="10637"/>
                      <a:pt x="13730" y="6865"/>
                    </a:cubicBezTo>
                    <a:cubicBezTo>
                      <a:pt x="13730" y="3093"/>
                      <a:pt x="10637" y="0"/>
                      <a:pt x="6865" y="0"/>
                    </a:cubicBezTo>
                    <a:cubicBezTo>
                      <a:pt x="3092" y="0"/>
                      <a:pt x="0" y="3093"/>
                      <a:pt x="0" y="6865"/>
                    </a:cubicBezTo>
                    <a:cubicBezTo>
                      <a:pt x="0" y="10637"/>
                      <a:pt x="3092" y="13730"/>
                      <a:pt x="6865" y="1373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02" name="Google Shape;1102;p27"/>
              <p:cNvSpPr/>
              <p:nvPr/>
            </p:nvSpPr>
            <p:spPr>
              <a:xfrm>
                <a:off x="2040937" y="3374578"/>
                <a:ext cx="76702" cy="53626"/>
              </a:xfrm>
              <a:custGeom>
                <a:avLst/>
                <a:gdLst/>
                <a:ahLst/>
                <a:cxnLst/>
                <a:rect l="l" t="t" r="r" b="b"/>
                <a:pathLst>
                  <a:path w="76702" h="53626" extrusionOk="0">
                    <a:moveTo>
                      <a:pt x="68" y="0"/>
                    </a:moveTo>
                    <a:lnTo>
                      <a:pt x="18012" y="0"/>
                    </a:lnTo>
                    <a:lnTo>
                      <a:pt x="18012" y="27561"/>
                    </a:lnTo>
                    <a:cubicBezTo>
                      <a:pt x="18012" y="32625"/>
                      <a:pt x="22158" y="36771"/>
                      <a:pt x="27187" y="36771"/>
                    </a:cubicBezTo>
                    <a:lnTo>
                      <a:pt x="49583" y="36771"/>
                    </a:lnTo>
                    <a:cubicBezTo>
                      <a:pt x="54612" y="36771"/>
                      <a:pt x="58759" y="32625"/>
                      <a:pt x="58759" y="27561"/>
                    </a:cubicBezTo>
                    <a:lnTo>
                      <a:pt x="58759" y="0"/>
                    </a:lnTo>
                    <a:lnTo>
                      <a:pt x="76702" y="0"/>
                    </a:lnTo>
                    <a:lnTo>
                      <a:pt x="76702" y="36363"/>
                    </a:lnTo>
                    <a:cubicBezTo>
                      <a:pt x="76702" y="45879"/>
                      <a:pt x="68920" y="53627"/>
                      <a:pt x="59404" y="53627"/>
                    </a:cubicBezTo>
                    <a:lnTo>
                      <a:pt x="17298" y="53627"/>
                    </a:lnTo>
                    <a:cubicBezTo>
                      <a:pt x="7782" y="53627"/>
                      <a:pt x="0" y="45845"/>
                      <a:pt x="0" y="3636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03" name="Google Shape;1103;p27"/>
              <p:cNvSpPr/>
              <p:nvPr/>
            </p:nvSpPr>
            <p:spPr>
              <a:xfrm>
                <a:off x="2027343" y="3357926"/>
                <a:ext cx="104059" cy="17807"/>
              </a:xfrm>
              <a:custGeom>
                <a:avLst/>
                <a:gdLst/>
                <a:ahLst/>
                <a:cxnLst/>
                <a:rect l="l" t="t" r="r" b="b"/>
                <a:pathLst>
                  <a:path w="104059" h="17807" extrusionOk="0">
                    <a:moveTo>
                      <a:pt x="4418" y="0"/>
                    </a:moveTo>
                    <a:lnTo>
                      <a:pt x="99608" y="0"/>
                    </a:lnTo>
                    <a:cubicBezTo>
                      <a:pt x="102054" y="0"/>
                      <a:pt x="104059" y="2005"/>
                      <a:pt x="104059" y="4452"/>
                    </a:cubicBezTo>
                    <a:lnTo>
                      <a:pt x="104059" y="13356"/>
                    </a:lnTo>
                    <a:cubicBezTo>
                      <a:pt x="104059" y="15837"/>
                      <a:pt x="102054" y="17808"/>
                      <a:pt x="99608" y="17808"/>
                    </a:cubicBezTo>
                    <a:lnTo>
                      <a:pt x="4452" y="17808"/>
                    </a:lnTo>
                    <a:cubicBezTo>
                      <a:pt x="1971" y="17808"/>
                      <a:pt x="0" y="15803"/>
                      <a:pt x="0" y="13356"/>
                    </a:cubicBezTo>
                    <a:lnTo>
                      <a:pt x="0" y="4452"/>
                    </a:lnTo>
                    <a:cubicBezTo>
                      <a:pt x="0" y="2005"/>
                      <a:pt x="2005" y="0"/>
                      <a:pt x="44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04" name="Google Shape;1104;p27"/>
              <p:cNvSpPr/>
              <p:nvPr/>
            </p:nvSpPr>
            <p:spPr>
              <a:xfrm>
                <a:off x="2027309" y="3367782"/>
                <a:ext cx="104093" cy="7986"/>
              </a:xfrm>
              <a:custGeom>
                <a:avLst/>
                <a:gdLst/>
                <a:ahLst/>
                <a:cxnLst/>
                <a:rect l="l" t="t" r="r" b="b"/>
                <a:pathLst>
                  <a:path w="104093" h="7986" extrusionOk="0">
                    <a:moveTo>
                      <a:pt x="4452" y="7986"/>
                    </a:moveTo>
                    <a:lnTo>
                      <a:pt x="99642" y="7986"/>
                    </a:lnTo>
                    <a:cubicBezTo>
                      <a:pt x="102088" y="7986"/>
                      <a:pt x="104093" y="5981"/>
                      <a:pt x="104093" y="3534"/>
                    </a:cubicBezTo>
                    <a:lnTo>
                      <a:pt x="104093" y="0"/>
                    </a:lnTo>
                    <a:lnTo>
                      <a:pt x="0" y="0"/>
                    </a:lnTo>
                    <a:lnTo>
                      <a:pt x="0" y="3534"/>
                    </a:lnTo>
                    <a:cubicBezTo>
                      <a:pt x="0" y="5981"/>
                      <a:pt x="2005" y="7986"/>
                      <a:pt x="4452" y="798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05" name="Google Shape;1105;p27"/>
              <p:cNvSpPr/>
              <p:nvPr/>
            </p:nvSpPr>
            <p:spPr>
              <a:xfrm>
                <a:off x="2070469" y="3428205"/>
                <a:ext cx="17739" cy="49786"/>
              </a:xfrm>
              <a:custGeom>
                <a:avLst/>
                <a:gdLst/>
                <a:ahLst/>
                <a:cxnLst/>
                <a:rect l="l" t="t" r="r" b="b"/>
                <a:pathLst>
                  <a:path w="17739" h="49786" extrusionOk="0">
                    <a:moveTo>
                      <a:pt x="0" y="0"/>
                    </a:moveTo>
                    <a:lnTo>
                      <a:pt x="17740" y="0"/>
                    </a:lnTo>
                    <a:lnTo>
                      <a:pt x="17740" y="49787"/>
                    </a:lnTo>
                    <a:lnTo>
                      <a:pt x="0" y="4978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06" name="Google Shape;1106;p27"/>
              <p:cNvSpPr/>
              <p:nvPr/>
            </p:nvSpPr>
            <p:spPr>
              <a:xfrm>
                <a:off x="2064216" y="3463719"/>
                <a:ext cx="30245" cy="30245"/>
              </a:xfrm>
              <a:custGeom>
                <a:avLst/>
                <a:gdLst/>
                <a:ahLst/>
                <a:cxnLst/>
                <a:rect l="l" t="t" r="r" b="b"/>
                <a:pathLst>
                  <a:path w="30245" h="30245" extrusionOk="0">
                    <a:moveTo>
                      <a:pt x="15123" y="30246"/>
                    </a:moveTo>
                    <a:cubicBezTo>
                      <a:pt x="23449" y="30246"/>
                      <a:pt x="30246" y="23449"/>
                      <a:pt x="30246" y="15123"/>
                    </a:cubicBezTo>
                    <a:cubicBezTo>
                      <a:pt x="30246" y="6797"/>
                      <a:pt x="23449" y="0"/>
                      <a:pt x="15123" y="0"/>
                    </a:cubicBezTo>
                    <a:cubicBezTo>
                      <a:pt x="6797" y="0"/>
                      <a:pt x="0" y="6797"/>
                      <a:pt x="0" y="15123"/>
                    </a:cubicBezTo>
                    <a:cubicBezTo>
                      <a:pt x="0" y="23449"/>
                      <a:pt x="6797" y="30246"/>
                      <a:pt x="15123" y="3024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07" name="Google Shape;1107;p27"/>
              <p:cNvSpPr/>
              <p:nvPr/>
            </p:nvSpPr>
            <p:spPr>
              <a:xfrm>
                <a:off x="2069552" y="3477007"/>
                <a:ext cx="13729" cy="13729"/>
              </a:xfrm>
              <a:custGeom>
                <a:avLst/>
                <a:gdLst/>
                <a:ahLst/>
                <a:cxnLst/>
                <a:rect l="l" t="t" r="r" b="b"/>
                <a:pathLst>
                  <a:path w="13729" h="13729" extrusionOk="0">
                    <a:moveTo>
                      <a:pt x="6865" y="13730"/>
                    </a:moveTo>
                    <a:cubicBezTo>
                      <a:pt x="10637" y="13730"/>
                      <a:pt x="13730" y="10637"/>
                      <a:pt x="13730" y="6865"/>
                    </a:cubicBezTo>
                    <a:cubicBezTo>
                      <a:pt x="13730" y="3092"/>
                      <a:pt x="10637" y="0"/>
                      <a:pt x="6865" y="0"/>
                    </a:cubicBezTo>
                    <a:cubicBezTo>
                      <a:pt x="3092" y="0"/>
                      <a:pt x="0" y="3092"/>
                      <a:pt x="0" y="6865"/>
                    </a:cubicBezTo>
                    <a:cubicBezTo>
                      <a:pt x="0" y="10637"/>
                      <a:pt x="3092" y="13730"/>
                      <a:pt x="6865" y="1373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08" name="Google Shape;1108;p27"/>
              <p:cNvSpPr/>
              <p:nvPr/>
            </p:nvSpPr>
            <p:spPr>
              <a:xfrm rot="-1320846">
                <a:off x="1917341" y="2960111"/>
                <a:ext cx="62014" cy="62014"/>
              </a:xfrm>
              <a:custGeom>
                <a:avLst/>
                <a:gdLst/>
                <a:ahLst/>
                <a:cxnLst/>
                <a:rect l="l" t="t" r="r" b="b"/>
                <a:pathLst>
                  <a:path w="61987" h="61987" extrusionOk="0">
                    <a:moveTo>
                      <a:pt x="61987" y="30994"/>
                    </a:moveTo>
                    <a:cubicBezTo>
                      <a:pt x="61987" y="48111"/>
                      <a:pt x="48111" y="61987"/>
                      <a:pt x="30994" y="61987"/>
                    </a:cubicBezTo>
                    <a:cubicBezTo>
                      <a:pt x="13876" y="61987"/>
                      <a:pt x="0" y="48111"/>
                      <a:pt x="0" y="30994"/>
                    </a:cubicBezTo>
                    <a:cubicBezTo>
                      <a:pt x="0" y="13876"/>
                      <a:pt x="13876" y="0"/>
                      <a:pt x="30994" y="0"/>
                    </a:cubicBezTo>
                    <a:cubicBezTo>
                      <a:pt x="48111" y="0"/>
                      <a:pt x="61987" y="13876"/>
                      <a:pt x="61987" y="3099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09" name="Google Shape;1109;p27"/>
              <p:cNvSpPr/>
              <p:nvPr/>
            </p:nvSpPr>
            <p:spPr>
              <a:xfrm>
                <a:off x="1926071" y="2969045"/>
                <a:ext cx="44315" cy="44315"/>
              </a:xfrm>
              <a:custGeom>
                <a:avLst/>
                <a:gdLst/>
                <a:ahLst/>
                <a:cxnLst/>
                <a:rect l="l" t="t" r="r" b="b"/>
                <a:pathLst>
                  <a:path w="44315" h="44315" extrusionOk="0">
                    <a:moveTo>
                      <a:pt x="22158" y="44315"/>
                    </a:moveTo>
                    <a:cubicBezTo>
                      <a:pt x="34358" y="44315"/>
                      <a:pt x="44315" y="34358"/>
                      <a:pt x="44315" y="22158"/>
                    </a:cubicBezTo>
                    <a:cubicBezTo>
                      <a:pt x="44315" y="9957"/>
                      <a:pt x="34358" y="0"/>
                      <a:pt x="22158" y="0"/>
                    </a:cubicBezTo>
                    <a:cubicBezTo>
                      <a:pt x="9957" y="0"/>
                      <a:pt x="0" y="9957"/>
                      <a:pt x="0" y="22158"/>
                    </a:cubicBezTo>
                    <a:cubicBezTo>
                      <a:pt x="0" y="34358"/>
                      <a:pt x="9957" y="44315"/>
                      <a:pt x="22158" y="443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10" name="Google Shape;1110;p27"/>
              <p:cNvSpPr/>
              <p:nvPr/>
            </p:nvSpPr>
            <p:spPr>
              <a:xfrm>
                <a:off x="1933717" y="2977576"/>
                <a:ext cx="16924" cy="16924"/>
              </a:xfrm>
              <a:custGeom>
                <a:avLst/>
                <a:gdLst/>
                <a:ahLst/>
                <a:cxnLst/>
                <a:rect l="l" t="t" r="r" b="b"/>
                <a:pathLst>
                  <a:path w="16924" h="16924" extrusionOk="0">
                    <a:moveTo>
                      <a:pt x="8462" y="16924"/>
                    </a:moveTo>
                    <a:cubicBezTo>
                      <a:pt x="13118" y="16924"/>
                      <a:pt x="16924" y="13118"/>
                      <a:pt x="16924" y="8462"/>
                    </a:cubicBezTo>
                    <a:cubicBezTo>
                      <a:pt x="16924" y="3806"/>
                      <a:pt x="13118" y="0"/>
                      <a:pt x="8462" y="0"/>
                    </a:cubicBezTo>
                    <a:cubicBezTo>
                      <a:pt x="3806" y="0"/>
                      <a:pt x="0" y="3806"/>
                      <a:pt x="0" y="8462"/>
                    </a:cubicBezTo>
                    <a:cubicBezTo>
                      <a:pt x="0" y="13118"/>
                      <a:pt x="3806" y="16924"/>
                      <a:pt x="8462" y="1692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11" name="Google Shape;1111;p27"/>
              <p:cNvSpPr/>
              <p:nvPr/>
            </p:nvSpPr>
            <p:spPr>
              <a:xfrm>
                <a:off x="1917235" y="3053870"/>
                <a:ext cx="61987" cy="61953"/>
              </a:xfrm>
              <a:custGeom>
                <a:avLst/>
                <a:gdLst/>
                <a:ahLst/>
                <a:cxnLst/>
                <a:rect l="l" t="t" r="r" b="b"/>
                <a:pathLst>
                  <a:path w="61987" h="61953" extrusionOk="0">
                    <a:moveTo>
                      <a:pt x="30994" y="61953"/>
                    </a:moveTo>
                    <a:cubicBezTo>
                      <a:pt x="48054" y="61953"/>
                      <a:pt x="61987" y="48053"/>
                      <a:pt x="61987" y="30994"/>
                    </a:cubicBezTo>
                    <a:cubicBezTo>
                      <a:pt x="61987" y="13933"/>
                      <a:pt x="48088" y="0"/>
                      <a:pt x="30994" y="0"/>
                    </a:cubicBezTo>
                    <a:cubicBezTo>
                      <a:pt x="13900" y="0"/>
                      <a:pt x="0" y="13899"/>
                      <a:pt x="0" y="30994"/>
                    </a:cubicBezTo>
                    <a:cubicBezTo>
                      <a:pt x="0" y="48087"/>
                      <a:pt x="13900" y="61953"/>
                      <a:pt x="30994" y="6195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12" name="Google Shape;1112;p27"/>
              <p:cNvSpPr/>
              <p:nvPr/>
            </p:nvSpPr>
            <p:spPr>
              <a:xfrm>
                <a:off x="1926071" y="3062672"/>
                <a:ext cx="44315" cy="44315"/>
              </a:xfrm>
              <a:custGeom>
                <a:avLst/>
                <a:gdLst/>
                <a:ahLst/>
                <a:cxnLst/>
                <a:rect l="l" t="t" r="r" b="b"/>
                <a:pathLst>
                  <a:path w="44315" h="44315" extrusionOk="0">
                    <a:moveTo>
                      <a:pt x="22158" y="44315"/>
                    </a:moveTo>
                    <a:cubicBezTo>
                      <a:pt x="34358" y="44315"/>
                      <a:pt x="44315" y="34358"/>
                      <a:pt x="44315" y="22158"/>
                    </a:cubicBezTo>
                    <a:cubicBezTo>
                      <a:pt x="44315" y="9957"/>
                      <a:pt x="34358" y="0"/>
                      <a:pt x="22158" y="0"/>
                    </a:cubicBezTo>
                    <a:cubicBezTo>
                      <a:pt x="9957" y="0"/>
                      <a:pt x="0" y="9957"/>
                      <a:pt x="0" y="22158"/>
                    </a:cubicBezTo>
                    <a:cubicBezTo>
                      <a:pt x="0" y="34358"/>
                      <a:pt x="9957" y="44315"/>
                      <a:pt x="22158" y="443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13" name="Google Shape;1113;p27"/>
              <p:cNvSpPr/>
              <p:nvPr/>
            </p:nvSpPr>
            <p:spPr>
              <a:xfrm>
                <a:off x="1933717" y="3071202"/>
                <a:ext cx="16924" cy="16924"/>
              </a:xfrm>
              <a:custGeom>
                <a:avLst/>
                <a:gdLst/>
                <a:ahLst/>
                <a:cxnLst/>
                <a:rect l="l" t="t" r="r" b="b"/>
                <a:pathLst>
                  <a:path w="16924" h="16924" extrusionOk="0">
                    <a:moveTo>
                      <a:pt x="8462" y="16924"/>
                    </a:moveTo>
                    <a:cubicBezTo>
                      <a:pt x="13118" y="16924"/>
                      <a:pt x="16924" y="13118"/>
                      <a:pt x="16924" y="8462"/>
                    </a:cubicBezTo>
                    <a:cubicBezTo>
                      <a:pt x="16924" y="3806"/>
                      <a:pt x="13118" y="0"/>
                      <a:pt x="8462" y="0"/>
                    </a:cubicBezTo>
                    <a:cubicBezTo>
                      <a:pt x="3806" y="0"/>
                      <a:pt x="0" y="3806"/>
                      <a:pt x="0" y="8462"/>
                    </a:cubicBezTo>
                    <a:cubicBezTo>
                      <a:pt x="0" y="13118"/>
                      <a:pt x="3806" y="16924"/>
                      <a:pt x="8462" y="1692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14" name="Google Shape;1114;p27"/>
              <p:cNvSpPr/>
              <p:nvPr/>
            </p:nvSpPr>
            <p:spPr>
              <a:xfrm>
                <a:off x="2002025" y="2960210"/>
                <a:ext cx="61953" cy="61987"/>
              </a:xfrm>
              <a:custGeom>
                <a:avLst/>
                <a:gdLst/>
                <a:ahLst/>
                <a:cxnLst/>
                <a:rect l="l" t="t" r="r" b="b"/>
                <a:pathLst>
                  <a:path w="61953" h="61987" extrusionOk="0">
                    <a:moveTo>
                      <a:pt x="30994" y="61987"/>
                    </a:moveTo>
                    <a:cubicBezTo>
                      <a:pt x="48054" y="61987"/>
                      <a:pt x="61953" y="48087"/>
                      <a:pt x="61953" y="30994"/>
                    </a:cubicBezTo>
                    <a:cubicBezTo>
                      <a:pt x="61953" y="13899"/>
                      <a:pt x="48054" y="0"/>
                      <a:pt x="30994" y="0"/>
                    </a:cubicBezTo>
                    <a:cubicBezTo>
                      <a:pt x="13933" y="0"/>
                      <a:pt x="0" y="13899"/>
                      <a:pt x="0" y="30994"/>
                    </a:cubicBezTo>
                    <a:cubicBezTo>
                      <a:pt x="0" y="48087"/>
                      <a:pt x="13899" y="61987"/>
                      <a:pt x="30994" y="6198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15" name="Google Shape;1115;p27"/>
              <p:cNvSpPr/>
              <p:nvPr/>
            </p:nvSpPr>
            <p:spPr>
              <a:xfrm>
                <a:off x="2010861" y="2969045"/>
                <a:ext cx="44315" cy="44315"/>
              </a:xfrm>
              <a:custGeom>
                <a:avLst/>
                <a:gdLst/>
                <a:ahLst/>
                <a:cxnLst/>
                <a:rect l="l" t="t" r="r" b="b"/>
                <a:pathLst>
                  <a:path w="44315" h="44315" extrusionOk="0">
                    <a:moveTo>
                      <a:pt x="22158" y="44315"/>
                    </a:moveTo>
                    <a:cubicBezTo>
                      <a:pt x="34358" y="44315"/>
                      <a:pt x="44315" y="34358"/>
                      <a:pt x="44315" y="22158"/>
                    </a:cubicBezTo>
                    <a:cubicBezTo>
                      <a:pt x="44315" y="9957"/>
                      <a:pt x="34358" y="0"/>
                      <a:pt x="22158" y="0"/>
                    </a:cubicBezTo>
                    <a:cubicBezTo>
                      <a:pt x="9957" y="0"/>
                      <a:pt x="0" y="9957"/>
                      <a:pt x="0" y="22158"/>
                    </a:cubicBezTo>
                    <a:cubicBezTo>
                      <a:pt x="0" y="34358"/>
                      <a:pt x="9957" y="44315"/>
                      <a:pt x="22158" y="443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16" name="Google Shape;1116;p27"/>
              <p:cNvSpPr/>
              <p:nvPr/>
            </p:nvSpPr>
            <p:spPr>
              <a:xfrm>
                <a:off x="2018507" y="2977542"/>
                <a:ext cx="16924" cy="16924"/>
              </a:xfrm>
              <a:custGeom>
                <a:avLst/>
                <a:gdLst/>
                <a:ahLst/>
                <a:cxnLst/>
                <a:rect l="l" t="t" r="r" b="b"/>
                <a:pathLst>
                  <a:path w="16924" h="16924" extrusionOk="0">
                    <a:moveTo>
                      <a:pt x="8462" y="16924"/>
                    </a:moveTo>
                    <a:cubicBezTo>
                      <a:pt x="13118" y="16924"/>
                      <a:pt x="16924" y="13118"/>
                      <a:pt x="16924" y="8462"/>
                    </a:cubicBezTo>
                    <a:cubicBezTo>
                      <a:pt x="16924" y="3806"/>
                      <a:pt x="13118" y="0"/>
                      <a:pt x="8462" y="0"/>
                    </a:cubicBezTo>
                    <a:cubicBezTo>
                      <a:pt x="3806" y="0"/>
                      <a:pt x="0" y="3806"/>
                      <a:pt x="0" y="8462"/>
                    </a:cubicBezTo>
                    <a:cubicBezTo>
                      <a:pt x="0" y="13118"/>
                      <a:pt x="3806" y="16924"/>
                      <a:pt x="8462" y="1692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17" name="Google Shape;1117;p27"/>
              <p:cNvSpPr/>
              <p:nvPr/>
            </p:nvSpPr>
            <p:spPr>
              <a:xfrm>
                <a:off x="2002025" y="3053836"/>
                <a:ext cx="61953" cy="61987"/>
              </a:xfrm>
              <a:custGeom>
                <a:avLst/>
                <a:gdLst/>
                <a:ahLst/>
                <a:cxnLst/>
                <a:rect l="l" t="t" r="r" b="b"/>
                <a:pathLst>
                  <a:path w="61953" h="61987" extrusionOk="0">
                    <a:moveTo>
                      <a:pt x="30994" y="61987"/>
                    </a:moveTo>
                    <a:cubicBezTo>
                      <a:pt x="48054" y="61987"/>
                      <a:pt x="61953" y="48087"/>
                      <a:pt x="61953" y="30994"/>
                    </a:cubicBezTo>
                    <a:cubicBezTo>
                      <a:pt x="61953" y="13899"/>
                      <a:pt x="48054" y="0"/>
                      <a:pt x="30994" y="0"/>
                    </a:cubicBezTo>
                    <a:cubicBezTo>
                      <a:pt x="13933" y="0"/>
                      <a:pt x="0" y="13899"/>
                      <a:pt x="0" y="30994"/>
                    </a:cubicBezTo>
                    <a:cubicBezTo>
                      <a:pt x="0" y="48087"/>
                      <a:pt x="13899" y="61987"/>
                      <a:pt x="30994" y="6198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18" name="Google Shape;1118;p27"/>
              <p:cNvSpPr/>
              <p:nvPr/>
            </p:nvSpPr>
            <p:spPr>
              <a:xfrm>
                <a:off x="2010861" y="3062672"/>
                <a:ext cx="44315" cy="44315"/>
              </a:xfrm>
              <a:custGeom>
                <a:avLst/>
                <a:gdLst/>
                <a:ahLst/>
                <a:cxnLst/>
                <a:rect l="l" t="t" r="r" b="b"/>
                <a:pathLst>
                  <a:path w="44315" h="44315" extrusionOk="0">
                    <a:moveTo>
                      <a:pt x="22158" y="44315"/>
                    </a:moveTo>
                    <a:cubicBezTo>
                      <a:pt x="34358" y="44315"/>
                      <a:pt x="44315" y="34358"/>
                      <a:pt x="44315" y="22158"/>
                    </a:cubicBezTo>
                    <a:cubicBezTo>
                      <a:pt x="44315" y="9957"/>
                      <a:pt x="34358" y="0"/>
                      <a:pt x="22158" y="0"/>
                    </a:cubicBezTo>
                    <a:cubicBezTo>
                      <a:pt x="9957" y="0"/>
                      <a:pt x="0" y="9957"/>
                      <a:pt x="0" y="22158"/>
                    </a:cubicBezTo>
                    <a:cubicBezTo>
                      <a:pt x="0" y="34358"/>
                      <a:pt x="9957" y="44315"/>
                      <a:pt x="22158" y="4431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19" name="Google Shape;1119;p27"/>
              <p:cNvSpPr/>
              <p:nvPr/>
            </p:nvSpPr>
            <p:spPr>
              <a:xfrm>
                <a:off x="2018507" y="3071202"/>
                <a:ext cx="16924" cy="16924"/>
              </a:xfrm>
              <a:custGeom>
                <a:avLst/>
                <a:gdLst/>
                <a:ahLst/>
                <a:cxnLst/>
                <a:rect l="l" t="t" r="r" b="b"/>
                <a:pathLst>
                  <a:path w="16924" h="16924" extrusionOk="0">
                    <a:moveTo>
                      <a:pt x="8462" y="16924"/>
                    </a:moveTo>
                    <a:cubicBezTo>
                      <a:pt x="13118" y="16924"/>
                      <a:pt x="16924" y="13118"/>
                      <a:pt x="16924" y="8462"/>
                    </a:cubicBezTo>
                    <a:cubicBezTo>
                      <a:pt x="16924" y="3806"/>
                      <a:pt x="13118" y="0"/>
                      <a:pt x="8462" y="0"/>
                    </a:cubicBezTo>
                    <a:cubicBezTo>
                      <a:pt x="3806" y="0"/>
                      <a:pt x="0" y="3772"/>
                      <a:pt x="0" y="8462"/>
                    </a:cubicBezTo>
                    <a:cubicBezTo>
                      <a:pt x="0" y="13152"/>
                      <a:pt x="3806" y="16924"/>
                      <a:pt x="8462" y="1692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20" name="Google Shape;1120;p27"/>
              <p:cNvSpPr/>
              <p:nvPr/>
            </p:nvSpPr>
            <p:spPr>
              <a:xfrm>
                <a:off x="2086782" y="2960210"/>
                <a:ext cx="61987" cy="61987"/>
              </a:xfrm>
              <a:custGeom>
                <a:avLst/>
                <a:gdLst/>
                <a:ahLst/>
                <a:cxnLst/>
                <a:rect l="l" t="t" r="r" b="b"/>
                <a:pathLst>
                  <a:path w="61987" h="61987" extrusionOk="0">
                    <a:moveTo>
                      <a:pt x="30994" y="61987"/>
                    </a:moveTo>
                    <a:cubicBezTo>
                      <a:pt x="48054" y="61987"/>
                      <a:pt x="61987" y="48087"/>
                      <a:pt x="61987" y="30994"/>
                    </a:cubicBezTo>
                    <a:cubicBezTo>
                      <a:pt x="61987" y="13899"/>
                      <a:pt x="48054" y="0"/>
                      <a:pt x="30994" y="0"/>
                    </a:cubicBezTo>
                    <a:cubicBezTo>
                      <a:pt x="13933" y="0"/>
                      <a:pt x="0" y="13899"/>
                      <a:pt x="0" y="30994"/>
                    </a:cubicBezTo>
                    <a:cubicBezTo>
                      <a:pt x="0" y="48087"/>
                      <a:pt x="13933" y="61987"/>
                      <a:pt x="30994" y="6198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21" name="Google Shape;1121;p27"/>
              <p:cNvSpPr/>
              <p:nvPr/>
            </p:nvSpPr>
            <p:spPr>
              <a:xfrm>
                <a:off x="2095617" y="2969045"/>
                <a:ext cx="44315" cy="44315"/>
              </a:xfrm>
              <a:custGeom>
                <a:avLst/>
                <a:gdLst/>
                <a:ahLst/>
                <a:cxnLst/>
                <a:rect l="l" t="t" r="r" b="b"/>
                <a:pathLst>
                  <a:path w="44315" h="44315" extrusionOk="0">
                    <a:moveTo>
                      <a:pt x="22158" y="44315"/>
                    </a:moveTo>
                    <a:cubicBezTo>
                      <a:pt x="34358" y="44315"/>
                      <a:pt x="44315" y="34358"/>
                      <a:pt x="44315" y="22158"/>
                    </a:cubicBezTo>
                    <a:cubicBezTo>
                      <a:pt x="44315" y="9957"/>
                      <a:pt x="34358" y="0"/>
                      <a:pt x="22158" y="0"/>
                    </a:cubicBezTo>
                    <a:cubicBezTo>
                      <a:pt x="9957" y="0"/>
                      <a:pt x="0" y="9957"/>
                      <a:pt x="0" y="22158"/>
                    </a:cubicBezTo>
                    <a:cubicBezTo>
                      <a:pt x="0" y="34358"/>
                      <a:pt x="9957" y="44315"/>
                      <a:pt x="22158" y="4431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22" name="Google Shape;1122;p27"/>
              <p:cNvSpPr/>
              <p:nvPr/>
            </p:nvSpPr>
            <p:spPr>
              <a:xfrm>
                <a:off x="2103264" y="2977542"/>
                <a:ext cx="16924" cy="16924"/>
              </a:xfrm>
              <a:custGeom>
                <a:avLst/>
                <a:gdLst/>
                <a:ahLst/>
                <a:cxnLst/>
                <a:rect l="l" t="t" r="r" b="b"/>
                <a:pathLst>
                  <a:path w="16924" h="16924" extrusionOk="0">
                    <a:moveTo>
                      <a:pt x="8462" y="16924"/>
                    </a:moveTo>
                    <a:cubicBezTo>
                      <a:pt x="13118" y="16924"/>
                      <a:pt x="16924" y="13118"/>
                      <a:pt x="16924" y="8462"/>
                    </a:cubicBezTo>
                    <a:cubicBezTo>
                      <a:pt x="16924" y="3806"/>
                      <a:pt x="13118" y="0"/>
                      <a:pt x="8462" y="0"/>
                    </a:cubicBezTo>
                    <a:cubicBezTo>
                      <a:pt x="3806" y="0"/>
                      <a:pt x="0" y="3806"/>
                      <a:pt x="0" y="8462"/>
                    </a:cubicBezTo>
                    <a:cubicBezTo>
                      <a:pt x="0" y="13118"/>
                      <a:pt x="3806" y="16924"/>
                      <a:pt x="8462" y="1692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23" name="Google Shape;1123;p27"/>
              <p:cNvSpPr/>
              <p:nvPr/>
            </p:nvSpPr>
            <p:spPr>
              <a:xfrm>
                <a:off x="2086782" y="3053836"/>
                <a:ext cx="61987" cy="61987"/>
              </a:xfrm>
              <a:custGeom>
                <a:avLst/>
                <a:gdLst/>
                <a:ahLst/>
                <a:cxnLst/>
                <a:rect l="l" t="t" r="r" b="b"/>
                <a:pathLst>
                  <a:path w="61987" h="61987" extrusionOk="0">
                    <a:moveTo>
                      <a:pt x="30994" y="61987"/>
                    </a:moveTo>
                    <a:cubicBezTo>
                      <a:pt x="48054" y="61987"/>
                      <a:pt x="61987" y="48087"/>
                      <a:pt x="61987" y="30994"/>
                    </a:cubicBezTo>
                    <a:cubicBezTo>
                      <a:pt x="61987" y="13899"/>
                      <a:pt x="48054" y="0"/>
                      <a:pt x="30994" y="0"/>
                    </a:cubicBezTo>
                    <a:cubicBezTo>
                      <a:pt x="13933" y="0"/>
                      <a:pt x="0" y="13899"/>
                      <a:pt x="0" y="30994"/>
                    </a:cubicBezTo>
                    <a:cubicBezTo>
                      <a:pt x="0" y="48087"/>
                      <a:pt x="13933" y="61987"/>
                      <a:pt x="30994" y="6198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24" name="Google Shape;1124;p27"/>
              <p:cNvSpPr/>
              <p:nvPr/>
            </p:nvSpPr>
            <p:spPr>
              <a:xfrm>
                <a:off x="2095617" y="3062672"/>
                <a:ext cx="44315" cy="44315"/>
              </a:xfrm>
              <a:custGeom>
                <a:avLst/>
                <a:gdLst/>
                <a:ahLst/>
                <a:cxnLst/>
                <a:rect l="l" t="t" r="r" b="b"/>
                <a:pathLst>
                  <a:path w="44315" h="44315" extrusionOk="0">
                    <a:moveTo>
                      <a:pt x="22158" y="44315"/>
                    </a:moveTo>
                    <a:cubicBezTo>
                      <a:pt x="34358" y="44315"/>
                      <a:pt x="44315" y="34358"/>
                      <a:pt x="44315" y="22158"/>
                    </a:cubicBezTo>
                    <a:cubicBezTo>
                      <a:pt x="44315" y="9957"/>
                      <a:pt x="34358" y="0"/>
                      <a:pt x="22158" y="0"/>
                    </a:cubicBezTo>
                    <a:cubicBezTo>
                      <a:pt x="9957" y="0"/>
                      <a:pt x="0" y="9957"/>
                      <a:pt x="0" y="22158"/>
                    </a:cubicBezTo>
                    <a:cubicBezTo>
                      <a:pt x="0" y="34358"/>
                      <a:pt x="9957" y="44315"/>
                      <a:pt x="22158" y="443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25" name="Google Shape;1125;p27"/>
              <p:cNvSpPr/>
              <p:nvPr/>
            </p:nvSpPr>
            <p:spPr>
              <a:xfrm>
                <a:off x="2103264" y="3071202"/>
                <a:ext cx="16924" cy="16924"/>
              </a:xfrm>
              <a:custGeom>
                <a:avLst/>
                <a:gdLst/>
                <a:ahLst/>
                <a:cxnLst/>
                <a:rect l="l" t="t" r="r" b="b"/>
                <a:pathLst>
                  <a:path w="16924" h="16924" extrusionOk="0">
                    <a:moveTo>
                      <a:pt x="8462" y="16924"/>
                    </a:moveTo>
                    <a:cubicBezTo>
                      <a:pt x="13118" y="16924"/>
                      <a:pt x="16924" y="13118"/>
                      <a:pt x="16924" y="8462"/>
                    </a:cubicBezTo>
                    <a:cubicBezTo>
                      <a:pt x="16924" y="3806"/>
                      <a:pt x="13118" y="0"/>
                      <a:pt x="8462" y="0"/>
                    </a:cubicBezTo>
                    <a:cubicBezTo>
                      <a:pt x="3806" y="0"/>
                      <a:pt x="0" y="3806"/>
                      <a:pt x="0" y="8462"/>
                    </a:cubicBezTo>
                    <a:cubicBezTo>
                      <a:pt x="0" y="13118"/>
                      <a:pt x="3806" y="16924"/>
                      <a:pt x="8462" y="1692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26" name="Google Shape;1126;p27"/>
              <p:cNvSpPr/>
              <p:nvPr/>
            </p:nvSpPr>
            <p:spPr>
              <a:xfrm>
                <a:off x="2169261" y="2960210"/>
                <a:ext cx="61987" cy="61987"/>
              </a:xfrm>
              <a:custGeom>
                <a:avLst/>
                <a:gdLst/>
                <a:ahLst/>
                <a:cxnLst/>
                <a:rect l="l" t="t" r="r" b="b"/>
                <a:pathLst>
                  <a:path w="61987" h="61987" extrusionOk="0">
                    <a:moveTo>
                      <a:pt x="30994" y="61987"/>
                    </a:moveTo>
                    <a:cubicBezTo>
                      <a:pt x="48054" y="61987"/>
                      <a:pt x="61987" y="48087"/>
                      <a:pt x="61987" y="30994"/>
                    </a:cubicBezTo>
                    <a:cubicBezTo>
                      <a:pt x="61987" y="13899"/>
                      <a:pt x="48088" y="0"/>
                      <a:pt x="30994" y="0"/>
                    </a:cubicBezTo>
                    <a:cubicBezTo>
                      <a:pt x="13900" y="0"/>
                      <a:pt x="0" y="13899"/>
                      <a:pt x="0" y="30994"/>
                    </a:cubicBezTo>
                    <a:cubicBezTo>
                      <a:pt x="0" y="48087"/>
                      <a:pt x="13934" y="61987"/>
                      <a:pt x="30994" y="6198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27" name="Google Shape;1127;p27"/>
              <p:cNvSpPr/>
              <p:nvPr/>
            </p:nvSpPr>
            <p:spPr>
              <a:xfrm>
                <a:off x="2178097" y="2969045"/>
                <a:ext cx="44315" cy="44315"/>
              </a:xfrm>
              <a:custGeom>
                <a:avLst/>
                <a:gdLst/>
                <a:ahLst/>
                <a:cxnLst/>
                <a:rect l="l" t="t" r="r" b="b"/>
                <a:pathLst>
                  <a:path w="44315" h="44315" extrusionOk="0">
                    <a:moveTo>
                      <a:pt x="22158" y="44315"/>
                    </a:moveTo>
                    <a:cubicBezTo>
                      <a:pt x="34358" y="44315"/>
                      <a:pt x="44315" y="34358"/>
                      <a:pt x="44315" y="22158"/>
                    </a:cubicBezTo>
                    <a:cubicBezTo>
                      <a:pt x="44315" y="9957"/>
                      <a:pt x="34358" y="0"/>
                      <a:pt x="22158" y="0"/>
                    </a:cubicBezTo>
                    <a:cubicBezTo>
                      <a:pt x="9957" y="0"/>
                      <a:pt x="0" y="9957"/>
                      <a:pt x="0" y="22158"/>
                    </a:cubicBezTo>
                    <a:cubicBezTo>
                      <a:pt x="0" y="34358"/>
                      <a:pt x="9957" y="44315"/>
                      <a:pt x="22158" y="4431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28" name="Google Shape;1128;p27"/>
              <p:cNvSpPr/>
              <p:nvPr/>
            </p:nvSpPr>
            <p:spPr>
              <a:xfrm>
                <a:off x="2185743" y="2977542"/>
                <a:ext cx="16924" cy="16924"/>
              </a:xfrm>
              <a:custGeom>
                <a:avLst/>
                <a:gdLst/>
                <a:ahLst/>
                <a:cxnLst/>
                <a:rect l="l" t="t" r="r" b="b"/>
                <a:pathLst>
                  <a:path w="16924" h="16924" extrusionOk="0">
                    <a:moveTo>
                      <a:pt x="8462" y="16924"/>
                    </a:moveTo>
                    <a:cubicBezTo>
                      <a:pt x="13118" y="16924"/>
                      <a:pt x="16924" y="13118"/>
                      <a:pt x="16924" y="8462"/>
                    </a:cubicBezTo>
                    <a:cubicBezTo>
                      <a:pt x="16924" y="3806"/>
                      <a:pt x="13152" y="0"/>
                      <a:pt x="8462" y="0"/>
                    </a:cubicBezTo>
                    <a:cubicBezTo>
                      <a:pt x="3772" y="0"/>
                      <a:pt x="0" y="3806"/>
                      <a:pt x="0" y="8462"/>
                    </a:cubicBezTo>
                    <a:cubicBezTo>
                      <a:pt x="0" y="13118"/>
                      <a:pt x="3806" y="16924"/>
                      <a:pt x="8462" y="1692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29" name="Google Shape;1129;p27"/>
              <p:cNvSpPr/>
              <p:nvPr/>
            </p:nvSpPr>
            <p:spPr>
              <a:xfrm>
                <a:off x="2169261" y="3053870"/>
                <a:ext cx="61987" cy="61953"/>
              </a:xfrm>
              <a:custGeom>
                <a:avLst/>
                <a:gdLst/>
                <a:ahLst/>
                <a:cxnLst/>
                <a:rect l="l" t="t" r="r" b="b"/>
                <a:pathLst>
                  <a:path w="61987" h="61953" extrusionOk="0">
                    <a:moveTo>
                      <a:pt x="30994" y="61953"/>
                    </a:moveTo>
                    <a:cubicBezTo>
                      <a:pt x="48054" y="61953"/>
                      <a:pt x="61987" y="48053"/>
                      <a:pt x="61987" y="30994"/>
                    </a:cubicBezTo>
                    <a:cubicBezTo>
                      <a:pt x="61987" y="13933"/>
                      <a:pt x="48088" y="0"/>
                      <a:pt x="30994" y="0"/>
                    </a:cubicBezTo>
                    <a:cubicBezTo>
                      <a:pt x="13900" y="0"/>
                      <a:pt x="0" y="13899"/>
                      <a:pt x="0" y="30994"/>
                    </a:cubicBezTo>
                    <a:cubicBezTo>
                      <a:pt x="0" y="48087"/>
                      <a:pt x="13934" y="61953"/>
                      <a:pt x="30994" y="6195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30" name="Google Shape;1130;p27"/>
              <p:cNvSpPr/>
              <p:nvPr/>
            </p:nvSpPr>
            <p:spPr>
              <a:xfrm>
                <a:off x="2178097" y="3062672"/>
                <a:ext cx="44315" cy="44315"/>
              </a:xfrm>
              <a:custGeom>
                <a:avLst/>
                <a:gdLst/>
                <a:ahLst/>
                <a:cxnLst/>
                <a:rect l="l" t="t" r="r" b="b"/>
                <a:pathLst>
                  <a:path w="44315" h="44315" extrusionOk="0">
                    <a:moveTo>
                      <a:pt x="22158" y="44315"/>
                    </a:moveTo>
                    <a:cubicBezTo>
                      <a:pt x="34358" y="44315"/>
                      <a:pt x="44315" y="34358"/>
                      <a:pt x="44315" y="22158"/>
                    </a:cubicBezTo>
                    <a:cubicBezTo>
                      <a:pt x="44315" y="9957"/>
                      <a:pt x="34358" y="0"/>
                      <a:pt x="22158" y="0"/>
                    </a:cubicBezTo>
                    <a:cubicBezTo>
                      <a:pt x="9957" y="0"/>
                      <a:pt x="0" y="9957"/>
                      <a:pt x="0" y="22158"/>
                    </a:cubicBezTo>
                    <a:cubicBezTo>
                      <a:pt x="0" y="34358"/>
                      <a:pt x="9957" y="44315"/>
                      <a:pt x="22158" y="443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31" name="Google Shape;1131;p27"/>
              <p:cNvSpPr/>
              <p:nvPr/>
            </p:nvSpPr>
            <p:spPr>
              <a:xfrm>
                <a:off x="2185743" y="3071202"/>
                <a:ext cx="16924" cy="16924"/>
              </a:xfrm>
              <a:custGeom>
                <a:avLst/>
                <a:gdLst/>
                <a:ahLst/>
                <a:cxnLst/>
                <a:rect l="l" t="t" r="r" b="b"/>
                <a:pathLst>
                  <a:path w="16924" h="16924" extrusionOk="0">
                    <a:moveTo>
                      <a:pt x="8462" y="16924"/>
                    </a:moveTo>
                    <a:cubicBezTo>
                      <a:pt x="13118" y="16924"/>
                      <a:pt x="16924" y="13118"/>
                      <a:pt x="16924" y="8462"/>
                    </a:cubicBezTo>
                    <a:cubicBezTo>
                      <a:pt x="16924" y="3806"/>
                      <a:pt x="13152" y="0"/>
                      <a:pt x="8462" y="0"/>
                    </a:cubicBezTo>
                    <a:cubicBezTo>
                      <a:pt x="3772" y="0"/>
                      <a:pt x="0" y="3772"/>
                      <a:pt x="0" y="8462"/>
                    </a:cubicBezTo>
                    <a:cubicBezTo>
                      <a:pt x="0" y="13152"/>
                      <a:pt x="3772" y="16924"/>
                      <a:pt x="8462" y="1692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32" name="Google Shape;1132;p27"/>
              <p:cNvSpPr/>
              <p:nvPr/>
            </p:nvSpPr>
            <p:spPr>
              <a:xfrm>
                <a:off x="1917235" y="3150929"/>
                <a:ext cx="61987" cy="61987"/>
              </a:xfrm>
              <a:custGeom>
                <a:avLst/>
                <a:gdLst/>
                <a:ahLst/>
                <a:cxnLst/>
                <a:rect l="l" t="t" r="r" b="b"/>
                <a:pathLst>
                  <a:path w="61987" h="61987" extrusionOk="0">
                    <a:moveTo>
                      <a:pt x="30994" y="61987"/>
                    </a:moveTo>
                    <a:cubicBezTo>
                      <a:pt x="48054" y="61987"/>
                      <a:pt x="61987" y="48054"/>
                      <a:pt x="61987" y="30994"/>
                    </a:cubicBezTo>
                    <a:cubicBezTo>
                      <a:pt x="61987" y="13933"/>
                      <a:pt x="48088" y="0"/>
                      <a:pt x="30994" y="0"/>
                    </a:cubicBezTo>
                    <a:cubicBezTo>
                      <a:pt x="13900" y="0"/>
                      <a:pt x="0" y="13933"/>
                      <a:pt x="0" y="30994"/>
                    </a:cubicBezTo>
                    <a:cubicBezTo>
                      <a:pt x="0" y="48054"/>
                      <a:pt x="13900" y="61987"/>
                      <a:pt x="30994" y="6198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33" name="Google Shape;1133;p27"/>
              <p:cNvSpPr/>
              <p:nvPr/>
            </p:nvSpPr>
            <p:spPr>
              <a:xfrm>
                <a:off x="1926071" y="3159764"/>
                <a:ext cx="44315" cy="44315"/>
              </a:xfrm>
              <a:custGeom>
                <a:avLst/>
                <a:gdLst/>
                <a:ahLst/>
                <a:cxnLst/>
                <a:rect l="l" t="t" r="r" b="b"/>
                <a:pathLst>
                  <a:path w="44315" h="44315" extrusionOk="0">
                    <a:moveTo>
                      <a:pt x="22158" y="44315"/>
                    </a:moveTo>
                    <a:cubicBezTo>
                      <a:pt x="34358" y="44315"/>
                      <a:pt x="44315" y="34358"/>
                      <a:pt x="44315" y="22158"/>
                    </a:cubicBezTo>
                    <a:cubicBezTo>
                      <a:pt x="44315" y="9957"/>
                      <a:pt x="34358" y="0"/>
                      <a:pt x="22158" y="0"/>
                    </a:cubicBezTo>
                    <a:cubicBezTo>
                      <a:pt x="9957" y="0"/>
                      <a:pt x="0" y="9957"/>
                      <a:pt x="0" y="22158"/>
                    </a:cubicBezTo>
                    <a:cubicBezTo>
                      <a:pt x="0" y="34358"/>
                      <a:pt x="9957" y="44315"/>
                      <a:pt x="22158" y="443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34" name="Google Shape;1134;p27"/>
              <p:cNvSpPr/>
              <p:nvPr/>
            </p:nvSpPr>
            <p:spPr>
              <a:xfrm>
                <a:off x="1933717" y="3168261"/>
                <a:ext cx="16924" cy="16924"/>
              </a:xfrm>
              <a:custGeom>
                <a:avLst/>
                <a:gdLst/>
                <a:ahLst/>
                <a:cxnLst/>
                <a:rect l="l" t="t" r="r" b="b"/>
                <a:pathLst>
                  <a:path w="16924" h="16924" extrusionOk="0">
                    <a:moveTo>
                      <a:pt x="8462" y="16924"/>
                    </a:moveTo>
                    <a:cubicBezTo>
                      <a:pt x="13118" y="16924"/>
                      <a:pt x="16924" y="13118"/>
                      <a:pt x="16924" y="8462"/>
                    </a:cubicBezTo>
                    <a:cubicBezTo>
                      <a:pt x="16924" y="3806"/>
                      <a:pt x="13118" y="0"/>
                      <a:pt x="8462" y="0"/>
                    </a:cubicBezTo>
                    <a:cubicBezTo>
                      <a:pt x="3806" y="0"/>
                      <a:pt x="0" y="3806"/>
                      <a:pt x="0" y="8462"/>
                    </a:cubicBezTo>
                    <a:cubicBezTo>
                      <a:pt x="0" y="13118"/>
                      <a:pt x="3806" y="16924"/>
                      <a:pt x="8462" y="1692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35" name="Google Shape;1135;p27"/>
              <p:cNvSpPr/>
              <p:nvPr/>
            </p:nvSpPr>
            <p:spPr>
              <a:xfrm>
                <a:off x="2002025" y="3150895"/>
                <a:ext cx="61953" cy="61987"/>
              </a:xfrm>
              <a:custGeom>
                <a:avLst/>
                <a:gdLst/>
                <a:ahLst/>
                <a:cxnLst/>
                <a:rect l="l" t="t" r="r" b="b"/>
                <a:pathLst>
                  <a:path w="61953" h="61987" extrusionOk="0">
                    <a:moveTo>
                      <a:pt x="30994" y="61987"/>
                    </a:moveTo>
                    <a:cubicBezTo>
                      <a:pt x="48054" y="61987"/>
                      <a:pt x="61953" y="48088"/>
                      <a:pt x="61953" y="30994"/>
                    </a:cubicBezTo>
                    <a:cubicBezTo>
                      <a:pt x="61953" y="13899"/>
                      <a:pt x="48054" y="0"/>
                      <a:pt x="30994" y="0"/>
                    </a:cubicBezTo>
                    <a:cubicBezTo>
                      <a:pt x="13933" y="0"/>
                      <a:pt x="0" y="13899"/>
                      <a:pt x="0" y="30994"/>
                    </a:cubicBezTo>
                    <a:cubicBezTo>
                      <a:pt x="0" y="48088"/>
                      <a:pt x="13899" y="61987"/>
                      <a:pt x="30994" y="6198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36" name="Google Shape;1136;p27"/>
              <p:cNvSpPr/>
              <p:nvPr/>
            </p:nvSpPr>
            <p:spPr>
              <a:xfrm>
                <a:off x="2010861" y="3159764"/>
                <a:ext cx="44315" cy="44315"/>
              </a:xfrm>
              <a:custGeom>
                <a:avLst/>
                <a:gdLst/>
                <a:ahLst/>
                <a:cxnLst/>
                <a:rect l="l" t="t" r="r" b="b"/>
                <a:pathLst>
                  <a:path w="44315" h="44315" extrusionOk="0">
                    <a:moveTo>
                      <a:pt x="22158" y="44315"/>
                    </a:moveTo>
                    <a:cubicBezTo>
                      <a:pt x="34358" y="44315"/>
                      <a:pt x="44315" y="34358"/>
                      <a:pt x="44315" y="22158"/>
                    </a:cubicBezTo>
                    <a:cubicBezTo>
                      <a:pt x="44315" y="9957"/>
                      <a:pt x="34358" y="0"/>
                      <a:pt x="22158" y="0"/>
                    </a:cubicBezTo>
                    <a:cubicBezTo>
                      <a:pt x="9957" y="0"/>
                      <a:pt x="0" y="9957"/>
                      <a:pt x="0" y="22158"/>
                    </a:cubicBezTo>
                    <a:cubicBezTo>
                      <a:pt x="0" y="34358"/>
                      <a:pt x="9957" y="44315"/>
                      <a:pt x="22158" y="4431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37" name="Google Shape;1137;p27"/>
              <p:cNvSpPr/>
              <p:nvPr/>
            </p:nvSpPr>
            <p:spPr>
              <a:xfrm>
                <a:off x="2018507" y="3168261"/>
                <a:ext cx="16924" cy="16924"/>
              </a:xfrm>
              <a:custGeom>
                <a:avLst/>
                <a:gdLst/>
                <a:ahLst/>
                <a:cxnLst/>
                <a:rect l="l" t="t" r="r" b="b"/>
                <a:pathLst>
                  <a:path w="16924" h="16924" extrusionOk="0">
                    <a:moveTo>
                      <a:pt x="8462" y="16924"/>
                    </a:moveTo>
                    <a:cubicBezTo>
                      <a:pt x="13118" y="16924"/>
                      <a:pt x="16924" y="13118"/>
                      <a:pt x="16924" y="8462"/>
                    </a:cubicBezTo>
                    <a:cubicBezTo>
                      <a:pt x="16924" y="3806"/>
                      <a:pt x="13118" y="0"/>
                      <a:pt x="8462" y="0"/>
                    </a:cubicBezTo>
                    <a:cubicBezTo>
                      <a:pt x="3806" y="0"/>
                      <a:pt x="0" y="3806"/>
                      <a:pt x="0" y="8462"/>
                    </a:cubicBezTo>
                    <a:cubicBezTo>
                      <a:pt x="0" y="13118"/>
                      <a:pt x="3806" y="16924"/>
                      <a:pt x="8462" y="1692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38" name="Google Shape;1138;p27"/>
              <p:cNvSpPr/>
              <p:nvPr/>
            </p:nvSpPr>
            <p:spPr>
              <a:xfrm>
                <a:off x="2086782" y="3150895"/>
                <a:ext cx="61987" cy="61987"/>
              </a:xfrm>
              <a:custGeom>
                <a:avLst/>
                <a:gdLst/>
                <a:ahLst/>
                <a:cxnLst/>
                <a:rect l="l" t="t" r="r" b="b"/>
                <a:pathLst>
                  <a:path w="61987" h="61987" extrusionOk="0">
                    <a:moveTo>
                      <a:pt x="30994" y="61987"/>
                    </a:moveTo>
                    <a:cubicBezTo>
                      <a:pt x="48054" y="61987"/>
                      <a:pt x="61987" y="48088"/>
                      <a:pt x="61987" y="30994"/>
                    </a:cubicBezTo>
                    <a:cubicBezTo>
                      <a:pt x="61987" y="13899"/>
                      <a:pt x="48054" y="0"/>
                      <a:pt x="30994" y="0"/>
                    </a:cubicBezTo>
                    <a:cubicBezTo>
                      <a:pt x="13933" y="0"/>
                      <a:pt x="0" y="13899"/>
                      <a:pt x="0" y="30994"/>
                    </a:cubicBezTo>
                    <a:cubicBezTo>
                      <a:pt x="0" y="48088"/>
                      <a:pt x="13933" y="61987"/>
                      <a:pt x="30994" y="6198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39" name="Google Shape;1139;p27"/>
              <p:cNvSpPr/>
              <p:nvPr/>
            </p:nvSpPr>
            <p:spPr>
              <a:xfrm>
                <a:off x="2095617" y="3159764"/>
                <a:ext cx="44315" cy="44315"/>
              </a:xfrm>
              <a:custGeom>
                <a:avLst/>
                <a:gdLst/>
                <a:ahLst/>
                <a:cxnLst/>
                <a:rect l="l" t="t" r="r" b="b"/>
                <a:pathLst>
                  <a:path w="44315" h="44315" extrusionOk="0">
                    <a:moveTo>
                      <a:pt x="22158" y="44315"/>
                    </a:moveTo>
                    <a:cubicBezTo>
                      <a:pt x="34358" y="44315"/>
                      <a:pt x="44315" y="34358"/>
                      <a:pt x="44315" y="22158"/>
                    </a:cubicBezTo>
                    <a:cubicBezTo>
                      <a:pt x="44315" y="9957"/>
                      <a:pt x="34358" y="0"/>
                      <a:pt x="22158" y="0"/>
                    </a:cubicBezTo>
                    <a:cubicBezTo>
                      <a:pt x="9957" y="0"/>
                      <a:pt x="0" y="9957"/>
                      <a:pt x="0" y="22158"/>
                    </a:cubicBezTo>
                    <a:cubicBezTo>
                      <a:pt x="0" y="34358"/>
                      <a:pt x="9957" y="44315"/>
                      <a:pt x="22158" y="443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40" name="Google Shape;1140;p27"/>
              <p:cNvSpPr/>
              <p:nvPr/>
            </p:nvSpPr>
            <p:spPr>
              <a:xfrm>
                <a:off x="2103264" y="3168261"/>
                <a:ext cx="16924" cy="16924"/>
              </a:xfrm>
              <a:custGeom>
                <a:avLst/>
                <a:gdLst/>
                <a:ahLst/>
                <a:cxnLst/>
                <a:rect l="l" t="t" r="r" b="b"/>
                <a:pathLst>
                  <a:path w="16924" h="16924" extrusionOk="0">
                    <a:moveTo>
                      <a:pt x="8462" y="16924"/>
                    </a:moveTo>
                    <a:cubicBezTo>
                      <a:pt x="13118" y="16924"/>
                      <a:pt x="16924" y="13118"/>
                      <a:pt x="16924" y="8462"/>
                    </a:cubicBezTo>
                    <a:cubicBezTo>
                      <a:pt x="16924" y="3806"/>
                      <a:pt x="13118" y="0"/>
                      <a:pt x="8462" y="0"/>
                    </a:cubicBezTo>
                    <a:cubicBezTo>
                      <a:pt x="3806" y="0"/>
                      <a:pt x="0" y="3806"/>
                      <a:pt x="0" y="8462"/>
                    </a:cubicBezTo>
                    <a:cubicBezTo>
                      <a:pt x="0" y="13118"/>
                      <a:pt x="3806" y="16924"/>
                      <a:pt x="8462" y="1692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41" name="Google Shape;1141;p27"/>
              <p:cNvSpPr/>
              <p:nvPr/>
            </p:nvSpPr>
            <p:spPr>
              <a:xfrm>
                <a:off x="2169261" y="3150929"/>
                <a:ext cx="61987" cy="61987"/>
              </a:xfrm>
              <a:custGeom>
                <a:avLst/>
                <a:gdLst/>
                <a:ahLst/>
                <a:cxnLst/>
                <a:rect l="l" t="t" r="r" b="b"/>
                <a:pathLst>
                  <a:path w="61987" h="61987" extrusionOk="0">
                    <a:moveTo>
                      <a:pt x="30994" y="61987"/>
                    </a:moveTo>
                    <a:cubicBezTo>
                      <a:pt x="48054" y="61987"/>
                      <a:pt x="61987" y="48054"/>
                      <a:pt x="61987" y="30994"/>
                    </a:cubicBezTo>
                    <a:cubicBezTo>
                      <a:pt x="61987" y="13933"/>
                      <a:pt x="48088" y="0"/>
                      <a:pt x="30994" y="0"/>
                    </a:cubicBezTo>
                    <a:cubicBezTo>
                      <a:pt x="13900" y="0"/>
                      <a:pt x="0" y="13933"/>
                      <a:pt x="0" y="30994"/>
                    </a:cubicBezTo>
                    <a:cubicBezTo>
                      <a:pt x="0" y="48054"/>
                      <a:pt x="13934" y="61987"/>
                      <a:pt x="30994" y="6198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42" name="Google Shape;1142;p27"/>
              <p:cNvSpPr/>
              <p:nvPr/>
            </p:nvSpPr>
            <p:spPr>
              <a:xfrm>
                <a:off x="2178097" y="3159764"/>
                <a:ext cx="44315" cy="44315"/>
              </a:xfrm>
              <a:custGeom>
                <a:avLst/>
                <a:gdLst/>
                <a:ahLst/>
                <a:cxnLst/>
                <a:rect l="l" t="t" r="r" b="b"/>
                <a:pathLst>
                  <a:path w="44315" h="44315" extrusionOk="0">
                    <a:moveTo>
                      <a:pt x="22158" y="44315"/>
                    </a:moveTo>
                    <a:cubicBezTo>
                      <a:pt x="34358" y="44315"/>
                      <a:pt x="44315" y="34358"/>
                      <a:pt x="44315" y="22158"/>
                    </a:cubicBezTo>
                    <a:cubicBezTo>
                      <a:pt x="44315" y="9957"/>
                      <a:pt x="34358" y="0"/>
                      <a:pt x="22158" y="0"/>
                    </a:cubicBezTo>
                    <a:cubicBezTo>
                      <a:pt x="9957" y="0"/>
                      <a:pt x="0" y="9957"/>
                      <a:pt x="0" y="22158"/>
                    </a:cubicBezTo>
                    <a:cubicBezTo>
                      <a:pt x="0" y="34358"/>
                      <a:pt x="9957" y="44315"/>
                      <a:pt x="22158" y="4431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43" name="Google Shape;1143;p27"/>
              <p:cNvSpPr/>
              <p:nvPr/>
            </p:nvSpPr>
            <p:spPr>
              <a:xfrm>
                <a:off x="2185743" y="3168261"/>
                <a:ext cx="16924" cy="16924"/>
              </a:xfrm>
              <a:custGeom>
                <a:avLst/>
                <a:gdLst/>
                <a:ahLst/>
                <a:cxnLst/>
                <a:rect l="l" t="t" r="r" b="b"/>
                <a:pathLst>
                  <a:path w="16924" h="16924" extrusionOk="0">
                    <a:moveTo>
                      <a:pt x="8462" y="16924"/>
                    </a:moveTo>
                    <a:cubicBezTo>
                      <a:pt x="13118" y="16924"/>
                      <a:pt x="16924" y="13118"/>
                      <a:pt x="16924" y="8462"/>
                    </a:cubicBezTo>
                    <a:cubicBezTo>
                      <a:pt x="16924" y="3806"/>
                      <a:pt x="13152" y="0"/>
                      <a:pt x="8462" y="0"/>
                    </a:cubicBezTo>
                    <a:cubicBezTo>
                      <a:pt x="3772" y="0"/>
                      <a:pt x="0" y="3806"/>
                      <a:pt x="0" y="8462"/>
                    </a:cubicBezTo>
                    <a:cubicBezTo>
                      <a:pt x="0" y="13118"/>
                      <a:pt x="3772" y="16924"/>
                      <a:pt x="8462" y="1692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44" name="Google Shape;1144;p27"/>
              <p:cNvSpPr/>
              <p:nvPr/>
            </p:nvSpPr>
            <p:spPr>
              <a:xfrm>
                <a:off x="1731545" y="3561967"/>
                <a:ext cx="442677" cy="196802"/>
              </a:xfrm>
              <a:custGeom>
                <a:avLst/>
                <a:gdLst/>
                <a:ahLst/>
                <a:cxnLst/>
                <a:rect l="l" t="t" r="r" b="b"/>
                <a:pathLst>
                  <a:path w="442677" h="196802" extrusionOk="0">
                    <a:moveTo>
                      <a:pt x="49209" y="0"/>
                    </a:moveTo>
                    <a:lnTo>
                      <a:pt x="393469" y="0"/>
                    </a:lnTo>
                    <a:cubicBezTo>
                      <a:pt x="420622" y="0"/>
                      <a:pt x="442677" y="22056"/>
                      <a:pt x="442677" y="49209"/>
                    </a:cubicBezTo>
                    <a:lnTo>
                      <a:pt x="442677" y="147593"/>
                    </a:lnTo>
                    <a:cubicBezTo>
                      <a:pt x="442677" y="174746"/>
                      <a:pt x="420622" y="196802"/>
                      <a:pt x="393469" y="196802"/>
                    </a:cubicBezTo>
                    <a:lnTo>
                      <a:pt x="49175" y="196802"/>
                    </a:lnTo>
                    <a:cubicBezTo>
                      <a:pt x="22022" y="196802"/>
                      <a:pt x="0" y="174746"/>
                      <a:pt x="0" y="147627"/>
                    </a:cubicBezTo>
                    <a:lnTo>
                      <a:pt x="0" y="49243"/>
                    </a:lnTo>
                    <a:cubicBezTo>
                      <a:pt x="0" y="22090"/>
                      <a:pt x="22056" y="34"/>
                      <a:pt x="49209" y="3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45" name="Google Shape;1145;p27"/>
              <p:cNvSpPr/>
              <p:nvPr/>
            </p:nvSpPr>
            <p:spPr>
              <a:xfrm>
                <a:off x="1765801" y="3631566"/>
                <a:ext cx="23856" cy="44961"/>
              </a:xfrm>
              <a:custGeom>
                <a:avLst/>
                <a:gdLst/>
                <a:ahLst/>
                <a:cxnLst/>
                <a:rect l="l" t="t" r="r" b="b"/>
                <a:pathLst>
                  <a:path w="23856" h="44961" extrusionOk="0">
                    <a:moveTo>
                      <a:pt x="11928" y="0"/>
                    </a:moveTo>
                    <a:cubicBezTo>
                      <a:pt x="18521" y="0"/>
                      <a:pt x="23857" y="5336"/>
                      <a:pt x="23857" y="11928"/>
                    </a:cubicBezTo>
                    <a:cubicBezTo>
                      <a:pt x="23857" y="16924"/>
                      <a:pt x="20798" y="21206"/>
                      <a:pt x="16448" y="22973"/>
                    </a:cubicBezTo>
                    <a:lnTo>
                      <a:pt x="18080" y="27901"/>
                    </a:lnTo>
                    <a:lnTo>
                      <a:pt x="23789" y="44961"/>
                    </a:lnTo>
                    <a:lnTo>
                      <a:pt x="884" y="44961"/>
                    </a:lnTo>
                    <a:lnTo>
                      <a:pt x="6627" y="27901"/>
                    </a:lnTo>
                    <a:lnTo>
                      <a:pt x="8190" y="23279"/>
                    </a:lnTo>
                    <a:cubicBezTo>
                      <a:pt x="3432" y="21716"/>
                      <a:pt x="0" y="17230"/>
                      <a:pt x="0" y="11962"/>
                    </a:cubicBezTo>
                    <a:cubicBezTo>
                      <a:pt x="0" y="5370"/>
                      <a:pt x="5336" y="34"/>
                      <a:pt x="11928" y="3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146" name="Google Shape;1146;p27"/>
            <p:cNvGrpSpPr/>
            <p:nvPr/>
          </p:nvGrpSpPr>
          <p:grpSpPr>
            <a:xfrm>
              <a:off x="4507469" y="4230149"/>
              <a:ext cx="2929732" cy="922628"/>
              <a:chOff x="6740062" y="3974201"/>
              <a:chExt cx="2339481" cy="736805"/>
            </a:xfrm>
          </p:grpSpPr>
          <p:grpSp>
            <p:nvGrpSpPr>
              <p:cNvPr id="1147" name="Google Shape;1147;p27"/>
              <p:cNvGrpSpPr/>
              <p:nvPr/>
            </p:nvGrpSpPr>
            <p:grpSpPr>
              <a:xfrm>
                <a:off x="6740062" y="3974201"/>
                <a:ext cx="833420" cy="736805"/>
                <a:chOff x="318247" y="2569282"/>
                <a:chExt cx="300928" cy="266062"/>
              </a:xfrm>
            </p:grpSpPr>
            <p:sp>
              <p:nvSpPr>
                <p:cNvPr id="1148" name="Google Shape;1148;p27"/>
                <p:cNvSpPr/>
                <p:nvPr/>
              </p:nvSpPr>
              <p:spPr>
                <a:xfrm>
                  <a:off x="334831" y="2766730"/>
                  <a:ext cx="32013" cy="12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013" h="12913" extrusionOk="0">
                      <a:moveTo>
                        <a:pt x="0" y="0"/>
                      </a:moveTo>
                      <a:lnTo>
                        <a:pt x="32013" y="0"/>
                      </a:lnTo>
                      <a:lnTo>
                        <a:pt x="32013" y="12914"/>
                      </a:lnTo>
                      <a:lnTo>
                        <a:pt x="0" y="1291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49" name="Google Shape;1149;p27"/>
                <p:cNvSpPr/>
                <p:nvPr/>
              </p:nvSpPr>
              <p:spPr>
                <a:xfrm>
                  <a:off x="572414" y="2766866"/>
                  <a:ext cx="32013" cy="12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013" h="12913" extrusionOk="0">
                      <a:moveTo>
                        <a:pt x="0" y="0"/>
                      </a:moveTo>
                      <a:lnTo>
                        <a:pt x="32013" y="0"/>
                      </a:lnTo>
                      <a:lnTo>
                        <a:pt x="32013" y="12914"/>
                      </a:lnTo>
                      <a:lnTo>
                        <a:pt x="0" y="1291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50" name="Google Shape;1150;p27"/>
                <p:cNvSpPr/>
                <p:nvPr/>
              </p:nvSpPr>
              <p:spPr>
                <a:xfrm>
                  <a:off x="318247" y="2758778"/>
                  <a:ext cx="30857" cy="30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57" h="30857" extrusionOk="0">
                      <a:moveTo>
                        <a:pt x="30858" y="15429"/>
                      </a:moveTo>
                      <a:cubicBezTo>
                        <a:pt x="30858" y="23950"/>
                        <a:pt x="23950" y="30858"/>
                        <a:pt x="15429" y="30858"/>
                      </a:cubicBezTo>
                      <a:cubicBezTo>
                        <a:pt x="6908" y="30858"/>
                        <a:pt x="0" y="23950"/>
                        <a:pt x="0" y="15429"/>
                      </a:cubicBezTo>
                      <a:cubicBezTo>
                        <a:pt x="0" y="6908"/>
                        <a:pt x="6908" y="0"/>
                        <a:pt x="15429" y="0"/>
                      </a:cubicBezTo>
                      <a:cubicBezTo>
                        <a:pt x="23950" y="0"/>
                        <a:pt x="30858" y="6908"/>
                        <a:pt x="30858" y="1542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51" name="Google Shape;1151;p27"/>
                <p:cNvSpPr/>
                <p:nvPr/>
              </p:nvSpPr>
              <p:spPr>
                <a:xfrm>
                  <a:off x="355391" y="2591236"/>
                  <a:ext cx="227863" cy="1960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863" h="196054" extrusionOk="0">
                      <a:moveTo>
                        <a:pt x="0" y="0"/>
                      </a:moveTo>
                      <a:lnTo>
                        <a:pt x="227864" y="0"/>
                      </a:lnTo>
                      <a:lnTo>
                        <a:pt x="185723" y="196055"/>
                      </a:lnTo>
                      <a:lnTo>
                        <a:pt x="39931" y="19605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52" name="Google Shape;1152;p27"/>
                <p:cNvSpPr/>
                <p:nvPr/>
              </p:nvSpPr>
              <p:spPr>
                <a:xfrm>
                  <a:off x="376937" y="2597013"/>
                  <a:ext cx="181135" cy="155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135" h="155851" extrusionOk="0">
                      <a:moveTo>
                        <a:pt x="0" y="0"/>
                      </a:moveTo>
                      <a:lnTo>
                        <a:pt x="82310" y="0"/>
                      </a:lnTo>
                      <a:lnTo>
                        <a:pt x="82310" y="155851"/>
                      </a:lnTo>
                      <a:lnTo>
                        <a:pt x="31741" y="155851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  <a:moveTo>
                        <a:pt x="98826" y="0"/>
                      </a:moveTo>
                      <a:lnTo>
                        <a:pt x="181135" y="0"/>
                      </a:lnTo>
                      <a:lnTo>
                        <a:pt x="147627" y="155851"/>
                      </a:lnTo>
                      <a:lnTo>
                        <a:pt x="98826" y="155851"/>
                      </a:lnTo>
                      <a:lnTo>
                        <a:pt x="98826" y="0"/>
                      </a:lnTo>
                      <a:close/>
                    </a:path>
                  </a:pathLst>
                </a:custGeom>
                <a:solidFill>
                  <a:srgbClr val="161D1E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53" name="Google Shape;1153;p27"/>
                <p:cNvSpPr/>
                <p:nvPr/>
              </p:nvSpPr>
              <p:spPr>
                <a:xfrm>
                  <a:off x="336598" y="2569282"/>
                  <a:ext cx="265484" cy="258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484" h="25861" extrusionOk="0">
                      <a:moveTo>
                        <a:pt x="0" y="0"/>
                      </a:moveTo>
                      <a:lnTo>
                        <a:pt x="265484" y="0"/>
                      </a:lnTo>
                      <a:lnTo>
                        <a:pt x="265484" y="25862"/>
                      </a:lnTo>
                      <a:lnTo>
                        <a:pt x="0" y="25862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54" name="Google Shape;1154;p27"/>
                <p:cNvSpPr/>
                <p:nvPr/>
              </p:nvSpPr>
              <p:spPr>
                <a:xfrm>
                  <a:off x="358348" y="2753341"/>
                  <a:ext cx="222018" cy="39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018" h="39965" extrusionOk="0">
                      <a:moveTo>
                        <a:pt x="0" y="0"/>
                      </a:moveTo>
                      <a:lnTo>
                        <a:pt x="222018" y="0"/>
                      </a:lnTo>
                      <a:lnTo>
                        <a:pt x="222018" y="39965"/>
                      </a:lnTo>
                      <a:lnTo>
                        <a:pt x="0" y="39965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55" name="Google Shape;1155;p27"/>
                <p:cNvSpPr/>
                <p:nvPr/>
              </p:nvSpPr>
              <p:spPr>
                <a:xfrm>
                  <a:off x="371568" y="2763400"/>
                  <a:ext cx="70754" cy="707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754" h="70755" extrusionOk="0">
                      <a:moveTo>
                        <a:pt x="35377" y="70755"/>
                      </a:moveTo>
                      <a:cubicBezTo>
                        <a:pt x="54850" y="70755"/>
                        <a:pt x="70755" y="54850"/>
                        <a:pt x="70755" y="35377"/>
                      </a:cubicBezTo>
                      <a:cubicBezTo>
                        <a:pt x="70755" y="15905"/>
                        <a:pt x="54850" y="0"/>
                        <a:pt x="35377" y="0"/>
                      </a:cubicBezTo>
                      <a:cubicBezTo>
                        <a:pt x="15905" y="0"/>
                        <a:pt x="0" y="15905"/>
                        <a:pt x="0" y="35377"/>
                      </a:cubicBezTo>
                      <a:cubicBezTo>
                        <a:pt x="0" y="54850"/>
                        <a:pt x="15905" y="70755"/>
                        <a:pt x="35377" y="7075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56" name="Google Shape;1156;p27"/>
                <p:cNvSpPr/>
                <p:nvPr/>
              </p:nvSpPr>
              <p:spPr>
                <a:xfrm>
                  <a:off x="490478" y="2764589"/>
                  <a:ext cx="70754" cy="707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754" h="70755" extrusionOk="0">
                      <a:moveTo>
                        <a:pt x="35378" y="70755"/>
                      </a:moveTo>
                      <a:cubicBezTo>
                        <a:pt x="54850" y="70755"/>
                        <a:pt x="70755" y="54850"/>
                        <a:pt x="70755" y="35378"/>
                      </a:cubicBezTo>
                      <a:cubicBezTo>
                        <a:pt x="70755" y="15905"/>
                        <a:pt x="54850" y="0"/>
                        <a:pt x="35378" y="0"/>
                      </a:cubicBezTo>
                      <a:cubicBezTo>
                        <a:pt x="15905" y="0"/>
                        <a:pt x="0" y="15905"/>
                        <a:pt x="0" y="35378"/>
                      </a:cubicBezTo>
                      <a:cubicBezTo>
                        <a:pt x="0" y="54850"/>
                        <a:pt x="15905" y="70755"/>
                        <a:pt x="35378" y="7075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57" name="Google Shape;1157;p27"/>
                <p:cNvSpPr/>
                <p:nvPr/>
              </p:nvSpPr>
              <p:spPr>
                <a:xfrm>
                  <a:off x="380880" y="2772710"/>
                  <a:ext cx="52131" cy="52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131" h="52131" extrusionOk="0">
                      <a:moveTo>
                        <a:pt x="52132" y="26066"/>
                      </a:moveTo>
                      <a:cubicBezTo>
                        <a:pt x="52132" y="40462"/>
                        <a:pt x="40462" y="52132"/>
                        <a:pt x="26066" y="52132"/>
                      </a:cubicBezTo>
                      <a:cubicBezTo>
                        <a:pt x="11670" y="52132"/>
                        <a:pt x="0" y="40462"/>
                        <a:pt x="0" y="26066"/>
                      </a:cubicBezTo>
                      <a:cubicBezTo>
                        <a:pt x="0" y="11670"/>
                        <a:pt x="11670" y="0"/>
                        <a:pt x="26066" y="0"/>
                      </a:cubicBezTo>
                      <a:cubicBezTo>
                        <a:pt x="40462" y="0"/>
                        <a:pt x="52132" y="11670"/>
                        <a:pt x="52132" y="2606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58" name="Google Shape;1158;p27"/>
                <p:cNvSpPr/>
                <p:nvPr/>
              </p:nvSpPr>
              <p:spPr>
                <a:xfrm>
                  <a:off x="499790" y="2773900"/>
                  <a:ext cx="52131" cy="52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131" h="52131" extrusionOk="0">
                      <a:moveTo>
                        <a:pt x="52132" y="26066"/>
                      </a:moveTo>
                      <a:cubicBezTo>
                        <a:pt x="52132" y="40462"/>
                        <a:pt x="40462" y="52132"/>
                        <a:pt x="26066" y="52132"/>
                      </a:cubicBezTo>
                      <a:cubicBezTo>
                        <a:pt x="11670" y="52132"/>
                        <a:pt x="0" y="40462"/>
                        <a:pt x="0" y="26066"/>
                      </a:cubicBezTo>
                      <a:cubicBezTo>
                        <a:pt x="0" y="11670"/>
                        <a:pt x="11670" y="0"/>
                        <a:pt x="26066" y="0"/>
                      </a:cubicBezTo>
                      <a:cubicBezTo>
                        <a:pt x="40462" y="0"/>
                        <a:pt x="52132" y="11670"/>
                        <a:pt x="52132" y="2606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59" name="Google Shape;1159;p27"/>
                <p:cNvSpPr/>
                <p:nvPr/>
              </p:nvSpPr>
              <p:spPr>
                <a:xfrm>
                  <a:off x="397838" y="2789670"/>
                  <a:ext cx="18215" cy="18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15" h="18215" extrusionOk="0">
                      <a:moveTo>
                        <a:pt x="9108" y="18216"/>
                      </a:moveTo>
                      <a:cubicBezTo>
                        <a:pt x="14137" y="18216"/>
                        <a:pt x="18216" y="14104"/>
                        <a:pt x="18216" y="9108"/>
                      </a:cubicBezTo>
                      <a:cubicBezTo>
                        <a:pt x="18216" y="4112"/>
                        <a:pt x="14137" y="0"/>
                        <a:pt x="9108" y="0"/>
                      </a:cubicBezTo>
                      <a:cubicBezTo>
                        <a:pt x="4078" y="0"/>
                        <a:pt x="0" y="4078"/>
                        <a:pt x="0" y="9108"/>
                      </a:cubicBezTo>
                      <a:cubicBezTo>
                        <a:pt x="0" y="14138"/>
                        <a:pt x="4078" y="18216"/>
                        <a:pt x="9108" y="18216"/>
                      </a:cubicBez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60" name="Google Shape;1160;p27"/>
                <p:cNvSpPr/>
                <p:nvPr/>
              </p:nvSpPr>
              <p:spPr>
                <a:xfrm>
                  <a:off x="516748" y="2790859"/>
                  <a:ext cx="18215" cy="18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15" h="18215" extrusionOk="0">
                      <a:moveTo>
                        <a:pt x="9108" y="18215"/>
                      </a:moveTo>
                      <a:cubicBezTo>
                        <a:pt x="14137" y="18215"/>
                        <a:pt x="18216" y="14137"/>
                        <a:pt x="18216" y="9108"/>
                      </a:cubicBezTo>
                      <a:cubicBezTo>
                        <a:pt x="18216" y="4078"/>
                        <a:pt x="14137" y="0"/>
                        <a:pt x="9108" y="0"/>
                      </a:cubicBezTo>
                      <a:cubicBezTo>
                        <a:pt x="4078" y="0"/>
                        <a:pt x="0" y="4112"/>
                        <a:pt x="0" y="9108"/>
                      </a:cubicBezTo>
                      <a:cubicBezTo>
                        <a:pt x="0" y="14103"/>
                        <a:pt x="4078" y="18215"/>
                        <a:pt x="9108" y="18215"/>
                      </a:cubicBez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61" name="Google Shape;1161;p27"/>
                <p:cNvSpPr/>
                <p:nvPr/>
              </p:nvSpPr>
              <p:spPr>
                <a:xfrm>
                  <a:off x="591003" y="2754496"/>
                  <a:ext cx="28172" cy="38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72" h="38673" extrusionOk="0">
                      <a:moveTo>
                        <a:pt x="8972" y="12506"/>
                      </a:moveTo>
                      <a:lnTo>
                        <a:pt x="8972" y="26168"/>
                      </a:lnTo>
                      <a:lnTo>
                        <a:pt x="28173" y="26168"/>
                      </a:lnTo>
                      <a:lnTo>
                        <a:pt x="28173" y="38674"/>
                      </a:lnTo>
                      <a:lnTo>
                        <a:pt x="0" y="38674"/>
                      </a:lnTo>
                      <a:lnTo>
                        <a:pt x="0" y="38572"/>
                      </a:lnTo>
                      <a:lnTo>
                        <a:pt x="0" y="26168"/>
                      </a:lnTo>
                      <a:lnTo>
                        <a:pt x="0" y="12506"/>
                      </a:lnTo>
                      <a:lnTo>
                        <a:pt x="0" y="2277"/>
                      </a:lnTo>
                      <a:lnTo>
                        <a:pt x="0" y="0"/>
                      </a:lnTo>
                      <a:lnTo>
                        <a:pt x="28173" y="0"/>
                      </a:lnTo>
                      <a:lnTo>
                        <a:pt x="28173" y="12506"/>
                      </a:lnTo>
                      <a:lnTo>
                        <a:pt x="8972" y="1250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1162" name="Google Shape;1162;p27"/>
              <p:cNvGrpSpPr/>
              <p:nvPr/>
            </p:nvGrpSpPr>
            <p:grpSpPr>
              <a:xfrm>
                <a:off x="7493092" y="3974201"/>
                <a:ext cx="833420" cy="736805"/>
                <a:chOff x="318247" y="2569282"/>
                <a:chExt cx="300928" cy="266062"/>
              </a:xfrm>
            </p:grpSpPr>
            <p:sp>
              <p:nvSpPr>
                <p:cNvPr id="1163" name="Google Shape;1163;p27"/>
                <p:cNvSpPr/>
                <p:nvPr/>
              </p:nvSpPr>
              <p:spPr>
                <a:xfrm>
                  <a:off x="334831" y="2766730"/>
                  <a:ext cx="32013" cy="12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013" h="12913" extrusionOk="0">
                      <a:moveTo>
                        <a:pt x="0" y="0"/>
                      </a:moveTo>
                      <a:lnTo>
                        <a:pt x="32013" y="0"/>
                      </a:lnTo>
                      <a:lnTo>
                        <a:pt x="32013" y="12914"/>
                      </a:lnTo>
                      <a:lnTo>
                        <a:pt x="0" y="1291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64" name="Google Shape;1164;p27"/>
                <p:cNvSpPr/>
                <p:nvPr/>
              </p:nvSpPr>
              <p:spPr>
                <a:xfrm>
                  <a:off x="572414" y="2766866"/>
                  <a:ext cx="32013" cy="12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013" h="12913" extrusionOk="0">
                      <a:moveTo>
                        <a:pt x="0" y="0"/>
                      </a:moveTo>
                      <a:lnTo>
                        <a:pt x="32013" y="0"/>
                      </a:lnTo>
                      <a:lnTo>
                        <a:pt x="32013" y="12914"/>
                      </a:lnTo>
                      <a:lnTo>
                        <a:pt x="0" y="1291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65" name="Google Shape;1165;p27"/>
                <p:cNvSpPr/>
                <p:nvPr/>
              </p:nvSpPr>
              <p:spPr>
                <a:xfrm>
                  <a:off x="318247" y="2758778"/>
                  <a:ext cx="30857" cy="30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57" h="30857" extrusionOk="0">
                      <a:moveTo>
                        <a:pt x="30858" y="15429"/>
                      </a:moveTo>
                      <a:cubicBezTo>
                        <a:pt x="30858" y="23950"/>
                        <a:pt x="23950" y="30858"/>
                        <a:pt x="15429" y="30858"/>
                      </a:cubicBezTo>
                      <a:cubicBezTo>
                        <a:pt x="6908" y="30858"/>
                        <a:pt x="0" y="23950"/>
                        <a:pt x="0" y="15429"/>
                      </a:cubicBezTo>
                      <a:cubicBezTo>
                        <a:pt x="0" y="6908"/>
                        <a:pt x="6908" y="0"/>
                        <a:pt x="15429" y="0"/>
                      </a:cubicBezTo>
                      <a:cubicBezTo>
                        <a:pt x="23950" y="0"/>
                        <a:pt x="30858" y="6908"/>
                        <a:pt x="30858" y="1542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66" name="Google Shape;1166;p27"/>
                <p:cNvSpPr/>
                <p:nvPr/>
              </p:nvSpPr>
              <p:spPr>
                <a:xfrm>
                  <a:off x="355391" y="2591236"/>
                  <a:ext cx="227863" cy="1960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863" h="196054" extrusionOk="0">
                      <a:moveTo>
                        <a:pt x="0" y="0"/>
                      </a:moveTo>
                      <a:lnTo>
                        <a:pt x="227864" y="0"/>
                      </a:lnTo>
                      <a:lnTo>
                        <a:pt x="185723" y="196055"/>
                      </a:lnTo>
                      <a:lnTo>
                        <a:pt x="39931" y="19605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67" name="Google Shape;1167;p27"/>
                <p:cNvSpPr/>
                <p:nvPr/>
              </p:nvSpPr>
              <p:spPr>
                <a:xfrm>
                  <a:off x="376937" y="2597013"/>
                  <a:ext cx="181135" cy="155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135" h="155851" extrusionOk="0">
                      <a:moveTo>
                        <a:pt x="0" y="0"/>
                      </a:moveTo>
                      <a:lnTo>
                        <a:pt x="82310" y="0"/>
                      </a:lnTo>
                      <a:lnTo>
                        <a:pt x="82310" y="155851"/>
                      </a:lnTo>
                      <a:lnTo>
                        <a:pt x="31741" y="155851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  <a:moveTo>
                        <a:pt x="98826" y="0"/>
                      </a:moveTo>
                      <a:lnTo>
                        <a:pt x="181135" y="0"/>
                      </a:lnTo>
                      <a:lnTo>
                        <a:pt x="147627" y="155851"/>
                      </a:lnTo>
                      <a:lnTo>
                        <a:pt x="98826" y="155851"/>
                      </a:lnTo>
                      <a:lnTo>
                        <a:pt x="98826" y="0"/>
                      </a:lnTo>
                      <a:close/>
                    </a:path>
                  </a:pathLst>
                </a:custGeom>
                <a:solidFill>
                  <a:srgbClr val="161D1E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68" name="Google Shape;1168;p27"/>
                <p:cNvSpPr/>
                <p:nvPr/>
              </p:nvSpPr>
              <p:spPr>
                <a:xfrm>
                  <a:off x="336598" y="2569282"/>
                  <a:ext cx="265484" cy="258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484" h="25861" extrusionOk="0">
                      <a:moveTo>
                        <a:pt x="0" y="0"/>
                      </a:moveTo>
                      <a:lnTo>
                        <a:pt x="265484" y="0"/>
                      </a:lnTo>
                      <a:lnTo>
                        <a:pt x="265484" y="25862"/>
                      </a:lnTo>
                      <a:lnTo>
                        <a:pt x="0" y="25862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69" name="Google Shape;1169;p27"/>
                <p:cNvSpPr/>
                <p:nvPr/>
              </p:nvSpPr>
              <p:spPr>
                <a:xfrm>
                  <a:off x="358348" y="2753341"/>
                  <a:ext cx="222018" cy="39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018" h="39965" extrusionOk="0">
                      <a:moveTo>
                        <a:pt x="0" y="0"/>
                      </a:moveTo>
                      <a:lnTo>
                        <a:pt x="222018" y="0"/>
                      </a:lnTo>
                      <a:lnTo>
                        <a:pt x="222018" y="39965"/>
                      </a:lnTo>
                      <a:lnTo>
                        <a:pt x="0" y="39965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70" name="Google Shape;1170;p27"/>
                <p:cNvSpPr/>
                <p:nvPr/>
              </p:nvSpPr>
              <p:spPr>
                <a:xfrm>
                  <a:off x="371568" y="2763400"/>
                  <a:ext cx="70754" cy="707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754" h="70755" extrusionOk="0">
                      <a:moveTo>
                        <a:pt x="35377" y="70755"/>
                      </a:moveTo>
                      <a:cubicBezTo>
                        <a:pt x="54850" y="70755"/>
                        <a:pt x="70755" y="54850"/>
                        <a:pt x="70755" y="35377"/>
                      </a:cubicBezTo>
                      <a:cubicBezTo>
                        <a:pt x="70755" y="15905"/>
                        <a:pt x="54850" y="0"/>
                        <a:pt x="35377" y="0"/>
                      </a:cubicBezTo>
                      <a:cubicBezTo>
                        <a:pt x="15905" y="0"/>
                        <a:pt x="0" y="15905"/>
                        <a:pt x="0" y="35377"/>
                      </a:cubicBezTo>
                      <a:cubicBezTo>
                        <a:pt x="0" y="54850"/>
                        <a:pt x="15905" y="70755"/>
                        <a:pt x="35377" y="7075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71" name="Google Shape;1171;p27"/>
                <p:cNvSpPr/>
                <p:nvPr/>
              </p:nvSpPr>
              <p:spPr>
                <a:xfrm>
                  <a:off x="490478" y="2764589"/>
                  <a:ext cx="70754" cy="707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754" h="70755" extrusionOk="0">
                      <a:moveTo>
                        <a:pt x="35378" y="70755"/>
                      </a:moveTo>
                      <a:cubicBezTo>
                        <a:pt x="54850" y="70755"/>
                        <a:pt x="70755" y="54850"/>
                        <a:pt x="70755" y="35378"/>
                      </a:cubicBezTo>
                      <a:cubicBezTo>
                        <a:pt x="70755" y="15905"/>
                        <a:pt x="54850" y="0"/>
                        <a:pt x="35378" y="0"/>
                      </a:cubicBezTo>
                      <a:cubicBezTo>
                        <a:pt x="15905" y="0"/>
                        <a:pt x="0" y="15905"/>
                        <a:pt x="0" y="35378"/>
                      </a:cubicBezTo>
                      <a:cubicBezTo>
                        <a:pt x="0" y="54850"/>
                        <a:pt x="15905" y="70755"/>
                        <a:pt x="35378" y="7075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72" name="Google Shape;1172;p27"/>
                <p:cNvSpPr/>
                <p:nvPr/>
              </p:nvSpPr>
              <p:spPr>
                <a:xfrm>
                  <a:off x="380880" y="2772710"/>
                  <a:ext cx="52131" cy="52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131" h="52131" extrusionOk="0">
                      <a:moveTo>
                        <a:pt x="52132" y="26066"/>
                      </a:moveTo>
                      <a:cubicBezTo>
                        <a:pt x="52132" y="40462"/>
                        <a:pt x="40462" y="52132"/>
                        <a:pt x="26066" y="52132"/>
                      </a:cubicBezTo>
                      <a:cubicBezTo>
                        <a:pt x="11670" y="52132"/>
                        <a:pt x="0" y="40462"/>
                        <a:pt x="0" y="26066"/>
                      </a:cubicBezTo>
                      <a:cubicBezTo>
                        <a:pt x="0" y="11670"/>
                        <a:pt x="11670" y="0"/>
                        <a:pt x="26066" y="0"/>
                      </a:cubicBezTo>
                      <a:cubicBezTo>
                        <a:pt x="40462" y="0"/>
                        <a:pt x="52132" y="11670"/>
                        <a:pt x="52132" y="2606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73" name="Google Shape;1173;p27"/>
                <p:cNvSpPr/>
                <p:nvPr/>
              </p:nvSpPr>
              <p:spPr>
                <a:xfrm>
                  <a:off x="499790" y="2773900"/>
                  <a:ext cx="52131" cy="52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131" h="52131" extrusionOk="0">
                      <a:moveTo>
                        <a:pt x="52132" y="26066"/>
                      </a:moveTo>
                      <a:cubicBezTo>
                        <a:pt x="52132" y="40462"/>
                        <a:pt x="40462" y="52132"/>
                        <a:pt x="26066" y="52132"/>
                      </a:cubicBezTo>
                      <a:cubicBezTo>
                        <a:pt x="11670" y="52132"/>
                        <a:pt x="0" y="40462"/>
                        <a:pt x="0" y="26066"/>
                      </a:cubicBezTo>
                      <a:cubicBezTo>
                        <a:pt x="0" y="11670"/>
                        <a:pt x="11670" y="0"/>
                        <a:pt x="26066" y="0"/>
                      </a:cubicBezTo>
                      <a:cubicBezTo>
                        <a:pt x="40462" y="0"/>
                        <a:pt x="52132" y="11670"/>
                        <a:pt x="52132" y="2606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74" name="Google Shape;1174;p27"/>
                <p:cNvSpPr/>
                <p:nvPr/>
              </p:nvSpPr>
              <p:spPr>
                <a:xfrm>
                  <a:off x="397838" y="2789670"/>
                  <a:ext cx="18215" cy="18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15" h="18215" extrusionOk="0">
                      <a:moveTo>
                        <a:pt x="9108" y="18216"/>
                      </a:moveTo>
                      <a:cubicBezTo>
                        <a:pt x="14137" y="18216"/>
                        <a:pt x="18216" y="14104"/>
                        <a:pt x="18216" y="9108"/>
                      </a:cubicBezTo>
                      <a:cubicBezTo>
                        <a:pt x="18216" y="4112"/>
                        <a:pt x="14137" y="0"/>
                        <a:pt x="9108" y="0"/>
                      </a:cubicBezTo>
                      <a:cubicBezTo>
                        <a:pt x="4078" y="0"/>
                        <a:pt x="0" y="4078"/>
                        <a:pt x="0" y="9108"/>
                      </a:cubicBezTo>
                      <a:cubicBezTo>
                        <a:pt x="0" y="14138"/>
                        <a:pt x="4078" y="18216"/>
                        <a:pt x="9108" y="18216"/>
                      </a:cubicBez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75" name="Google Shape;1175;p27"/>
                <p:cNvSpPr/>
                <p:nvPr/>
              </p:nvSpPr>
              <p:spPr>
                <a:xfrm>
                  <a:off x="516748" y="2790859"/>
                  <a:ext cx="18215" cy="18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15" h="18215" extrusionOk="0">
                      <a:moveTo>
                        <a:pt x="9108" y="18215"/>
                      </a:moveTo>
                      <a:cubicBezTo>
                        <a:pt x="14137" y="18215"/>
                        <a:pt x="18216" y="14137"/>
                        <a:pt x="18216" y="9108"/>
                      </a:cubicBezTo>
                      <a:cubicBezTo>
                        <a:pt x="18216" y="4078"/>
                        <a:pt x="14137" y="0"/>
                        <a:pt x="9108" y="0"/>
                      </a:cubicBezTo>
                      <a:cubicBezTo>
                        <a:pt x="4078" y="0"/>
                        <a:pt x="0" y="4112"/>
                        <a:pt x="0" y="9108"/>
                      </a:cubicBezTo>
                      <a:cubicBezTo>
                        <a:pt x="0" y="14103"/>
                        <a:pt x="4078" y="18215"/>
                        <a:pt x="9108" y="18215"/>
                      </a:cubicBez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76" name="Google Shape;1176;p27"/>
                <p:cNvSpPr/>
                <p:nvPr/>
              </p:nvSpPr>
              <p:spPr>
                <a:xfrm>
                  <a:off x="591003" y="2754496"/>
                  <a:ext cx="28172" cy="38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72" h="38673" extrusionOk="0">
                      <a:moveTo>
                        <a:pt x="8972" y="12506"/>
                      </a:moveTo>
                      <a:lnTo>
                        <a:pt x="8972" y="26168"/>
                      </a:lnTo>
                      <a:lnTo>
                        <a:pt x="28173" y="26168"/>
                      </a:lnTo>
                      <a:lnTo>
                        <a:pt x="28173" y="38674"/>
                      </a:lnTo>
                      <a:lnTo>
                        <a:pt x="0" y="38674"/>
                      </a:lnTo>
                      <a:lnTo>
                        <a:pt x="0" y="38572"/>
                      </a:lnTo>
                      <a:lnTo>
                        <a:pt x="0" y="26168"/>
                      </a:lnTo>
                      <a:lnTo>
                        <a:pt x="0" y="12506"/>
                      </a:lnTo>
                      <a:lnTo>
                        <a:pt x="0" y="2277"/>
                      </a:lnTo>
                      <a:lnTo>
                        <a:pt x="0" y="0"/>
                      </a:lnTo>
                      <a:lnTo>
                        <a:pt x="28173" y="0"/>
                      </a:lnTo>
                      <a:lnTo>
                        <a:pt x="28173" y="12506"/>
                      </a:lnTo>
                      <a:lnTo>
                        <a:pt x="8972" y="1250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1177" name="Google Shape;1177;p27"/>
              <p:cNvGrpSpPr/>
              <p:nvPr/>
            </p:nvGrpSpPr>
            <p:grpSpPr>
              <a:xfrm>
                <a:off x="8246123" y="3974201"/>
                <a:ext cx="833420" cy="736805"/>
                <a:chOff x="318247" y="2569282"/>
                <a:chExt cx="300928" cy="266062"/>
              </a:xfrm>
            </p:grpSpPr>
            <p:sp>
              <p:nvSpPr>
                <p:cNvPr id="1178" name="Google Shape;1178;p27"/>
                <p:cNvSpPr/>
                <p:nvPr/>
              </p:nvSpPr>
              <p:spPr>
                <a:xfrm>
                  <a:off x="334831" y="2766730"/>
                  <a:ext cx="32013" cy="12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013" h="12913" extrusionOk="0">
                      <a:moveTo>
                        <a:pt x="0" y="0"/>
                      </a:moveTo>
                      <a:lnTo>
                        <a:pt x="32013" y="0"/>
                      </a:lnTo>
                      <a:lnTo>
                        <a:pt x="32013" y="12914"/>
                      </a:lnTo>
                      <a:lnTo>
                        <a:pt x="0" y="1291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79" name="Google Shape;1179;p27"/>
                <p:cNvSpPr/>
                <p:nvPr/>
              </p:nvSpPr>
              <p:spPr>
                <a:xfrm>
                  <a:off x="572414" y="2766866"/>
                  <a:ext cx="32013" cy="12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013" h="12913" extrusionOk="0">
                      <a:moveTo>
                        <a:pt x="0" y="0"/>
                      </a:moveTo>
                      <a:lnTo>
                        <a:pt x="32013" y="0"/>
                      </a:lnTo>
                      <a:lnTo>
                        <a:pt x="32013" y="12914"/>
                      </a:lnTo>
                      <a:lnTo>
                        <a:pt x="0" y="1291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80" name="Google Shape;1180;p27"/>
                <p:cNvSpPr/>
                <p:nvPr/>
              </p:nvSpPr>
              <p:spPr>
                <a:xfrm>
                  <a:off x="318247" y="2758778"/>
                  <a:ext cx="30857" cy="30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57" h="30857" extrusionOk="0">
                      <a:moveTo>
                        <a:pt x="30858" y="15429"/>
                      </a:moveTo>
                      <a:cubicBezTo>
                        <a:pt x="30858" y="23950"/>
                        <a:pt x="23950" y="30858"/>
                        <a:pt x="15429" y="30858"/>
                      </a:cubicBezTo>
                      <a:cubicBezTo>
                        <a:pt x="6908" y="30858"/>
                        <a:pt x="0" y="23950"/>
                        <a:pt x="0" y="15429"/>
                      </a:cubicBezTo>
                      <a:cubicBezTo>
                        <a:pt x="0" y="6908"/>
                        <a:pt x="6908" y="0"/>
                        <a:pt x="15429" y="0"/>
                      </a:cubicBezTo>
                      <a:cubicBezTo>
                        <a:pt x="23950" y="0"/>
                        <a:pt x="30858" y="6908"/>
                        <a:pt x="30858" y="1542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81" name="Google Shape;1181;p27"/>
                <p:cNvSpPr/>
                <p:nvPr/>
              </p:nvSpPr>
              <p:spPr>
                <a:xfrm>
                  <a:off x="355391" y="2591236"/>
                  <a:ext cx="227863" cy="1960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863" h="196054" extrusionOk="0">
                      <a:moveTo>
                        <a:pt x="0" y="0"/>
                      </a:moveTo>
                      <a:lnTo>
                        <a:pt x="227864" y="0"/>
                      </a:lnTo>
                      <a:lnTo>
                        <a:pt x="185723" y="196055"/>
                      </a:lnTo>
                      <a:lnTo>
                        <a:pt x="39931" y="19605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82" name="Google Shape;1182;p27"/>
                <p:cNvSpPr/>
                <p:nvPr/>
              </p:nvSpPr>
              <p:spPr>
                <a:xfrm>
                  <a:off x="376937" y="2597013"/>
                  <a:ext cx="181135" cy="155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135" h="155851" extrusionOk="0">
                      <a:moveTo>
                        <a:pt x="0" y="0"/>
                      </a:moveTo>
                      <a:lnTo>
                        <a:pt x="82310" y="0"/>
                      </a:lnTo>
                      <a:lnTo>
                        <a:pt x="82310" y="155851"/>
                      </a:lnTo>
                      <a:lnTo>
                        <a:pt x="31741" y="155851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  <a:moveTo>
                        <a:pt x="98826" y="0"/>
                      </a:moveTo>
                      <a:lnTo>
                        <a:pt x="181135" y="0"/>
                      </a:lnTo>
                      <a:lnTo>
                        <a:pt x="147627" y="155851"/>
                      </a:lnTo>
                      <a:lnTo>
                        <a:pt x="98826" y="155851"/>
                      </a:lnTo>
                      <a:lnTo>
                        <a:pt x="98826" y="0"/>
                      </a:lnTo>
                      <a:close/>
                    </a:path>
                  </a:pathLst>
                </a:custGeom>
                <a:solidFill>
                  <a:srgbClr val="161D1E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83" name="Google Shape;1183;p27"/>
                <p:cNvSpPr/>
                <p:nvPr/>
              </p:nvSpPr>
              <p:spPr>
                <a:xfrm>
                  <a:off x="336598" y="2569282"/>
                  <a:ext cx="265484" cy="258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484" h="25861" extrusionOk="0">
                      <a:moveTo>
                        <a:pt x="0" y="0"/>
                      </a:moveTo>
                      <a:lnTo>
                        <a:pt x="265484" y="0"/>
                      </a:lnTo>
                      <a:lnTo>
                        <a:pt x="265484" y="25862"/>
                      </a:lnTo>
                      <a:lnTo>
                        <a:pt x="0" y="25862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84" name="Google Shape;1184;p27"/>
                <p:cNvSpPr/>
                <p:nvPr/>
              </p:nvSpPr>
              <p:spPr>
                <a:xfrm>
                  <a:off x="358348" y="2753341"/>
                  <a:ext cx="222018" cy="39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018" h="39965" extrusionOk="0">
                      <a:moveTo>
                        <a:pt x="0" y="0"/>
                      </a:moveTo>
                      <a:lnTo>
                        <a:pt x="222018" y="0"/>
                      </a:lnTo>
                      <a:lnTo>
                        <a:pt x="222018" y="39965"/>
                      </a:lnTo>
                      <a:lnTo>
                        <a:pt x="0" y="39965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85" name="Google Shape;1185;p27"/>
                <p:cNvSpPr/>
                <p:nvPr/>
              </p:nvSpPr>
              <p:spPr>
                <a:xfrm>
                  <a:off x="371568" y="2763400"/>
                  <a:ext cx="70754" cy="707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754" h="70755" extrusionOk="0">
                      <a:moveTo>
                        <a:pt x="35377" y="70755"/>
                      </a:moveTo>
                      <a:cubicBezTo>
                        <a:pt x="54850" y="70755"/>
                        <a:pt x="70755" y="54850"/>
                        <a:pt x="70755" y="35377"/>
                      </a:cubicBezTo>
                      <a:cubicBezTo>
                        <a:pt x="70755" y="15905"/>
                        <a:pt x="54850" y="0"/>
                        <a:pt x="35377" y="0"/>
                      </a:cubicBezTo>
                      <a:cubicBezTo>
                        <a:pt x="15905" y="0"/>
                        <a:pt x="0" y="15905"/>
                        <a:pt x="0" y="35377"/>
                      </a:cubicBezTo>
                      <a:cubicBezTo>
                        <a:pt x="0" y="54850"/>
                        <a:pt x="15905" y="70755"/>
                        <a:pt x="35377" y="7075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86" name="Google Shape;1186;p27"/>
                <p:cNvSpPr/>
                <p:nvPr/>
              </p:nvSpPr>
              <p:spPr>
                <a:xfrm>
                  <a:off x="490478" y="2764589"/>
                  <a:ext cx="70754" cy="707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754" h="70755" extrusionOk="0">
                      <a:moveTo>
                        <a:pt x="35378" y="70755"/>
                      </a:moveTo>
                      <a:cubicBezTo>
                        <a:pt x="54850" y="70755"/>
                        <a:pt x="70755" y="54850"/>
                        <a:pt x="70755" y="35378"/>
                      </a:cubicBezTo>
                      <a:cubicBezTo>
                        <a:pt x="70755" y="15905"/>
                        <a:pt x="54850" y="0"/>
                        <a:pt x="35378" y="0"/>
                      </a:cubicBezTo>
                      <a:cubicBezTo>
                        <a:pt x="15905" y="0"/>
                        <a:pt x="0" y="15905"/>
                        <a:pt x="0" y="35378"/>
                      </a:cubicBezTo>
                      <a:cubicBezTo>
                        <a:pt x="0" y="54850"/>
                        <a:pt x="15905" y="70755"/>
                        <a:pt x="35378" y="7075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87" name="Google Shape;1187;p27"/>
                <p:cNvSpPr/>
                <p:nvPr/>
              </p:nvSpPr>
              <p:spPr>
                <a:xfrm>
                  <a:off x="380880" y="2772710"/>
                  <a:ext cx="52131" cy="52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131" h="52131" extrusionOk="0">
                      <a:moveTo>
                        <a:pt x="52132" y="26066"/>
                      </a:moveTo>
                      <a:cubicBezTo>
                        <a:pt x="52132" y="40462"/>
                        <a:pt x="40462" y="52132"/>
                        <a:pt x="26066" y="52132"/>
                      </a:cubicBezTo>
                      <a:cubicBezTo>
                        <a:pt x="11670" y="52132"/>
                        <a:pt x="0" y="40462"/>
                        <a:pt x="0" y="26066"/>
                      </a:cubicBezTo>
                      <a:cubicBezTo>
                        <a:pt x="0" y="11670"/>
                        <a:pt x="11670" y="0"/>
                        <a:pt x="26066" y="0"/>
                      </a:cubicBezTo>
                      <a:cubicBezTo>
                        <a:pt x="40462" y="0"/>
                        <a:pt x="52132" y="11670"/>
                        <a:pt x="52132" y="2606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88" name="Google Shape;1188;p27"/>
                <p:cNvSpPr/>
                <p:nvPr/>
              </p:nvSpPr>
              <p:spPr>
                <a:xfrm>
                  <a:off x="499790" y="2773900"/>
                  <a:ext cx="52131" cy="52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131" h="52131" extrusionOk="0">
                      <a:moveTo>
                        <a:pt x="52132" y="26066"/>
                      </a:moveTo>
                      <a:cubicBezTo>
                        <a:pt x="52132" y="40462"/>
                        <a:pt x="40462" y="52132"/>
                        <a:pt x="26066" y="52132"/>
                      </a:cubicBezTo>
                      <a:cubicBezTo>
                        <a:pt x="11670" y="52132"/>
                        <a:pt x="0" y="40462"/>
                        <a:pt x="0" y="26066"/>
                      </a:cubicBezTo>
                      <a:cubicBezTo>
                        <a:pt x="0" y="11670"/>
                        <a:pt x="11670" y="0"/>
                        <a:pt x="26066" y="0"/>
                      </a:cubicBezTo>
                      <a:cubicBezTo>
                        <a:pt x="40462" y="0"/>
                        <a:pt x="52132" y="11670"/>
                        <a:pt x="52132" y="2606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89" name="Google Shape;1189;p27"/>
                <p:cNvSpPr/>
                <p:nvPr/>
              </p:nvSpPr>
              <p:spPr>
                <a:xfrm>
                  <a:off x="397838" y="2789670"/>
                  <a:ext cx="18215" cy="18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15" h="18215" extrusionOk="0">
                      <a:moveTo>
                        <a:pt x="9108" y="18216"/>
                      </a:moveTo>
                      <a:cubicBezTo>
                        <a:pt x="14137" y="18216"/>
                        <a:pt x="18216" y="14104"/>
                        <a:pt x="18216" y="9108"/>
                      </a:cubicBezTo>
                      <a:cubicBezTo>
                        <a:pt x="18216" y="4112"/>
                        <a:pt x="14137" y="0"/>
                        <a:pt x="9108" y="0"/>
                      </a:cubicBezTo>
                      <a:cubicBezTo>
                        <a:pt x="4078" y="0"/>
                        <a:pt x="0" y="4078"/>
                        <a:pt x="0" y="9108"/>
                      </a:cubicBezTo>
                      <a:cubicBezTo>
                        <a:pt x="0" y="14138"/>
                        <a:pt x="4078" y="18216"/>
                        <a:pt x="9108" y="18216"/>
                      </a:cubicBez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90" name="Google Shape;1190;p27"/>
                <p:cNvSpPr/>
                <p:nvPr/>
              </p:nvSpPr>
              <p:spPr>
                <a:xfrm>
                  <a:off x="516748" y="2790859"/>
                  <a:ext cx="18215" cy="18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15" h="18215" extrusionOk="0">
                      <a:moveTo>
                        <a:pt x="9108" y="18215"/>
                      </a:moveTo>
                      <a:cubicBezTo>
                        <a:pt x="14137" y="18215"/>
                        <a:pt x="18216" y="14137"/>
                        <a:pt x="18216" y="9108"/>
                      </a:cubicBezTo>
                      <a:cubicBezTo>
                        <a:pt x="18216" y="4078"/>
                        <a:pt x="14137" y="0"/>
                        <a:pt x="9108" y="0"/>
                      </a:cubicBezTo>
                      <a:cubicBezTo>
                        <a:pt x="4078" y="0"/>
                        <a:pt x="0" y="4112"/>
                        <a:pt x="0" y="9108"/>
                      </a:cubicBezTo>
                      <a:cubicBezTo>
                        <a:pt x="0" y="14103"/>
                        <a:pt x="4078" y="18215"/>
                        <a:pt x="9108" y="18215"/>
                      </a:cubicBez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91" name="Google Shape;1191;p27"/>
                <p:cNvSpPr/>
                <p:nvPr/>
              </p:nvSpPr>
              <p:spPr>
                <a:xfrm>
                  <a:off x="591003" y="2754496"/>
                  <a:ext cx="28172" cy="38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72" h="38673" extrusionOk="0">
                      <a:moveTo>
                        <a:pt x="8972" y="12506"/>
                      </a:moveTo>
                      <a:lnTo>
                        <a:pt x="8972" y="26168"/>
                      </a:lnTo>
                      <a:lnTo>
                        <a:pt x="28173" y="26168"/>
                      </a:lnTo>
                      <a:lnTo>
                        <a:pt x="28173" y="38674"/>
                      </a:lnTo>
                      <a:lnTo>
                        <a:pt x="0" y="38674"/>
                      </a:lnTo>
                      <a:lnTo>
                        <a:pt x="0" y="38572"/>
                      </a:lnTo>
                      <a:lnTo>
                        <a:pt x="0" y="26168"/>
                      </a:lnTo>
                      <a:lnTo>
                        <a:pt x="0" y="12506"/>
                      </a:lnTo>
                      <a:lnTo>
                        <a:pt x="0" y="2277"/>
                      </a:lnTo>
                      <a:lnTo>
                        <a:pt x="0" y="0"/>
                      </a:lnTo>
                      <a:lnTo>
                        <a:pt x="28173" y="0"/>
                      </a:lnTo>
                      <a:lnTo>
                        <a:pt x="28173" y="12506"/>
                      </a:lnTo>
                      <a:lnTo>
                        <a:pt x="8972" y="1250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</p:grpSp>
      <p:grpSp>
        <p:nvGrpSpPr>
          <p:cNvPr id="1192" name="Google Shape;1192;p27"/>
          <p:cNvGrpSpPr/>
          <p:nvPr/>
        </p:nvGrpSpPr>
        <p:grpSpPr>
          <a:xfrm>
            <a:off x="6620539" y="410556"/>
            <a:ext cx="1459347" cy="1339652"/>
            <a:chOff x="6603245" y="415239"/>
            <a:chExt cx="1459347" cy="1339652"/>
          </a:xfrm>
        </p:grpSpPr>
        <p:grpSp>
          <p:nvGrpSpPr>
            <p:cNvPr id="1193" name="Google Shape;1193;p27"/>
            <p:cNvGrpSpPr/>
            <p:nvPr/>
          </p:nvGrpSpPr>
          <p:grpSpPr>
            <a:xfrm>
              <a:off x="7398713" y="415239"/>
              <a:ext cx="663880" cy="1339652"/>
              <a:chOff x="3013563" y="531703"/>
              <a:chExt cx="296018" cy="597339"/>
            </a:xfrm>
          </p:grpSpPr>
          <p:sp>
            <p:nvSpPr>
              <p:cNvPr id="1194" name="Google Shape;1194;p27"/>
              <p:cNvSpPr/>
              <p:nvPr/>
            </p:nvSpPr>
            <p:spPr>
              <a:xfrm>
                <a:off x="3129245" y="1092067"/>
                <a:ext cx="68715" cy="11316"/>
              </a:xfrm>
              <a:custGeom>
                <a:avLst/>
                <a:gdLst/>
                <a:ahLst/>
                <a:cxnLst/>
                <a:rect l="l" t="t" r="r" b="b"/>
                <a:pathLst>
                  <a:path w="68715" h="11316" extrusionOk="0">
                    <a:moveTo>
                      <a:pt x="4112" y="11317"/>
                    </a:moveTo>
                    <a:lnTo>
                      <a:pt x="64638" y="11317"/>
                    </a:lnTo>
                    <a:cubicBezTo>
                      <a:pt x="66881" y="11317"/>
                      <a:pt x="68716" y="9278"/>
                      <a:pt x="68716" y="6797"/>
                    </a:cubicBezTo>
                    <a:lnTo>
                      <a:pt x="68716" y="0"/>
                    </a:lnTo>
                    <a:lnTo>
                      <a:pt x="0" y="0"/>
                    </a:lnTo>
                    <a:lnTo>
                      <a:pt x="0" y="6797"/>
                    </a:lnTo>
                    <a:cubicBezTo>
                      <a:pt x="0" y="9278"/>
                      <a:pt x="1835" y="11317"/>
                      <a:pt x="4078" y="11317"/>
                    </a:cubicBezTo>
                    <a:close/>
                  </a:path>
                </a:pathLst>
              </a:custGeom>
              <a:solidFill>
                <a:srgbClr val="98BD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95" name="Google Shape;1195;p27"/>
              <p:cNvSpPr/>
              <p:nvPr/>
            </p:nvSpPr>
            <p:spPr>
              <a:xfrm>
                <a:off x="3129279" y="934551"/>
                <a:ext cx="68681" cy="160507"/>
              </a:xfrm>
              <a:custGeom>
                <a:avLst/>
                <a:gdLst/>
                <a:ahLst/>
                <a:cxnLst/>
                <a:rect l="l" t="t" r="r" b="b"/>
                <a:pathLst>
                  <a:path w="68681" h="160507" extrusionOk="0">
                    <a:moveTo>
                      <a:pt x="0" y="0"/>
                    </a:moveTo>
                    <a:lnTo>
                      <a:pt x="68682" y="0"/>
                    </a:lnTo>
                    <a:lnTo>
                      <a:pt x="68682" y="160507"/>
                    </a:lnTo>
                    <a:lnTo>
                      <a:pt x="0" y="16050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96" name="Google Shape;1196;p27"/>
              <p:cNvSpPr/>
              <p:nvPr/>
            </p:nvSpPr>
            <p:spPr>
              <a:xfrm>
                <a:off x="3129279" y="1054855"/>
                <a:ext cx="68681" cy="40203"/>
              </a:xfrm>
              <a:custGeom>
                <a:avLst/>
                <a:gdLst/>
                <a:ahLst/>
                <a:cxnLst/>
                <a:rect l="l" t="t" r="r" b="b"/>
                <a:pathLst>
                  <a:path w="68681" h="40203" extrusionOk="0">
                    <a:moveTo>
                      <a:pt x="0" y="40203"/>
                    </a:moveTo>
                    <a:lnTo>
                      <a:pt x="68682" y="40203"/>
                    </a:lnTo>
                    <a:lnTo>
                      <a:pt x="68682" y="0"/>
                    </a:lnTo>
                    <a:lnTo>
                      <a:pt x="0" y="38674"/>
                    </a:lnTo>
                    <a:lnTo>
                      <a:pt x="0" y="40203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97" name="Google Shape;1197;p27"/>
              <p:cNvSpPr/>
              <p:nvPr/>
            </p:nvSpPr>
            <p:spPr>
              <a:xfrm>
                <a:off x="3172881" y="934551"/>
                <a:ext cx="13491" cy="160507"/>
              </a:xfrm>
              <a:custGeom>
                <a:avLst/>
                <a:gdLst/>
                <a:ahLst/>
                <a:cxnLst/>
                <a:rect l="l" t="t" r="r" b="b"/>
                <a:pathLst>
                  <a:path w="13491" h="160507" extrusionOk="0">
                    <a:moveTo>
                      <a:pt x="0" y="0"/>
                    </a:moveTo>
                    <a:lnTo>
                      <a:pt x="13492" y="0"/>
                    </a:lnTo>
                    <a:lnTo>
                      <a:pt x="13492" y="160507"/>
                    </a:lnTo>
                    <a:lnTo>
                      <a:pt x="0" y="160507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98" name="Google Shape;1198;p27"/>
              <p:cNvSpPr/>
              <p:nvPr/>
            </p:nvSpPr>
            <p:spPr>
              <a:xfrm>
                <a:off x="3137333" y="950557"/>
                <a:ext cx="18147" cy="12509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25095" extrusionOk="0">
                    <a:moveTo>
                      <a:pt x="18147" y="116634"/>
                    </a:moveTo>
                    <a:lnTo>
                      <a:pt x="18147" y="8462"/>
                    </a:lnTo>
                    <a:cubicBezTo>
                      <a:pt x="18147" y="-2821"/>
                      <a:pt x="0" y="-2821"/>
                      <a:pt x="0" y="8462"/>
                    </a:cubicBezTo>
                    <a:lnTo>
                      <a:pt x="0" y="116634"/>
                    </a:lnTo>
                    <a:cubicBezTo>
                      <a:pt x="0" y="127916"/>
                      <a:pt x="18147" y="127916"/>
                      <a:pt x="18147" y="11663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99" name="Google Shape;1199;p27"/>
              <p:cNvSpPr/>
              <p:nvPr/>
            </p:nvSpPr>
            <p:spPr>
              <a:xfrm>
                <a:off x="3115821" y="924627"/>
                <a:ext cx="93830" cy="15428"/>
              </a:xfrm>
              <a:custGeom>
                <a:avLst/>
                <a:gdLst/>
                <a:ahLst/>
                <a:cxnLst/>
                <a:rect l="l" t="t" r="r" b="b"/>
                <a:pathLst>
                  <a:path w="93830" h="15428" extrusionOk="0">
                    <a:moveTo>
                      <a:pt x="5573" y="15429"/>
                    </a:moveTo>
                    <a:lnTo>
                      <a:pt x="88257" y="15429"/>
                    </a:lnTo>
                    <a:cubicBezTo>
                      <a:pt x="91315" y="15429"/>
                      <a:pt x="93830" y="12642"/>
                      <a:pt x="93830" y="9244"/>
                    </a:cubicBezTo>
                    <a:lnTo>
                      <a:pt x="93830" y="0"/>
                    </a:lnTo>
                    <a:lnTo>
                      <a:pt x="0" y="0"/>
                    </a:lnTo>
                    <a:lnTo>
                      <a:pt x="0" y="9244"/>
                    </a:lnTo>
                    <a:cubicBezTo>
                      <a:pt x="0" y="12642"/>
                      <a:pt x="2515" y="15429"/>
                      <a:pt x="5573" y="154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00" name="Google Shape;1200;p27"/>
              <p:cNvSpPr/>
              <p:nvPr/>
            </p:nvSpPr>
            <p:spPr>
              <a:xfrm>
                <a:off x="3115821" y="714639"/>
                <a:ext cx="93796" cy="219265"/>
              </a:xfrm>
              <a:custGeom>
                <a:avLst/>
                <a:gdLst/>
                <a:ahLst/>
                <a:cxnLst/>
                <a:rect l="l" t="t" r="r" b="b"/>
                <a:pathLst>
                  <a:path w="93796" h="219265" extrusionOk="0">
                    <a:moveTo>
                      <a:pt x="0" y="0"/>
                    </a:moveTo>
                    <a:lnTo>
                      <a:pt x="93796" y="0"/>
                    </a:lnTo>
                    <a:lnTo>
                      <a:pt x="93796" y="219266"/>
                    </a:lnTo>
                    <a:lnTo>
                      <a:pt x="0" y="21926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01" name="Google Shape;1201;p27"/>
              <p:cNvSpPr/>
              <p:nvPr/>
            </p:nvSpPr>
            <p:spPr>
              <a:xfrm>
                <a:off x="3170332" y="714639"/>
                <a:ext cx="25997" cy="219265"/>
              </a:xfrm>
              <a:custGeom>
                <a:avLst/>
                <a:gdLst/>
                <a:ahLst/>
                <a:cxnLst/>
                <a:rect l="l" t="t" r="r" b="b"/>
                <a:pathLst>
                  <a:path w="25997" h="219265" extrusionOk="0">
                    <a:moveTo>
                      <a:pt x="0" y="0"/>
                    </a:moveTo>
                    <a:lnTo>
                      <a:pt x="25998" y="0"/>
                    </a:lnTo>
                    <a:lnTo>
                      <a:pt x="25998" y="219266"/>
                    </a:lnTo>
                    <a:lnTo>
                      <a:pt x="0" y="219266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02" name="Google Shape;1202;p27"/>
              <p:cNvSpPr/>
              <p:nvPr/>
            </p:nvSpPr>
            <p:spPr>
              <a:xfrm>
                <a:off x="3123944" y="742184"/>
                <a:ext cx="21307" cy="174950"/>
              </a:xfrm>
              <a:custGeom>
                <a:avLst/>
                <a:gdLst/>
                <a:ahLst/>
                <a:cxnLst/>
                <a:rect l="l" t="t" r="r" b="b"/>
                <a:pathLst>
                  <a:path w="21307" h="174950" extrusionOk="0">
                    <a:moveTo>
                      <a:pt x="21308" y="164398"/>
                    </a:moveTo>
                    <a:lnTo>
                      <a:pt x="21308" y="10552"/>
                    </a:lnTo>
                    <a:cubicBezTo>
                      <a:pt x="21308" y="-3517"/>
                      <a:pt x="0" y="-3517"/>
                      <a:pt x="0" y="10552"/>
                    </a:cubicBezTo>
                    <a:lnTo>
                      <a:pt x="0" y="164398"/>
                    </a:lnTo>
                    <a:cubicBezTo>
                      <a:pt x="0" y="178468"/>
                      <a:pt x="21308" y="178468"/>
                      <a:pt x="21308" y="16439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03" name="Google Shape;1203;p27"/>
              <p:cNvSpPr/>
              <p:nvPr/>
            </p:nvSpPr>
            <p:spPr>
              <a:xfrm>
                <a:off x="3096450" y="709950"/>
                <a:ext cx="134101" cy="22055"/>
              </a:xfrm>
              <a:custGeom>
                <a:avLst/>
                <a:gdLst/>
                <a:ahLst/>
                <a:cxnLst/>
                <a:rect l="l" t="t" r="r" b="b"/>
                <a:pathLst>
                  <a:path w="134101" h="22055" extrusionOk="0">
                    <a:moveTo>
                      <a:pt x="7986" y="22056"/>
                    </a:moveTo>
                    <a:lnTo>
                      <a:pt x="126149" y="22056"/>
                    </a:lnTo>
                    <a:cubicBezTo>
                      <a:pt x="130533" y="22056"/>
                      <a:pt x="134102" y="18080"/>
                      <a:pt x="134102" y="13220"/>
                    </a:cubicBezTo>
                    <a:lnTo>
                      <a:pt x="134102" y="0"/>
                    </a:lnTo>
                    <a:lnTo>
                      <a:pt x="0" y="0"/>
                    </a:lnTo>
                    <a:lnTo>
                      <a:pt x="0" y="13220"/>
                    </a:lnTo>
                    <a:cubicBezTo>
                      <a:pt x="0" y="18080"/>
                      <a:pt x="3602" y="22056"/>
                      <a:pt x="7986" y="2205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04" name="Google Shape;1204;p27"/>
              <p:cNvSpPr/>
              <p:nvPr/>
            </p:nvSpPr>
            <p:spPr>
              <a:xfrm>
                <a:off x="3096518" y="537786"/>
                <a:ext cx="133999" cy="185383"/>
              </a:xfrm>
              <a:custGeom>
                <a:avLst/>
                <a:gdLst/>
                <a:ahLst/>
                <a:cxnLst/>
                <a:rect l="l" t="t" r="r" b="b"/>
                <a:pathLst>
                  <a:path w="133999" h="185383" extrusionOk="0">
                    <a:moveTo>
                      <a:pt x="0" y="0"/>
                    </a:moveTo>
                    <a:lnTo>
                      <a:pt x="133999" y="0"/>
                    </a:lnTo>
                    <a:lnTo>
                      <a:pt x="133999" y="185383"/>
                    </a:lnTo>
                    <a:lnTo>
                      <a:pt x="0" y="18538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05" name="Google Shape;1205;p27"/>
              <p:cNvSpPr/>
              <p:nvPr/>
            </p:nvSpPr>
            <p:spPr>
              <a:xfrm>
                <a:off x="3184741" y="537786"/>
                <a:ext cx="32590" cy="185383"/>
              </a:xfrm>
              <a:custGeom>
                <a:avLst/>
                <a:gdLst/>
                <a:ahLst/>
                <a:cxnLst/>
                <a:rect l="l" t="t" r="r" b="b"/>
                <a:pathLst>
                  <a:path w="32590" h="185383" extrusionOk="0">
                    <a:moveTo>
                      <a:pt x="0" y="0"/>
                    </a:moveTo>
                    <a:lnTo>
                      <a:pt x="32591" y="0"/>
                    </a:lnTo>
                    <a:lnTo>
                      <a:pt x="32591" y="185383"/>
                    </a:lnTo>
                    <a:lnTo>
                      <a:pt x="0" y="185383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06" name="Google Shape;1206;p27"/>
              <p:cNvSpPr/>
              <p:nvPr/>
            </p:nvSpPr>
            <p:spPr>
              <a:xfrm>
                <a:off x="3017420" y="531703"/>
                <a:ext cx="292161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292161" h="24400" extrusionOk="0">
                    <a:moveTo>
                      <a:pt x="12081" y="24401"/>
                    </a:moveTo>
                    <a:lnTo>
                      <a:pt x="280080" y="24401"/>
                    </a:lnTo>
                    <a:cubicBezTo>
                      <a:pt x="296189" y="24401"/>
                      <a:pt x="296189" y="0"/>
                      <a:pt x="280080" y="0"/>
                    </a:cubicBezTo>
                    <a:lnTo>
                      <a:pt x="12081" y="0"/>
                    </a:lnTo>
                    <a:cubicBezTo>
                      <a:pt x="-4027" y="0"/>
                      <a:pt x="-4027" y="24401"/>
                      <a:pt x="12081" y="24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07" name="Google Shape;1207;p27"/>
              <p:cNvSpPr/>
              <p:nvPr/>
            </p:nvSpPr>
            <p:spPr>
              <a:xfrm>
                <a:off x="3017471" y="544957"/>
                <a:ext cx="292059" cy="11112"/>
              </a:xfrm>
              <a:custGeom>
                <a:avLst/>
                <a:gdLst/>
                <a:ahLst/>
                <a:cxnLst/>
                <a:rect l="l" t="t" r="r" b="b"/>
                <a:pathLst>
                  <a:path w="292059" h="11112" extrusionOk="0">
                    <a:moveTo>
                      <a:pt x="12030" y="11113"/>
                    </a:moveTo>
                    <a:lnTo>
                      <a:pt x="280029" y="11113"/>
                    </a:lnTo>
                    <a:cubicBezTo>
                      <a:pt x="287608" y="11113"/>
                      <a:pt x="291618" y="5743"/>
                      <a:pt x="292060" y="0"/>
                    </a:cubicBezTo>
                    <a:lnTo>
                      <a:pt x="0" y="0"/>
                    </a:lnTo>
                    <a:cubicBezTo>
                      <a:pt x="442" y="5709"/>
                      <a:pt x="4452" y="11113"/>
                      <a:pt x="12030" y="1111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08" name="Google Shape;1208;p27"/>
              <p:cNvSpPr/>
              <p:nvPr/>
            </p:nvSpPr>
            <p:spPr>
              <a:xfrm>
                <a:off x="3108617" y="561278"/>
                <a:ext cx="24332" cy="150736"/>
              </a:xfrm>
              <a:custGeom>
                <a:avLst/>
                <a:gdLst/>
                <a:ahLst/>
                <a:cxnLst/>
                <a:rect l="l" t="t" r="r" b="b"/>
                <a:pathLst>
                  <a:path w="24332" h="150736" extrusionOk="0">
                    <a:moveTo>
                      <a:pt x="24333" y="138681"/>
                    </a:moveTo>
                    <a:lnTo>
                      <a:pt x="24333" y="12056"/>
                    </a:lnTo>
                    <a:cubicBezTo>
                      <a:pt x="24333" y="-4019"/>
                      <a:pt x="0" y="-4019"/>
                      <a:pt x="0" y="12056"/>
                    </a:cubicBezTo>
                    <a:lnTo>
                      <a:pt x="0" y="138681"/>
                    </a:lnTo>
                    <a:cubicBezTo>
                      <a:pt x="0" y="154755"/>
                      <a:pt x="24333" y="154755"/>
                      <a:pt x="24333" y="13868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09" name="Google Shape;1209;p27"/>
              <p:cNvSpPr/>
              <p:nvPr/>
            </p:nvSpPr>
            <p:spPr>
              <a:xfrm>
                <a:off x="3013563" y="1088839"/>
                <a:ext cx="292501" cy="40203"/>
              </a:xfrm>
              <a:custGeom>
                <a:avLst/>
                <a:gdLst/>
                <a:ahLst/>
                <a:cxnLst/>
                <a:rect l="l" t="t" r="r" b="b"/>
                <a:pathLst>
                  <a:path w="292501" h="40203" extrusionOk="0">
                    <a:moveTo>
                      <a:pt x="10025" y="0"/>
                    </a:moveTo>
                    <a:lnTo>
                      <a:pt x="282442" y="0"/>
                    </a:lnTo>
                    <a:cubicBezTo>
                      <a:pt x="287982" y="0"/>
                      <a:pt x="292502" y="4520"/>
                      <a:pt x="292502" y="10059"/>
                    </a:cubicBezTo>
                    <a:lnTo>
                      <a:pt x="292502" y="30144"/>
                    </a:lnTo>
                    <a:cubicBezTo>
                      <a:pt x="292502" y="35683"/>
                      <a:pt x="287982" y="40203"/>
                      <a:pt x="282442" y="40203"/>
                    </a:cubicBezTo>
                    <a:lnTo>
                      <a:pt x="10025" y="40203"/>
                    </a:lnTo>
                    <a:cubicBezTo>
                      <a:pt x="4486" y="40203"/>
                      <a:pt x="0" y="35717"/>
                      <a:pt x="0" y="30178"/>
                    </a:cubicBezTo>
                    <a:lnTo>
                      <a:pt x="0" y="10059"/>
                    </a:lnTo>
                    <a:cubicBezTo>
                      <a:pt x="0" y="4520"/>
                      <a:pt x="4486" y="34"/>
                      <a:pt x="10025" y="3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10" name="Google Shape;1210;p27"/>
              <p:cNvSpPr/>
              <p:nvPr/>
            </p:nvSpPr>
            <p:spPr>
              <a:xfrm>
                <a:off x="3013563" y="1088839"/>
                <a:ext cx="292501" cy="20186"/>
              </a:xfrm>
              <a:custGeom>
                <a:avLst/>
                <a:gdLst/>
                <a:ahLst/>
                <a:cxnLst/>
                <a:rect l="l" t="t" r="r" b="b"/>
                <a:pathLst>
                  <a:path w="292501" h="20186" extrusionOk="0">
                    <a:moveTo>
                      <a:pt x="292502" y="20187"/>
                    </a:moveTo>
                    <a:lnTo>
                      <a:pt x="292502" y="10059"/>
                    </a:lnTo>
                    <a:cubicBezTo>
                      <a:pt x="292502" y="4520"/>
                      <a:pt x="287982" y="0"/>
                      <a:pt x="282442" y="0"/>
                    </a:cubicBezTo>
                    <a:lnTo>
                      <a:pt x="10025" y="0"/>
                    </a:lnTo>
                    <a:cubicBezTo>
                      <a:pt x="4520" y="0"/>
                      <a:pt x="0" y="4520"/>
                      <a:pt x="0" y="10059"/>
                    </a:cubicBezTo>
                    <a:lnTo>
                      <a:pt x="0" y="20187"/>
                    </a:lnTo>
                    <a:lnTo>
                      <a:pt x="292502" y="20187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211" name="Google Shape;1211;p27"/>
            <p:cNvGrpSpPr/>
            <p:nvPr/>
          </p:nvGrpSpPr>
          <p:grpSpPr>
            <a:xfrm>
              <a:off x="6603245" y="415239"/>
              <a:ext cx="655992" cy="715441"/>
              <a:chOff x="2658871" y="531703"/>
              <a:chExt cx="292501" cy="319009"/>
            </a:xfrm>
          </p:grpSpPr>
          <p:sp>
            <p:nvSpPr>
              <p:cNvPr id="1212" name="Google Shape;1212;p27"/>
              <p:cNvSpPr/>
              <p:nvPr/>
            </p:nvSpPr>
            <p:spPr>
              <a:xfrm>
                <a:off x="2769285" y="801265"/>
                <a:ext cx="68682" cy="11316"/>
              </a:xfrm>
              <a:custGeom>
                <a:avLst/>
                <a:gdLst/>
                <a:ahLst/>
                <a:cxnLst/>
                <a:rect l="l" t="t" r="r" b="b"/>
                <a:pathLst>
                  <a:path w="68682" h="11316" extrusionOk="0">
                    <a:moveTo>
                      <a:pt x="4078" y="11317"/>
                    </a:moveTo>
                    <a:lnTo>
                      <a:pt x="64604" y="11317"/>
                    </a:lnTo>
                    <a:cubicBezTo>
                      <a:pt x="66847" y="11317"/>
                      <a:pt x="68682" y="9278"/>
                      <a:pt x="68682" y="6797"/>
                    </a:cubicBezTo>
                    <a:lnTo>
                      <a:pt x="68682" y="0"/>
                    </a:lnTo>
                    <a:lnTo>
                      <a:pt x="0" y="0"/>
                    </a:lnTo>
                    <a:lnTo>
                      <a:pt x="0" y="6797"/>
                    </a:lnTo>
                    <a:cubicBezTo>
                      <a:pt x="0" y="9278"/>
                      <a:pt x="1835" y="11317"/>
                      <a:pt x="4078" y="113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13" name="Google Shape;1213;p27"/>
              <p:cNvSpPr/>
              <p:nvPr/>
            </p:nvSpPr>
            <p:spPr>
              <a:xfrm>
                <a:off x="2769319" y="643749"/>
                <a:ext cx="68647" cy="160507"/>
              </a:xfrm>
              <a:custGeom>
                <a:avLst/>
                <a:gdLst/>
                <a:ahLst/>
                <a:cxnLst/>
                <a:rect l="l" t="t" r="r" b="b"/>
                <a:pathLst>
                  <a:path w="68647" h="160507" extrusionOk="0">
                    <a:moveTo>
                      <a:pt x="0" y="0"/>
                    </a:moveTo>
                    <a:lnTo>
                      <a:pt x="68648" y="0"/>
                    </a:lnTo>
                    <a:lnTo>
                      <a:pt x="68648" y="160507"/>
                    </a:lnTo>
                    <a:lnTo>
                      <a:pt x="0" y="16050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14" name="Google Shape;1214;p27"/>
              <p:cNvSpPr/>
              <p:nvPr/>
            </p:nvSpPr>
            <p:spPr>
              <a:xfrm>
                <a:off x="2769319" y="764052"/>
                <a:ext cx="68648" cy="40237"/>
              </a:xfrm>
              <a:custGeom>
                <a:avLst/>
                <a:gdLst/>
                <a:ahLst/>
                <a:cxnLst/>
                <a:rect l="l" t="t" r="r" b="b"/>
                <a:pathLst>
                  <a:path w="68648" h="40237" extrusionOk="0">
                    <a:moveTo>
                      <a:pt x="0" y="40237"/>
                    </a:moveTo>
                    <a:lnTo>
                      <a:pt x="68648" y="40237"/>
                    </a:lnTo>
                    <a:lnTo>
                      <a:pt x="68648" y="0"/>
                    </a:lnTo>
                    <a:lnTo>
                      <a:pt x="0" y="38674"/>
                    </a:lnTo>
                    <a:lnTo>
                      <a:pt x="0" y="40237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15" name="Google Shape;1215;p27"/>
              <p:cNvSpPr/>
              <p:nvPr/>
            </p:nvSpPr>
            <p:spPr>
              <a:xfrm>
                <a:off x="2812887" y="643749"/>
                <a:ext cx="13491" cy="160507"/>
              </a:xfrm>
              <a:custGeom>
                <a:avLst/>
                <a:gdLst/>
                <a:ahLst/>
                <a:cxnLst/>
                <a:rect l="l" t="t" r="r" b="b"/>
                <a:pathLst>
                  <a:path w="13491" h="160507" extrusionOk="0">
                    <a:moveTo>
                      <a:pt x="0" y="0"/>
                    </a:moveTo>
                    <a:lnTo>
                      <a:pt x="13492" y="0"/>
                    </a:lnTo>
                    <a:lnTo>
                      <a:pt x="13492" y="160507"/>
                    </a:lnTo>
                    <a:lnTo>
                      <a:pt x="0" y="160507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16" name="Google Shape;1216;p27"/>
              <p:cNvSpPr/>
              <p:nvPr/>
            </p:nvSpPr>
            <p:spPr>
              <a:xfrm>
                <a:off x="2777339" y="659755"/>
                <a:ext cx="18147" cy="12509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25095" extrusionOk="0">
                    <a:moveTo>
                      <a:pt x="18147" y="116634"/>
                    </a:moveTo>
                    <a:lnTo>
                      <a:pt x="18147" y="8462"/>
                    </a:lnTo>
                    <a:cubicBezTo>
                      <a:pt x="18147" y="-2821"/>
                      <a:pt x="0" y="-2821"/>
                      <a:pt x="0" y="8462"/>
                    </a:cubicBezTo>
                    <a:lnTo>
                      <a:pt x="0" y="116634"/>
                    </a:lnTo>
                    <a:cubicBezTo>
                      <a:pt x="0" y="127916"/>
                      <a:pt x="18147" y="127916"/>
                      <a:pt x="18147" y="11663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17" name="Google Shape;1217;p27"/>
              <p:cNvSpPr/>
              <p:nvPr/>
            </p:nvSpPr>
            <p:spPr>
              <a:xfrm>
                <a:off x="2757459" y="765446"/>
                <a:ext cx="93830" cy="15462"/>
              </a:xfrm>
              <a:custGeom>
                <a:avLst/>
                <a:gdLst/>
                <a:ahLst/>
                <a:cxnLst/>
                <a:rect l="l" t="t" r="r" b="b"/>
                <a:pathLst>
                  <a:path w="93830" h="15462" extrusionOk="0">
                    <a:moveTo>
                      <a:pt x="5573" y="15463"/>
                    </a:moveTo>
                    <a:lnTo>
                      <a:pt x="88257" y="15463"/>
                    </a:lnTo>
                    <a:cubicBezTo>
                      <a:pt x="91315" y="15463"/>
                      <a:pt x="93830" y="12676"/>
                      <a:pt x="93830" y="9278"/>
                    </a:cubicBezTo>
                    <a:lnTo>
                      <a:pt x="93830" y="0"/>
                    </a:lnTo>
                    <a:lnTo>
                      <a:pt x="0" y="0"/>
                    </a:lnTo>
                    <a:lnTo>
                      <a:pt x="0" y="9278"/>
                    </a:lnTo>
                    <a:cubicBezTo>
                      <a:pt x="0" y="12676"/>
                      <a:pt x="2515" y="15463"/>
                      <a:pt x="5573" y="1546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18" name="Google Shape;1218;p27"/>
              <p:cNvSpPr/>
              <p:nvPr/>
            </p:nvSpPr>
            <p:spPr>
              <a:xfrm>
                <a:off x="2757493" y="555492"/>
                <a:ext cx="93762" cy="219265"/>
              </a:xfrm>
              <a:custGeom>
                <a:avLst/>
                <a:gdLst/>
                <a:ahLst/>
                <a:cxnLst/>
                <a:rect l="l" t="t" r="r" b="b"/>
                <a:pathLst>
                  <a:path w="93762" h="219265" extrusionOk="0">
                    <a:moveTo>
                      <a:pt x="0" y="0"/>
                    </a:moveTo>
                    <a:lnTo>
                      <a:pt x="93762" y="0"/>
                    </a:lnTo>
                    <a:lnTo>
                      <a:pt x="93762" y="219266"/>
                    </a:lnTo>
                    <a:lnTo>
                      <a:pt x="0" y="21926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19" name="Google Shape;1219;p27"/>
              <p:cNvSpPr/>
              <p:nvPr/>
            </p:nvSpPr>
            <p:spPr>
              <a:xfrm>
                <a:off x="2811969" y="555492"/>
                <a:ext cx="25997" cy="219265"/>
              </a:xfrm>
              <a:custGeom>
                <a:avLst/>
                <a:gdLst/>
                <a:ahLst/>
                <a:cxnLst/>
                <a:rect l="l" t="t" r="r" b="b"/>
                <a:pathLst>
                  <a:path w="25997" h="219265" extrusionOk="0">
                    <a:moveTo>
                      <a:pt x="0" y="0"/>
                    </a:moveTo>
                    <a:lnTo>
                      <a:pt x="25998" y="0"/>
                    </a:lnTo>
                    <a:lnTo>
                      <a:pt x="25998" y="219266"/>
                    </a:lnTo>
                    <a:lnTo>
                      <a:pt x="0" y="219266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20" name="Google Shape;1220;p27"/>
              <p:cNvSpPr/>
              <p:nvPr/>
            </p:nvSpPr>
            <p:spPr>
              <a:xfrm>
                <a:off x="2765581" y="583036"/>
                <a:ext cx="21308" cy="174950"/>
              </a:xfrm>
              <a:custGeom>
                <a:avLst/>
                <a:gdLst/>
                <a:ahLst/>
                <a:cxnLst/>
                <a:rect l="l" t="t" r="r" b="b"/>
                <a:pathLst>
                  <a:path w="21308" h="174950" extrusionOk="0">
                    <a:moveTo>
                      <a:pt x="21308" y="164398"/>
                    </a:moveTo>
                    <a:lnTo>
                      <a:pt x="21308" y="10552"/>
                    </a:lnTo>
                    <a:cubicBezTo>
                      <a:pt x="21308" y="-3517"/>
                      <a:pt x="0" y="-3517"/>
                      <a:pt x="0" y="10552"/>
                    </a:cubicBezTo>
                    <a:lnTo>
                      <a:pt x="0" y="164398"/>
                    </a:lnTo>
                    <a:cubicBezTo>
                      <a:pt x="0" y="178468"/>
                      <a:pt x="21308" y="178468"/>
                      <a:pt x="21308" y="16439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21" name="Google Shape;1221;p27"/>
              <p:cNvSpPr/>
              <p:nvPr/>
            </p:nvSpPr>
            <p:spPr>
              <a:xfrm>
                <a:off x="2738156" y="709950"/>
                <a:ext cx="134101" cy="22055"/>
              </a:xfrm>
              <a:custGeom>
                <a:avLst/>
                <a:gdLst/>
                <a:ahLst/>
                <a:cxnLst/>
                <a:rect l="l" t="t" r="r" b="b"/>
                <a:pathLst>
                  <a:path w="134101" h="22055" extrusionOk="0">
                    <a:moveTo>
                      <a:pt x="7952" y="22056"/>
                    </a:moveTo>
                    <a:lnTo>
                      <a:pt x="126115" y="22056"/>
                    </a:lnTo>
                    <a:cubicBezTo>
                      <a:pt x="130499" y="22056"/>
                      <a:pt x="134102" y="18080"/>
                      <a:pt x="134102" y="13220"/>
                    </a:cubicBezTo>
                    <a:lnTo>
                      <a:pt x="134102" y="0"/>
                    </a:lnTo>
                    <a:lnTo>
                      <a:pt x="0" y="0"/>
                    </a:lnTo>
                    <a:lnTo>
                      <a:pt x="0" y="13220"/>
                    </a:lnTo>
                    <a:cubicBezTo>
                      <a:pt x="0" y="18080"/>
                      <a:pt x="3602" y="22056"/>
                      <a:pt x="7986" y="2205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22" name="Google Shape;1222;p27"/>
              <p:cNvSpPr/>
              <p:nvPr/>
            </p:nvSpPr>
            <p:spPr>
              <a:xfrm>
                <a:off x="2738156" y="537786"/>
                <a:ext cx="134033" cy="185383"/>
              </a:xfrm>
              <a:custGeom>
                <a:avLst/>
                <a:gdLst/>
                <a:ahLst/>
                <a:cxnLst/>
                <a:rect l="l" t="t" r="r" b="b"/>
                <a:pathLst>
                  <a:path w="134033" h="185383" extrusionOk="0">
                    <a:moveTo>
                      <a:pt x="0" y="0"/>
                    </a:moveTo>
                    <a:lnTo>
                      <a:pt x="134033" y="0"/>
                    </a:lnTo>
                    <a:lnTo>
                      <a:pt x="134033" y="185383"/>
                    </a:lnTo>
                    <a:lnTo>
                      <a:pt x="0" y="18538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23" name="Google Shape;1223;p27"/>
              <p:cNvSpPr/>
              <p:nvPr/>
            </p:nvSpPr>
            <p:spPr>
              <a:xfrm>
                <a:off x="2826412" y="537786"/>
                <a:ext cx="32624" cy="185383"/>
              </a:xfrm>
              <a:custGeom>
                <a:avLst/>
                <a:gdLst/>
                <a:ahLst/>
                <a:cxnLst/>
                <a:rect l="l" t="t" r="r" b="b"/>
                <a:pathLst>
                  <a:path w="32624" h="185383" extrusionOk="0">
                    <a:moveTo>
                      <a:pt x="0" y="0"/>
                    </a:moveTo>
                    <a:lnTo>
                      <a:pt x="32625" y="0"/>
                    </a:lnTo>
                    <a:lnTo>
                      <a:pt x="32625" y="185383"/>
                    </a:lnTo>
                    <a:lnTo>
                      <a:pt x="0" y="185383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24" name="Google Shape;1224;p27"/>
              <p:cNvSpPr/>
              <p:nvPr/>
            </p:nvSpPr>
            <p:spPr>
              <a:xfrm>
                <a:off x="2659117" y="531703"/>
                <a:ext cx="292136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292136" h="24400" extrusionOk="0">
                    <a:moveTo>
                      <a:pt x="12056" y="24401"/>
                    </a:moveTo>
                    <a:lnTo>
                      <a:pt x="280055" y="24401"/>
                    </a:lnTo>
                    <a:cubicBezTo>
                      <a:pt x="296163" y="24401"/>
                      <a:pt x="296163" y="0"/>
                      <a:pt x="280055" y="0"/>
                    </a:cubicBezTo>
                    <a:lnTo>
                      <a:pt x="12056" y="0"/>
                    </a:lnTo>
                    <a:cubicBezTo>
                      <a:pt x="-4019" y="0"/>
                      <a:pt x="-4019" y="24401"/>
                      <a:pt x="12056" y="24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25" name="Google Shape;1225;p27"/>
              <p:cNvSpPr/>
              <p:nvPr/>
            </p:nvSpPr>
            <p:spPr>
              <a:xfrm>
                <a:off x="2659142" y="544957"/>
                <a:ext cx="292059" cy="11112"/>
              </a:xfrm>
              <a:custGeom>
                <a:avLst/>
                <a:gdLst/>
                <a:ahLst/>
                <a:cxnLst/>
                <a:rect l="l" t="t" r="r" b="b"/>
                <a:pathLst>
                  <a:path w="292059" h="11112" extrusionOk="0">
                    <a:moveTo>
                      <a:pt x="12030" y="11113"/>
                    </a:moveTo>
                    <a:lnTo>
                      <a:pt x="280029" y="11113"/>
                    </a:lnTo>
                    <a:cubicBezTo>
                      <a:pt x="287608" y="11113"/>
                      <a:pt x="291618" y="5743"/>
                      <a:pt x="292060" y="0"/>
                    </a:cubicBezTo>
                    <a:lnTo>
                      <a:pt x="0" y="0"/>
                    </a:lnTo>
                    <a:cubicBezTo>
                      <a:pt x="442" y="5709"/>
                      <a:pt x="4452" y="11113"/>
                      <a:pt x="12030" y="1111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26" name="Google Shape;1226;p27"/>
              <p:cNvSpPr/>
              <p:nvPr/>
            </p:nvSpPr>
            <p:spPr>
              <a:xfrm>
                <a:off x="2750288" y="561278"/>
                <a:ext cx="24332" cy="150736"/>
              </a:xfrm>
              <a:custGeom>
                <a:avLst/>
                <a:gdLst/>
                <a:ahLst/>
                <a:cxnLst/>
                <a:rect l="l" t="t" r="r" b="b"/>
                <a:pathLst>
                  <a:path w="24332" h="150736" extrusionOk="0">
                    <a:moveTo>
                      <a:pt x="24333" y="138681"/>
                    </a:moveTo>
                    <a:lnTo>
                      <a:pt x="24333" y="12056"/>
                    </a:lnTo>
                    <a:cubicBezTo>
                      <a:pt x="24333" y="-4019"/>
                      <a:pt x="0" y="-4019"/>
                      <a:pt x="0" y="12056"/>
                    </a:cubicBezTo>
                    <a:lnTo>
                      <a:pt x="0" y="138681"/>
                    </a:lnTo>
                    <a:cubicBezTo>
                      <a:pt x="0" y="154755"/>
                      <a:pt x="24333" y="154755"/>
                      <a:pt x="24333" y="13868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27" name="Google Shape;1227;p27"/>
              <p:cNvSpPr/>
              <p:nvPr/>
            </p:nvSpPr>
            <p:spPr>
              <a:xfrm>
                <a:off x="2658871" y="810509"/>
                <a:ext cx="292501" cy="40203"/>
              </a:xfrm>
              <a:custGeom>
                <a:avLst/>
                <a:gdLst/>
                <a:ahLst/>
                <a:cxnLst/>
                <a:rect l="l" t="t" r="r" b="b"/>
                <a:pathLst>
                  <a:path w="292501" h="40203" extrusionOk="0">
                    <a:moveTo>
                      <a:pt x="10059" y="34"/>
                    </a:moveTo>
                    <a:lnTo>
                      <a:pt x="282476" y="34"/>
                    </a:lnTo>
                    <a:cubicBezTo>
                      <a:pt x="288016" y="34"/>
                      <a:pt x="292502" y="4520"/>
                      <a:pt x="292502" y="10059"/>
                    </a:cubicBezTo>
                    <a:lnTo>
                      <a:pt x="292502" y="30144"/>
                    </a:lnTo>
                    <a:cubicBezTo>
                      <a:pt x="292502" y="35683"/>
                      <a:pt x="287982" y="40203"/>
                      <a:pt x="282442" y="40203"/>
                    </a:cubicBezTo>
                    <a:lnTo>
                      <a:pt x="10059" y="40203"/>
                    </a:lnTo>
                    <a:cubicBezTo>
                      <a:pt x="4520" y="40203"/>
                      <a:pt x="0" y="35683"/>
                      <a:pt x="0" y="30144"/>
                    </a:cubicBezTo>
                    <a:lnTo>
                      <a:pt x="0" y="10059"/>
                    </a:lnTo>
                    <a:cubicBezTo>
                      <a:pt x="0" y="4520"/>
                      <a:pt x="4520" y="0"/>
                      <a:pt x="100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28" name="Google Shape;1228;p27"/>
              <p:cNvSpPr/>
              <p:nvPr/>
            </p:nvSpPr>
            <p:spPr>
              <a:xfrm>
                <a:off x="2658871" y="810543"/>
                <a:ext cx="292501" cy="20186"/>
              </a:xfrm>
              <a:custGeom>
                <a:avLst/>
                <a:gdLst/>
                <a:ahLst/>
                <a:cxnLst/>
                <a:rect l="l" t="t" r="r" b="b"/>
                <a:pathLst>
                  <a:path w="292501" h="20186" extrusionOk="0">
                    <a:moveTo>
                      <a:pt x="292502" y="20187"/>
                    </a:moveTo>
                    <a:lnTo>
                      <a:pt x="292502" y="10059"/>
                    </a:lnTo>
                    <a:cubicBezTo>
                      <a:pt x="292502" y="4520"/>
                      <a:pt x="287982" y="0"/>
                      <a:pt x="282476" y="0"/>
                    </a:cubicBezTo>
                    <a:lnTo>
                      <a:pt x="10059" y="0"/>
                    </a:lnTo>
                    <a:cubicBezTo>
                      <a:pt x="4520" y="0"/>
                      <a:pt x="0" y="4520"/>
                      <a:pt x="0" y="10059"/>
                    </a:cubicBezTo>
                    <a:lnTo>
                      <a:pt x="0" y="20187"/>
                    </a:lnTo>
                    <a:lnTo>
                      <a:pt x="292502" y="20187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561636" y="3228048"/>
            <a:ext cx="4690848" cy="421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>
                <a:solidFill>
                  <a:srgbClr val="03515F"/>
                </a:solidFill>
                <a:latin typeface="Montserrat" panose="00000500000000000000" pitchFamily="2" charset="0"/>
                <a:ea typeface="Lato" panose="020F0502020204030203"/>
                <a:cs typeface="Times New Roman" panose="02020603050405020304" pitchFamily="18" charset="0"/>
                <a:sym typeface="Lato" panose="020F0502020204030203"/>
              </a:rPr>
              <a:t>Supervised by: Eng/ Kareem Bakli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28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6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solidFill>
                  <a:srgbClr val="03515F"/>
                </a:solidFill>
              </a:rPr>
              <a:t>Contents of this Presentation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990974"/>
              </p:ext>
            </p:extLst>
          </p:nvPr>
        </p:nvGraphicFramePr>
        <p:xfrm>
          <a:off x="1121799" y="1192541"/>
          <a:ext cx="7588510" cy="236780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5210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7503">
                  <a:extLst>
                    <a:ext uri="{9D8B030D-6E8A-4147-A177-3AD203B41FA5}">
                      <a16:colId xmlns:a16="http://schemas.microsoft.com/office/drawing/2014/main" val="2428349398"/>
                    </a:ext>
                  </a:extLst>
                </a:gridCol>
              </a:tblGrid>
              <a:tr h="474533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noProof="0" dirty="0">
                          <a:solidFill>
                            <a:srgbClr val="0C373E"/>
                          </a:solidFill>
                          <a:latin typeface="Montserrat" panose="00000500000000000000" pitchFamily="2" charset="0"/>
                          <a:cs typeface="Times New Roman" panose="02020603050405020304" pitchFamily="18" charset="0"/>
                        </a:rPr>
                        <a:t>1. Case Study Story</a:t>
                      </a:r>
                      <a:endParaRPr lang="en-US" sz="1600" b="0" noProof="0" dirty="0">
                        <a:solidFill>
                          <a:srgbClr val="0C373E"/>
                        </a:solidFill>
                        <a:latin typeface="Montserrat" panose="00000500000000000000" pitchFamily="2" charset="0"/>
                        <a:ea typeface="Montserrat" panose="00000500000000000000"/>
                        <a:cs typeface="Montserrat" panose="00000500000000000000"/>
                        <a:sym typeface="Montserrat" panose="000005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noProof="0" dirty="0">
                          <a:solidFill>
                            <a:srgbClr val="0C373E"/>
                          </a:solidFill>
                          <a:latin typeface="Montserrat" panose="00000500000000000000" pitchFamily="2" charset="0"/>
                          <a:ea typeface="Montserrat" panose="00000500000000000000"/>
                          <a:cs typeface="Montserrat" panose="00000500000000000000"/>
                          <a:sym typeface="Montserrat" panose="00000500000000000000"/>
                        </a:rPr>
                        <a:t>6. </a:t>
                      </a:r>
                      <a:r>
                        <a:rPr lang="en-US" sz="1600" b="0" i="0" u="none" strike="noStrike" cap="none" noProof="0" dirty="0">
                          <a:solidFill>
                            <a:srgbClr val="0C373E"/>
                          </a:solidFill>
                          <a:latin typeface="Montserrat" panose="00000500000000000000" pitchFamily="2" charset="0"/>
                          <a:ea typeface="+mn-ea"/>
                          <a:cs typeface="Times New Roman" panose="02020603050405020304" pitchFamily="18" charset="0"/>
                          <a:sym typeface="Montserrat" panose="00000500000000000000"/>
                        </a:rPr>
                        <a:t>Dashboard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10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noProof="0" dirty="0">
                          <a:solidFill>
                            <a:srgbClr val="0C373E"/>
                          </a:solidFill>
                          <a:latin typeface="Montserrat" panose="00000500000000000000" pitchFamily="2" charset="0"/>
                          <a:cs typeface="Times New Roman" panose="02020603050405020304" pitchFamily="18" charset="0"/>
                        </a:rPr>
                        <a:t>2. Data Exploration Data 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noProof="0" dirty="0">
                          <a:solidFill>
                            <a:srgbClr val="0C373E"/>
                          </a:solidFill>
                          <a:latin typeface="Montserrat" panose="00000500000000000000" pitchFamily="2" charset="0"/>
                          <a:cs typeface="Times New Roman" panose="02020603050405020304" pitchFamily="18" charset="0"/>
                        </a:rPr>
                        <a:t>7. Predictive Maintenance Triggers 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10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noProof="0" dirty="0">
                          <a:solidFill>
                            <a:srgbClr val="0C373E"/>
                          </a:solidFill>
                          <a:latin typeface="Montserrat" panose="00000500000000000000" pitchFamily="2" charset="0"/>
                          <a:cs typeface="Times New Roman" panose="02020603050405020304" pitchFamily="18" charset="0"/>
                        </a:rPr>
                        <a:t>3. Business Questions 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noProof="0" dirty="0">
                          <a:solidFill>
                            <a:srgbClr val="0C373E"/>
                          </a:solidFill>
                          <a:latin typeface="Montserrat" panose="00000500000000000000" pitchFamily="2" charset="0"/>
                          <a:cs typeface="Times New Roman" panose="02020603050405020304" pitchFamily="18" charset="0"/>
                        </a:rPr>
                        <a:t>8. Recommended Action Plan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533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noProof="0" dirty="0">
                          <a:solidFill>
                            <a:srgbClr val="0C373E"/>
                          </a:solidFill>
                          <a:latin typeface="Montserrat" panose="00000500000000000000" pitchFamily="2" charset="0"/>
                          <a:cs typeface="Times New Roman" panose="02020603050405020304" pitchFamily="18" charset="0"/>
                        </a:rPr>
                        <a:t>4. Data Transformation Ideas </a:t>
                      </a:r>
                      <a:endParaRPr lang="en-US" sz="1600" b="0" noProof="0" dirty="0">
                        <a:solidFill>
                          <a:srgbClr val="0C373E"/>
                        </a:solidFill>
                        <a:latin typeface="Montserrat" panose="00000500000000000000" pitchFamily="2" charset="0"/>
                        <a:ea typeface="Montserrat" panose="00000500000000000000"/>
                        <a:cs typeface="Montserrat" panose="00000500000000000000"/>
                        <a:sym typeface="Montserrat" panose="000005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noProof="0" dirty="0">
                          <a:solidFill>
                            <a:srgbClr val="0C373E"/>
                          </a:solidFill>
                          <a:latin typeface="Montserrat" panose="00000500000000000000" pitchFamily="2" charset="0"/>
                          <a:ea typeface="Montserrat" panose="00000500000000000000"/>
                          <a:cs typeface="Montserrat" panose="00000500000000000000"/>
                          <a:sym typeface="Montserrat" panose="00000500000000000000"/>
                        </a:rPr>
                        <a:t>9. Project Impact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533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noProof="0" dirty="0">
                          <a:solidFill>
                            <a:srgbClr val="0C373E"/>
                          </a:solidFill>
                          <a:latin typeface="Montserrat" panose="00000500000000000000" pitchFamily="2" charset="0"/>
                          <a:cs typeface="Times New Roman" panose="02020603050405020304" pitchFamily="18" charset="0"/>
                        </a:rPr>
                        <a:t>5. Insights</a:t>
                      </a:r>
                      <a:endParaRPr lang="en-US" sz="1600" b="0" noProof="0" dirty="0">
                        <a:solidFill>
                          <a:srgbClr val="0C373E"/>
                        </a:solidFill>
                        <a:latin typeface="Montserrat" panose="00000500000000000000" pitchFamily="2" charset="0"/>
                        <a:ea typeface="Montserrat" panose="00000500000000000000"/>
                        <a:cs typeface="Montserrat" panose="00000500000000000000"/>
                        <a:sym typeface="Montserrat" panose="000005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="0" noProof="0" dirty="0">
                        <a:solidFill>
                          <a:srgbClr val="0C373E"/>
                        </a:solidFill>
                        <a:latin typeface="Montserrat" panose="00000500000000000000" pitchFamily="2" charset="0"/>
                        <a:ea typeface="Montserrat" panose="00000500000000000000"/>
                        <a:cs typeface="Montserrat" panose="00000500000000000000"/>
                        <a:sym typeface="Montserrat" panose="000005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324" name="Google Shape;2217;p47"/>
          <p:cNvGrpSpPr/>
          <p:nvPr/>
        </p:nvGrpSpPr>
        <p:grpSpPr>
          <a:xfrm>
            <a:off x="-253254" y="3789564"/>
            <a:ext cx="3535500" cy="1369884"/>
            <a:chOff x="4675953" y="4550559"/>
            <a:chExt cx="1655042" cy="641271"/>
          </a:xfrm>
        </p:grpSpPr>
        <p:sp>
          <p:nvSpPr>
            <p:cNvPr id="1325" name="Google Shape;2218;p47"/>
            <p:cNvSpPr/>
            <p:nvPr/>
          </p:nvSpPr>
          <p:spPr>
            <a:xfrm>
              <a:off x="4706758" y="4626397"/>
              <a:ext cx="143990" cy="432787"/>
            </a:xfrm>
            <a:custGeom>
              <a:avLst/>
              <a:gdLst/>
              <a:ahLst/>
              <a:cxnLst/>
              <a:rect l="l" t="t" r="r" b="b"/>
              <a:pathLst>
                <a:path w="143990" h="432787" extrusionOk="0">
                  <a:moveTo>
                    <a:pt x="0" y="0"/>
                  </a:moveTo>
                  <a:lnTo>
                    <a:pt x="135155" y="432788"/>
                  </a:lnTo>
                  <a:lnTo>
                    <a:pt x="143991" y="431531"/>
                  </a:lnTo>
                  <a:lnTo>
                    <a:pt x="1298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26" name="Google Shape;2219;p47"/>
            <p:cNvSpPr/>
            <p:nvPr/>
          </p:nvSpPr>
          <p:spPr>
            <a:xfrm>
              <a:off x="5635408" y="4839001"/>
              <a:ext cx="374437" cy="272451"/>
            </a:xfrm>
            <a:custGeom>
              <a:avLst/>
              <a:gdLst/>
              <a:ahLst/>
              <a:cxnLst/>
              <a:rect l="l" t="t" r="r" b="b"/>
              <a:pathLst>
                <a:path w="374437" h="272451" extrusionOk="0">
                  <a:moveTo>
                    <a:pt x="374438" y="7783"/>
                  </a:moveTo>
                  <a:lnTo>
                    <a:pt x="6287" y="272451"/>
                  </a:lnTo>
                  <a:lnTo>
                    <a:pt x="0" y="266164"/>
                  </a:lnTo>
                  <a:lnTo>
                    <a:pt x="364073" y="0"/>
                  </a:lnTo>
                  <a:lnTo>
                    <a:pt x="374438" y="778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27" name="Google Shape;2220;p47"/>
            <p:cNvSpPr/>
            <p:nvPr/>
          </p:nvSpPr>
          <p:spPr>
            <a:xfrm>
              <a:off x="4749136" y="4600739"/>
              <a:ext cx="139946" cy="433603"/>
            </a:xfrm>
            <a:custGeom>
              <a:avLst/>
              <a:gdLst/>
              <a:ahLst/>
              <a:cxnLst/>
              <a:rect l="l" t="t" r="r" b="b"/>
              <a:pathLst>
                <a:path w="139946" h="433603" extrusionOk="0">
                  <a:moveTo>
                    <a:pt x="12982" y="0"/>
                  </a:moveTo>
                  <a:lnTo>
                    <a:pt x="139947" y="433604"/>
                  </a:lnTo>
                  <a:lnTo>
                    <a:pt x="131111" y="432380"/>
                  </a:lnTo>
                  <a:lnTo>
                    <a:pt x="0" y="0"/>
                  </a:lnTo>
                  <a:lnTo>
                    <a:pt x="1298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28" name="Google Shape;2221;p47"/>
            <p:cNvSpPr/>
            <p:nvPr/>
          </p:nvSpPr>
          <p:spPr>
            <a:xfrm>
              <a:off x="5618892" y="4793021"/>
              <a:ext cx="372499" cy="274558"/>
            </a:xfrm>
            <a:custGeom>
              <a:avLst/>
              <a:gdLst/>
              <a:ahLst/>
              <a:cxnLst/>
              <a:rect l="l" t="t" r="r" b="b"/>
              <a:pathLst>
                <a:path w="372499" h="274558" extrusionOk="0">
                  <a:moveTo>
                    <a:pt x="362135" y="0"/>
                  </a:moveTo>
                  <a:lnTo>
                    <a:pt x="0" y="270242"/>
                  </a:lnTo>
                  <a:lnTo>
                    <a:pt x="7817" y="274558"/>
                  </a:lnTo>
                  <a:lnTo>
                    <a:pt x="372500" y="7817"/>
                  </a:lnTo>
                  <a:lnTo>
                    <a:pt x="36213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329" name="Google Shape;2222;p47"/>
            <p:cNvGrpSpPr/>
            <p:nvPr/>
          </p:nvGrpSpPr>
          <p:grpSpPr>
            <a:xfrm rot="10800000" flipH="1">
              <a:off x="4675953" y="4550559"/>
              <a:ext cx="1023169" cy="114159"/>
              <a:chOff x="633845" y="4048376"/>
              <a:chExt cx="1906408" cy="212706"/>
            </a:xfrm>
          </p:grpSpPr>
          <p:sp>
            <p:nvSpPr>
              <p:cNvPr id="1447" name="Google Shape;2223;p47"/>
              <p:cNvSpPr/>
              <p:nvPr/>
            </p:nvSpPr>
            <p:spPr>
              <a:xfrm>
                <a:off x="650735" y="4065266"/>
                <a:ext cx="1872696" cy="178892"/>
              </a:xfrm>
              <a:custGeom>
                <a:avLst/>
                <a:gdLst/>
                <a:ahLst/>
                <a:cxnLst/>
                <a:rect l="l" t="t" r="r" b="b"/>
                <a:pathLst>
                  <a:path w="1872696" h="178892" extrusionOk="0">
                    <a:moveTo>
                      <a:pt x="1783250" y="0"/>
                    </a:moveTo>
                    <a:lnTo>
                      <a:pt x="1783250" y="0"/>
                    </a:lnTo>
                    <a:cubicBezTo>
                      <a:pt x="1783250" y="0"/>
                      <a:pt x="89480" y="0"/>
                      <a:pt x="89480" y="0"/>
                    </a:cubicBezTo>
                    <a:lnTo>
                      <a:pt x="89480" y="0"/>
                    </a:lnTo>
                    <a:cubicBezTo>
                      <a:pt x="40271" y="0"/>
                      <a:pt x="0" y="40237"/>
                      <a:pt x="0" y="89412"/>
                    </a:cubicBezTo>
                    <a:lnTo>
                      <a:pt x="0" y="89412"/>
                    </a:lnTo>
                    <a:cubicBezTo>
                      <a:pt x="0" y="138621"/>
                      <a:pt x="40271" y="178893"/>
                      <a:pt x="89480" y="178893"/>
                    </a:cubicBezTo>
                    <a:lnTo>
                      <a:pt x="89480" y="178893"/>
                    </a:lnTo>
                    <a:cubicBezTo>
                      <a:pt x="89480" y="178893"/>
                      <a:pt x="1783250" y="178859"/>
                      <a:pt x="1783250" y="178859"/>
                    </a:cubicBezTo>
                    <a:lnTo>
                      <a:pt x="1783250" y="178859"/>
                    </a:lnTo>
                    <a:cubicBezTo>
                      <a:pt x="1832459" y="178893"/>
                      <a:pt x="1872696" y="138655"/>
                      <a:pt x="1872696" y="89446"/>
                    </a:cubicBezTo>
                    <a:lnTo>
                      <a:pt x="1872696" y="89446"/>
                    </a:lnTo>
                    <a:cubicBezTo>
                      <a:pt x="1872696" y="40237"/>
                      <a:pt x="1832425" y="0"/>
                      <a:pt x="17832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48" name="Google Shape;2224;p47"/>
              <p:cNvSpPr/>
              <p:nvPr/>
            </p:nvSpPr>
            <p:spPr>
              <a:xfrm>
                <a:off x="714965" y="4057177"/>
                <a:ext cx="23517" cy="23516"/>
              </a:xfrm>
              <a:custGeom>
                <a:avLst/>
                <a:gdLst/>
                <a:ahLst/>
                <a:cxnLst/>
                <a:rect l="l" t="t" r="r" b="b"/>
                <a:pathLst>
                  <a:path w="23517" h="23516" extrusionOk="0">
                    <a:moveTo>
                      <a:pt x="11758" y="0"/>
                    </a:moveTo>
                    <a:cubicBezTo>
                      <a:pt x="5268" y="0"/>
                      <a:pt x="0" y="5267"/>
                      <a:pt x="0" y="11758"/>
                    </a:cubicBezTo>
                    <a:cubicBezTo>
                      <a:pt x="0" y="18249"/>
                      <a:pt x="5268" y="23517"/>
                      <a:pt x="11758" y="23517"/>
                    </a:cubicBezTo>
                    <a:cubicBezTo>
                      <a:pt x="18249" y="23517"/>
                      <a:pt x="23517" y="18249"/>
                      <a:pt x="23517" y="11758"/>
                    </a:cubicBezTo>
                    <a:cubicBezTo>
                      <a:pt x="23517" y="5267"/>
                      <a:pt x="18249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49" name="Google Shape;2225;p47"/>
              <p:cNvSpPr/>
              <p:nvPr/>
            </p:nvSpPr>
            <p:spPr>
              <a:xfrm>
                <a:off x="2435140" y="4228933"/>
                <a:ext cx="23516" cy="23483"/>
              </a:xfrm>
              <a:custGeom>
                <a:avLst/>
                <a:gdLst/>
                <a:ahLst/>
                <a:cxnLst/>
                <a:rect l="l" t="t" r="r" b="b"/>
                <a:pathLst>
                  <a:path w="23516" h="23483" extrusionOk="0">
                    <a:moveTo>
                      <a:pt x="11758" y="0"/>
                    </a:moveTo>
                    <a:cubicBezTo>
                      <a:pt x="5268" y="0"/>
                      <a:pt x="0" y="5302"/>
                      <a:pt x="0" y="11759"/>
                    </a:cubicBezTo>
                    <a:cubicBezTo>
                      <a:pt x="0" y="18216"/>
                      <a:pt x="5302" y="23483"/>
                      <a:pt x="11758" y="23483"/>
                    </a:cubicBezTo>
                    <a:cubicBezTo>
                      <a:pt x="18215" y="23483"/>
                      <a:pt x="23517" y="18182"/>
                      <a:pt x="23517" y="11759"/>
                    </a:cubicBezTo>
                    <a:cubicBezTo>
                      <a:pt x="23517" y="5336"/>
                      <a:pt x="18215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50" name="Google Shape;2226;p47"/>
              <p:cNvSpPr/>
              <p:nvPr/>
            </p:nvSpPr>
            <p:spPr>
              <a:xfrm>
                <a:off x="675373" y="4078995"/>
                <a:ext cx="23517" cy="23483"/>
              </a:xfrm>
              <a:custGeom>
                <a:avLst/>
                <a:gdLst/>
                <a:ahLst/>
                <a:cxnLst/>
                <a:rect l="l" t="t" r="r" b="b"/>
                <a:pathLst>
                  <a:path w="23517" h="23483" extrusionOk="0">
                    <a:moveTo>
                      <a:pt x="11759" y="0"/>
                    </a:moveTo>
                    <a:cubicBezTo>
                      <a:pt x="5268" y="0"/>
                      <a:pt x="0" y="5268"/>
                      <a:pt x="0" y="11725"/>
                    </a:cubicBezTo>
                    <a:cubicBezTo>
                      <a:pt x="0" y="18182"/>
                      <a:pt x="5268" y="23483"/>
                      <a:pt x="11759" y="23483"/>
                    </a:cubicBezTo>
                    <a:cubicBezTo>
                      <a:pt x="18250" y="23483"/>
                      <a:pt x="23517" y="18216"/>
                      <a:pt x="23517" y="11725"/>
                    </a:cubicBezTo>
                    <a:cubicBezTo>
                      <a:pt x="23517" y="5234"/>
                      <a:pt x="18250" y="0"/>
                      <a:pt x="117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51" name="Google Shape;2227;p47"/>
              <p:cNvSpPr/>
              <p:nvPr/>
            </p:nvSpPr>
            <p:spPr>
              <a:xfrm>
                <a:off x="2474698" y="4207150"/>
                <a:ext cx="23517" cy="23516"/>
              </a:xfrm>
              <a:custGeom>
                <a:avLst/>
                <a:gdLst/>
                <a:ahLst/>
                <a:cxnLst/>
                <a:rect l="l" t="t" r="r" b="b"/>
                <a:pathLst>
                  <a:path w="23517" h="23516" extrusionOk="0">
                    <a:moveTo>
                      <a:pt x="11759" y="0"/>
                    </a:moveTo>
                    <a:cubicBezTo>
                      <a:pt x="5268" y="0"/>
                      <a:pt x="0" y="5267"/>
                      <a:pt x="0" y="11758"/>
                    </a:cubicBezTo>
                    <a:cubicBezTo>
                      <a:pt x="0" y="18249"/>
                      <a:pt x="5268" y="23517"/>
                      <a:pt x="11759" y="23517"/>
                    </a:cubicBezTo>
                    <a:cubicBezTo>
                      <a:pt x="18250" y="23517"/>
                      <a:pt x="23517" y="18215"/>
                      <a:pt x="23517" y="11758"/>
                    </a:cubicBezTo>
                    <a:cubicBezTo>
                      <a:pt x="23517" y="5301"/>
                      <a:pt x="18216" y="0"/>
                      <a:pt x="117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52" name="Google Shape;2228;p47"/>
              <p:cNvSpPr/>
              <p:nvPr/>
            </p:nvSpPr>
            <p:spPr>
              <a:xfrm>
                <a:off x="650157" y="4116174"/>
                <a:ext cx="23517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7" h="23517" extrusionOk="0">
                    <a:moveTo>
                      <a:pt x="11759" y="23517"/>
                    </a:moveTo>
                    <a:cubicBezTo>
                      <a:pt x="18250" y="23517"/>
                      <a:pt x="23517" y="18215"/>
                      <a:pt x="23517" y="11758"/>
                    </a:cubicBezTo>
                    <a:cubicBezTo>
                      <a:pt x="23517" y="5301"/>
                      <a:pt x="18250" y="0"/>
                      <a:pt x="11759" y="0"/>
                    </a:cubicBezTo>
                    <a:cubicBezTo>
                      <a:pt x="5268" y="0"/>
                      <a:pt x="0" y="5301"/>
                      <a:pt x="0" y="11758"/>
                    </a:cubicBezTo>
                    <a:cubicBezTo>
                      <a:pt x="0" y="18215"/>
                      <a:pt x="5268" y="23517"/>
                      <a:pt x="11759" y="2351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53" name="Google Shape;2229;p47"/>
              <p:cNvSpPr/>
              <p:nvPr/>
            </p:nvSpPr>
            <p:spPr>
              <a:xfrm>
                <a:off x="2499914" y="4169937"/>
                <a:ext cx="23516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6" h="23517" extrusionOk="0">
                    <a:moveTo>
                      <a:pt x="11758" y="0"/>
                    </a:moveTo>
                    <a:cubicBezTo>
                      <a:pt x="5268" y="0"/>
                      <a:pt x="0" y="5268"/>
                      <a:pt x="0" y="11759"/>
                    </a:cubicBezTo>
                    <a:cubicBezTo>
                      <a:pt x="0" y="18249"/>
                      <a:pt x="5268" y="23517"/>
                      <a:pt x="11758" y="23517"/>
                    </a:cubicBezTo>
                    <a:cubicBezTo>
                      <a:pt x="18249" y="23517"/>
                      <a:pt x="23517" y="18249"/>
                      <a:pt x="23517" y="11759"/>
                    </a:cubicBezTo>
                    <a:cubicBezTo>
                      <a:pt x="23517" y="5268"/>
                      <a:pt x="18215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54" name="Google Shape;2230;p47"/>
              <p:cNvSpPr/>
              <p:nvPr/>
            </p:nvSpPr>
            <p:spPr>
              <a:xfrm>
                <a:off x="645093" y="4161067"/>
                <a:ext cx="23517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7" h="23517" extrusionOk="0">
                    <a:moveTo>
                      <a:pt x="11758" y="0"/>
                    </a:moveTo>
                    <a:cubicBezTo>
                      <a:pt x="5268" y="0"/>
                      <a:pt x="0" y="5268"/>
                      <a:pt x="0" y="11759"/>
                    </a:cubicBezTo>
                    <a:cubicBezTo>
                      <a:pt x="0" y="18249"/>
                      <a:pt x="5302" y="23517"/>
                      <a:pt x="11758" y="23517"/>
                    </a:cubicBezTo>
                    <a:cubicBezTo>
                      <a:pt x="18216" y="23517"/>
                      <a:pt x="23517" y="18249"/>
                      <a:pt x="23517" y="11759"/>
                    </a:cubicBezTo>
                    <a:cubicBezTo>
                      <a:pt x="23517" y="5268"/>
                      <a:pt x="18249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55" name="Google Shape;2231;p47"/>
              <p:cNvSpPr/>
              <p:nvPr/>
            </p:nvSpPr>
            <p:spPr>
              <a:xfrm>
                <a:off x="2504978" y="4125078"/>
                <a:ext cx="23516" cy="23483"/>
              </a:xfrm>
              <a:custGeom>
                <a:avLst/>
                <a:gdLst/>
                <a:ahLst/>
                <a:cxnLst/>
                <a:rect l="l" t="t" r="r" b="b"/>
                <a:pathLst>
                  <a:path w="23516" h="23483" extrusionOk="0">
                    <a:moveTo>
                      <a:pt x="11759" y="0"/>
                    </a:moveTo>
                    <a:cubicBezTo>
                      <a:pt x="5302" y="0"/>
                      <a:pt x="0" y="5268"/>
                      <a:pt x="0" y="11724"/>
                    </a:cubicBezTo>
                    <a:cubicBezTo>
                      <a:pt x="0" y="18181"/>
                      <a:pt x="5302" y="23483"/>
                      <a:pt x="11759" y="23483"/>
                    </a:cubicBezTo>
                    <a:cubicBezTo>
                      <a:pt x="18215" y="23483"/>
                      <a:pt x="23517" y="18215"/>
                      <a:pt x="23517" y="11724"/>
                    </a:cubicBezTo>
                    <a:cubicBezTo>
                      <a:pt x="23517" y="5234"/>
                      <a:pt x="18215" y="0"/>
                      <a:pt x="117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56" name="Google Shape;2232;p47"/>
              <p:cNvSpPr/>
              <p:nvPr/>
            </p:nvSpPr>
            <p:spPr>
              <a:xfrm>
                <a:off x="668916" y="4201950"/>
                <a:ext cx="23517" cy="23483"/>
              </a:xfrm>
              <a:custGeom>
                <a:avLst/>
                <a:gdLst/>
                <a:ahLst/>
                <a:cxnLst/>
                <a:rect l="l" t="t" r="r" b="b"/>
                <a:pathLst>
                  <a:path w="23517" h="23483" extrusionOk="0">
                    <a:moveTo>
                      <a:pt x="11759" y="0"/>
                    </a:moveTo>
                    <a:cubicBezTo>
                      <a:pt x="5302" y="0"/>
                      <a:pt x="0" y="5268"/>
                      <a:pt x="0" y="11758"/>
                    </a:cubicBezTo>
                    <a:cubicBezTo>
                      <a:pt x="0" y="18249"/>
                      <a:pt x="5302" y="23483"/>
                      <a:pt x="11759" y="23483"/>
                    </a:cubicBezTo>
                    <a:cubicBezTo>
                      <a:pt x="18216" y="23483"/>
                      <a:pt x="23517" y="18181"/>
                      <a:pt x="23517" y="11758"/>
                    </a:cubicBezTo>
                    <a:cubicBezTo>
                      <a:pt x="23517" y="5335"/>
                      <a:pt x="18216" y="0"/>
                      <a:pt x="117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57" name="Google Shape;2233;p47"/>
              <p:cNvSpPr/>
              <p:nvPr/>
            </p:nvSpPr>
            <p:spPr>
              <a:xfrm>
                <a:off x="2481155" y="4084161"/>
                <a:ext cx="23483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483" h="23517" extrusionOk="0">
                    <a:moveTo>
                      <a:pt x="11759" y="23517"/>
                    </a:moveTo>
                    <a:cubicBezTo>
                      <a:pt x="18215" y="23517"/>
                      <a:pt x="23483" y="18215"/>
                      <a:pt x="23483" y="11759"/>
                    </a:cubicBezTo>
                    <a:cubicBezTo>
                      <a:pt x="23483" y="5302"/>
                      <a:pt x="18215" y="0"/>
                      <a:pt x="11759" y="0"/>
                    </a:cubicBezTo>
                    <a:cubicBezTo>
                      <a:pt x="5302" y="0"/>
                      <a:pt x="0" y="5302"/>
                      <a:pt x="0" y="11759"/>
                    </a:cubicBezTo>
                    <a:cubicBezTo>
                      <a:pt x="0" y="18215"/>
                      <a:pt x="5302" y="23517"/>
                      <a:pt x="11759" y="2351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58" name="Google Shape;2234;p47"/>
              <p:cNvSpPr/>
              <p:nvPr/>
            </p:nvSpPr>
            <p:spPr>
              <a:xfrm>
                <a:off x="706605" y="4225297"/>
                <a:ext cx="23483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483" h="23517" extrusionOk="0">
                    <a:moveTo>
                      <a:pt x="11759" y="0"/>
                    </a:moveTo>
                    <a:cubicBezTo>
                      <a:pt x="5268" y="0"/>
                      <a:pt x="0" y="5302"/>
                      <a:pt x="0" y="11758"/>
                    </a:cubicBezTo>
                    <a:cubicBezTo>
                      <a:pt x="0" y="18215"/>
                      <a:pt x="5268" y="23517"/>
                      <a:pt x="11759" y="23517"/>
                    </a:cubicBezTo>
                    <a:cubicBezTo>
                      <a:pt x="18250" y="23517"/>
                      <a:pt x="23483" y="18215"/>
                      <a:pt x="23483" y="11758"/>
                    </a:cubicBezTo>
                    <a:cubicBezTo>
                      <a:pt x="23483" y="5302"/>
                      <a:pt x="18216" y="0"/>
                      <a:pt x="117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59" name="Google Shape;2235;p47"/>
              <p:cNvSpPr/>
              <p:nvPr/>
            </p:nvSpPr>
            <p:spPr>
              <a:xfrm>
                <a:off x="760436" y="4057007"/>
                <a:ext cx="23517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7" h="23517" extrusionOk="0">
                    <a:moveTo>
                      <a:pt x="11759" y="0"/>
                    </a:moveTo>
                    <a:cubicBezTo>
                      <a:pt x="5268" y="0"/>
                      <a:pt x="0" y="5268"/>
                      <a:pt x="0" y="11759"/>
                    </a:cubicBezTo>
                    <a:cubicBezTo>
                      <a:pt x="0" y="18249"/>
                      <a:pt x="5268" y="23517"/>
                      <a:pt x="11759" y="23517"/>
                    </a:cubicBezTo>
                    <a:cubicBezTo>
                      <a:pt x="18250" y="23517"/>
                      <a:pt x="23517" y="18249"/>
                      <a:pt x="23517" y="11759"/>
                    </a:cubicBezTo>
                    <a:cubicBezTo>
                      <a:pt x="23517" y="5268"/>
                      <a:pt x="18216" y="0"/>
                      <a:pt x="117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60" name="Google Shape;2236;p47"/>
              <p:cNvSpPr/>
              <p:nvPr/>
            </p:nvSpPr>
            <p:spPr>
              <a:xfrm>
                <a:off x="2388956" y="4229103"/>
                <a:ext cx="23516" cy="23483"/>
              </a:xfrm>
              <a:custGeom>
                <a:avLst/>
                <a:gdLst/>
                <a:ahLst/>
                <a:cxnLst/>
                <a:rect l="l" t="t" r="r" b="b"/>
                <a:pathLst>
                  <a:path w="23516" h="23483" extrusionOk="0">
                    <a:moveTo>
                      <a:pt x="11759" y="0"/>
                    </a:moveTo>
                    <a:cubicBezTo>
                      <a:pt x="5268" y="0"/>
                      <a:pt x="0" y="5268"/>
                      <a:pt x="0" y="11724"/>
                    </a:cubicBezTo>
                    <a:cubicBezTo>
                      <a:pt x="0" y="18181"/>
                      <a:pt x="5302" y="23483"/>
                      <a:pt x="11759" y="23483"/>
                    </a:cubicBezTo>
                    <a:cubicBezTo>
                      <a:pt x="18215" y="23483"/>
                      <a:pt x="23517" y="18181"/>
                      <a:pt x="23517" y="11724"/>
                    </a:cubicBezTo>
                    <a:cubicBezTo>
                      <a:pt x="23517" y="5268"/>
                      <a:pt x="18215" y="0"/>
                      <a:pt x="117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61" name="Google Shape;2237;p47"/>
              <p:cNvSpPr/>
              <p:nvPr/>
            </p:nvSpPr>
            <p:spPr>
              <a:xfrm>
                <a:off x="935624" y="4058843"/>
                <a:ext cx="23483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483" h="23517" extrusionOk="0">
                    <a:moveTo>
                      <a:pt x="11758" y="0"/>
                    </a:moveTo>
                    <a:cubicBezTo>
                      <a:pt x="5268" y="0"/>
                      <a:pt x="0" y="5267"/>
                      <a:pt x="0" y="11758"/>
                    </a:cubicBezTo>
                    <a:cubicBezTo>
                      <a:pt x="0" y="18249"/>
                      <a:pt x="5268" y="23517"/>
                      <a:pt x="11758" y="23517"/>
                    </a:cubicBezTo>
                    <a:cubicBezTo>
                      <a:pt x="18249" y="23517"/>
                      <a:pt x="23483" y="18249"/>
                      <a:pt x="23483" y="11758"/>
                    </a:cubicBezTo>
                    <a:cubicBezTo>
                      <a:pt x="23483" y="5267"/>
                      <a:pt x="18216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62" name="Google Shape;2238;p47"/>
              <p:cNvSpPr/>
              <p:nvPr/>
            </p:nvSpPr>
            <p:spPr>
              <a:xfrm>
                <a:off x="2198916" y="4227234"/>
                <a:ext cx="23482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482" h="23517" extrusionOk="0">
                    <a:moveTo>
                      <a:pt x="11725" y="0"/>
                    </a:moveTo>
                    <a:cubicBezTo>
                      <a:pt x="5268" y="0"/>
                      <a:pt x="0" y="5302"/>
                      <a:pt x="0" y="11759"/>
                    </a:cubicBezTo>
                    <a:cubicBezTo>
                      <a:pt x="0" y="18216"/>
                      <a:pt x="5302" y="23517"/>
                      <a:pt x="11725" y="23517"/>
                    </a:cubicBezTo>
                    <a:cubicBezTo>
                      <a:pt x="18147" y="23517"/>
                      <a:pt x="23483" y="18216"/>
                      <a:pt x="23483" y="11759"/>
                    </a:cubicBezTo>
                    <a:cubicBezTo>
                      <a:pt x="23483" y="5302"/>
                      <a:pt x="18215" y="0"/>
                      <a:pt x="117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63" name="Google Shape;2239;p47"/>
              <p:cNvSpPr/>
              <p:nvPr/>
            </p:nvSpPr>
            <p:spPr>
              <a:xfrm>
                <a:off x="1110778" y="4058843"/>
                <a:ext cx="23516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6" h="23517" extrusionOk="0">
                    <a:moveTo>
                      <a:pt x="11758" y="0"/>
                    </a:moveTo>
                    <a:cubicBezTo>
                      <a:pt x="5302" y="0"/>
                      <a:pt x="0" y="5267"/>
                      <a:pt x="0" y="11758"/>
                    </a:cubicBezTo>
                    <a:cubicBezTo>
                      <a:pt x="0" y="18249"/>
                      <a:pt x="5302" y="23517"/>
                      <a:pt x="11758" y="23517"/>
                    </a:cubicBezTo>
                    <a:cubicBezTo>
                      <a:pt x="18215" y="23517"/>
                      <a:pt x="23517" y="18249"/>
                      <a:pt x="23517" y="11758"/>
                    </a:cubicBezTo>
                    <a:cubicBezTo>
                      <a:pt x="23517" y="5267"/>
                      <a:pt x="18215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64" name="Google Shape;2240;p47"/>
              <p:cNvSpPr/>
              <p:nvPr/>
            </p:nvSpPr>
            <p:spPr>
              <a:xfrm>
                <a:off x="2023728" y="4227234"/>
                <a:ext cx="23516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6" h="23517" extrusionOk="0">
                    <a:moveTo>
                      <a:pt x="11758" y="0"/>
                    </a:moveTo>
                    <a:cubicBezTo>
                      <a:pt x="5268" y="0"/>
                      <a:pt x="0" y="5302"/>
                      <a:pt x="0" y="11759"/>
                    </a:cubicBezTo>
                    <a:cubicBezTo>
                      <a:pt x="0" y="18216"/>
                      <a:pt x="5302" y="23517"/>
                      <a:pt x="11758" y="23517"/>
                    </a:cubicBezTo>
                    <a:cubicBezTo>
                      <a:pt x="18215" y="23517"/>
                      <a:pt x="23517" y="18216"/>
                      <a:pt x="23517" y="11759"/>
                    </a:cubicBezTo>
                    <a:cubicBezTo>
                      <a:pt x="23517" y="5302"/>
                      <a:pt x="18249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65" name="Google Shape;2241;p47"/>
              <p:cNvSpPr/>
              <p:nvPr/>
            </p:nvSpPr>
            <p:spPr>
              <a:xfrm>
                <a:off x="1285932" y="4058843"/>
                <a:ext cx="23516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6" h="23517" extrusionOk="0">
                    <a:moveTo>
                      <a:pt x="11758" y="0"/>
                    </a:moveTo>
                    <a:cubicBezTo>
                      <a:pt x="5268" y="0"/>
                      <a:pt x="0" y="5267"/>
                      <a:pt x="0" y="11758"/>
                    </a:cubicBezTo>
                    <a:cubicBezTo>
                      <a:pt x="0" y="18249"/>
                      <a:pt x="5268" y="23517"/>
                      <a:pt x="11758" y="23517"/>
                    </a:cubicBezTo>
                    <a:cubicBezTo>
                      <a:pt x="18249" y="23517"/>
                      <a:pt x="23517" y="18249"/>
                      <a:pt x="23517" y="11758"/>
                    </a:cubicBezTo>
                    <a:cubicBezTo>
                      <a:pt x="23517" y="5267"/>
                      <a:pt x="18215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66" name="Google Shape;2242;p47"/>
              <p:cNvSpPr/>
              <p:nvPr/>
            </p:nvSpPr>
            <p:spPr>
              <a:xfrm>
                <a:off x="1848540" y="4227234"/>
                <a:ext cx="23517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7" h="23517" extrusionOk="0">
                    <a:moveTo>
                      <a:pt x="11759" y="0"/>
                    </a:moveTo>
                    <a:cubicBezTo>
                      <a:pt x="5268" y="0"/>
                      <a:pt x="0" y="5302"/>
                      <a:pt x="0" y="11759"/>
                    </a:cubicBezTo>
                    <a:cubicBezTo>
                      <a:pt x="0" y="18216"/>
                      <a:pt x="5302" y="23517"/>
                      <a:pt x="11759" y="23517"/>
                    </a:cubicBezTo>
                    <a:cubicBezTo>
                      <a:pt x="18216" y="23517"/>
                      <a:pt x="23517" y="18216"/>
                      <a:pt x="23517" y="11759"/>
                    </a:cubicBezTo>
                    <a:cubicBezTo>
                      <a:pt x="23517" y="5302"/>
                      <a:pt x="18216" y="0"/>
                      <a:pt x="117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67" name="Google Shape;2243;p47"/>
              <p:cNvSpPr/>
              <p:nvPr/>
            </p:nvSpPr>
            <p:spPr>
              <a:xfrm>
                <a:off x="1461155" y="4058843"/>
                <a:ext cx="23483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483" h="23517" extrusionOk="0">
                    <a:moveTo>
                      <a:pt x="11724" y="0"/>
                    </a:moveTo>
                    <a:cubicBezTo>
                      <a:pt x="5268" y="0"/>
                      <a:pt x="0" y="5267"/>
                      <a:pt x="0" y="11758"/>
                    </a:cubicBezTo>
                    <a:cubicBezTo>
                      <a:pt x="0" y="18249"/>
                      <a:pt x="5268" y="23517"/>
                      <a:pt x="11724" y="23517"/>
                    </a:cubicBezTo>
                    <a:cubicBezTo>
                      <a:pt x="18181" y="23517"/>
                      <a:pt x="23483" y="18249"/>
                      <a:pt x="23483" y="11758"/>
                    </a:cubicBezTo>
                    <a:cubicBezTo>
                      <a:pt x="23483" y="5267"/>
                      <a:pt x="18215" y="0"/>
                      <a:pt x="1172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68" name="Google Shape;2244;p47"/>
              <p:cNvSpPr/>
              <p:nvPr/>
            </p:nvSpPr>
            <p:spPr>
              <a:xfrm>
                <a:off x="1673420" y="4227234"/>
                <a:ext cx="23483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483" h="23517" extrusionOk="0">
                    <a:moveTo>
                      <a:pt x="11725" y="0"/>
                    </a:moveTo>
                    <a:cubicBezTo>
                      <a:pt x="5268" y="0"/>
                      <a:pt x="0" y="5302"/>
                      <a:pt x="0" y="11759"/>
                    </a:cubicBezTo>
                    <a:cubicBezTo>
                      <a:pt x="0" y="18216"/>
                      <a:pt x="5268" y="23517"/>
                      <a:pt x="11725" y="23517"/>
                    </a:cubicBezTo>
                    <a:cubicBezTo>
                      <a:pt x="18182" y="23517"/>
                      <a:pt x="23483" y="18216"/>
                      <a:pt x="23483" y="11759"/>
                    </a:cubicBezTo>
                    <a:cubicBezTo>
                      <a:pt x="23483" y="5302"/>
                      <a:pt x="18215" y="0"/>
                      <a:pt x="117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69" name="Google Shape;2245;p47"/>
              <p:cNvSpPr/>
              <p:nvPr/>
            </p:nvSpPr>
            <p:spPr>
              <a:xfrm>
                <a:off x="1636309" y="4058843"/>
                <a:ext cx="23517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7" h="23517" extrusionOk="0">
                    <a:moveTo>
                      <a:pt x="11759" y="0"/>
                    </a:moveTo>
                    <a:cubicBezTo>
                      <a:pt x="5268" y="0"/>
                      <a:pt x="0" y="5267"/>
                      <a:pt x="0" y="11758"/>
                    </a:cubicBezTo>
                    <a:cubicBezTo>
                      <a:pt x="0" y="18249"/>
                      <a:pt x="5302" y="23517"/>
                      <a:pt x="11759" y="23517"/>
                    </a:cubicBezTo>
                    <a:cubicBezTo>
                      <a:pt x="18216" y="23517"/>
                      <a:pt x="23517" y="18249"/>
                      <a:pt x="23517" y="11758"/>
                    </a:cubicBezTo>
                    <a:cubicBezTo>
                      <a:pt x="23517" y="5267"/>
                      <a:pt x="18216" y="0"/>
                      <a:pt x="117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70" name="Google Shape;2246;p47"/>
              <p:cNvSpPr/>
              <p:nvPr/>
            </p:nvSpPr>
            <p:spPr>
              <a:xfrm>
                <a:off x="1498197" y="4227234"/>
                <a:ext cx="23516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6" h="23517" extrusionOk="0">
                    <a:moveTo>
                      <a:pt x="11758" y="0"/>
                    </a:moveTo>
                    <a:cubicBezTo>
                      <a:pt x="5268" y="0"/>
                      <a:pt x="0" y="5302"/>
                      <a:pt x="0" y="11759"/>
                    </a:cubicBezTo>
                    <a:cubicBezTo>
                      <a:pt x="0" y="18216"/>
                      <a:pt x="5268" y="23517"/>
                      <a:pt x="11758" y="23517"/>
                    </a:cubicBezTo>
                    <a:cubicBezTo>
                      <a:pt x="18249" y="23517"/>
                      <a:pt x="23517" y="18216"/>
                      <a:pt x="23517" y="11759"/>
                    </a:cubicBezTo>
                    <a:cubicBezTo>
                      <a:pt x="23517" y="5302"/>
                      <a:pt x="18215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71" name="Google Shape;2247;p47"/>
              <p:cNvSpPr/>
              <p:nvPr/>
            </p:nvSpPr>
            <p:spPr>
              <a:xfrm>
                <a:off x="1811463" y="4058843"/>
                <a:ext cx="23516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6" h="23517" extrusionOk="0">
                    <a:moveTo>
                      <a:pt x="11759" y="0"/>
                    </a:moveTo>
                    <a:cubicBezTo>
                      <a:pt x="5268" y="0"/>
                      <a:pt x="0" y="5267"/>
                      <a:pt x="0" y="11758"/>
                    </a:cubicBezTo>
                    <a:cubicBezTo>
                      <a:pt x="0" y="18249"/>
                      <a:pt x="5302" y="23517"/>
                      <a:pt x="11759" y="23517"/>
                    </a:cubicBezTo>
                    <a:cubicBezTo>
                      <a:pt x="18215" y="23517"/>
                      <a:pt x="23517" y="18249"/>
                      <a:pt x="23517" y="11758"/>
                    </a:cubicBezTo>
                    <a:cubicBezTo>
                      <a:pt x="23517" y="5267"/>
                      <a:pt x="18249" y="0"/>
                      <a:pt x="117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72" name="Google Shape;2248;p47"/>
              <p:cNvSpPr/>
              <p:nvPr/>
            </p:nvSpPr>
            <p:spPr>
              <a:xfrm>
                <a:off x="1323043" y="4227234"/>
                <a:ext cx="23517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7" h="23517" extrusionOk="0">
                    <a:moveTo>
                      <a:pt x="11758" y="0"/>
                    </a:moveTo>
                    <a:cubicBezTo>
                      <a:pt x="5302" y="0"/>
                      <a:pt x="0" y="5302"/>
                      <a:pt x="0" y="11759"/>
                    </a:cubicBezTo>
                    <a:cubicBezTo>
                      <a:pt x="0" y="18216"/>
                      <a:pt x="5302" y="23517"/>
                      <a:pt x="11758" y="23517"/>
                    </a:cubicBezTo>
                    <a:cubicBezTo>
                      <a:pt x="18216" y="23517"/>
                      <a:pt x="23517" y="18216"/>
                      <a:pt x="23517" y="11759"/>
                    </a:cubicBezTo>
                    <a:cubicBezTo>
                      <a:pt x="23517" y="5302"/>
                      <a:pt x="18216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73" name="Google Shape;2249;p47"/>
              <p:cNvSpPr/>
              <p:nvPr/>
            </p:nvSpPr>
            <p:spPr>
              <a:xfrm>
                <a:off x="1986685" y="4058843"/>
                <a:ext cx="23483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483" h="23517" extrusionOk="0">
                    <a:moveTo>
                      <a:pt x="11725" y="0"/>
                    </a:moveTo>
                    <a:cubicBezTo>
                      <a:pt x="5268" y="0"/>
                      <a:pt x="0" y="5267"/>
                      <a:pt x="0" y="11758"/>
                    </a:cubicBezTo>
                    <a:cubicBezTo>
                      <a:pt x="0" y="18249"/>
                      <a:pt x="5268" y="23517"/>
                      <a:pt x="11725" y="23517"/>
                    </a:cubicBezTo>
                    <a:cubicBezTo>
                      <a:pt x="18181" y="23517"/>
                      <a:pt x="23483" y="18249"/>
                      <a:pt x="23483" y="11758"/>
                    </a:cubicBezTo>
                    <a:cubicBezTo>
                      <a:pt x="23483" y="5267"/>
                      <a:pt x="18215" y="0"/>
                      <a:pt x="117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74" name="Google Shape;2250;p47"/>
              <p:cNvSpPr/>
              <p:nvPr/>
            </p:nvSpPr>
            <p:spPr>
              <a:xfrm>
                <a:off x="1147855" y="4227234"/>
                <a:ext cx="23516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6" h="23517" extrusionOk="0">
                    <a:moveTo>
                      <a:pt x="11758" y="0"/>
                    </a:moveTo>
                    <a:cubicBezTo>
                      <a:pt x="5268" y="0"/>
                      <a:pt x="0" y="5302"/>
                      <a:pt x="0" y="11759"/>
                    </a:cubicBezTo>
                    <a:cubicBezTo>
                      <a:pt x="0" y="18216"/>
                      <a:pt x="5268" y="23517"/>
                      <a:pt x="11758" y="23517"/>
                    </a:cubicBezTo>
                    <a:cubicBezTo>
                      <a:pt x="18249" y="23517"/>
                      <a:pt x="23517" y="18216"/>
                      <a:pt x="23517" y="11759"/>
                    </a:cubicBezTo>
                    <a:cubicBezTo>
                      <a:pt x="23517" y="5302"/>
                      <a:pt x="18249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75" name="Google Shape;2251;p47"/>
              <p:cNvSpPr/>
              <p:nvPr/>
            </p:nvSpPr>
            <p:spPr>
              <a:xfrm>
                <a:off x="2161840" y="4058843"/>
                <a:ext cx="23517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7" h="23517" extrusionOk="0">
                    <a:moveTo>
                      <a:pt x="11759" y="0"/>
                    </a:moveTo>
                    <a:cubicBezTo>
                      <a:pt x="5268" y="0"/>
                      <a:pt x="0" y="5267"/>
                      <a:pt x="0" y="11758"/>
                    </a:cubicBezTo>
                    <a:cubicBezTo>
                      <a:pt x="0" y="18249"/>
                      <a:pt x="5302" y="23517"/>
                      <a:pt x="11759" y="23517"/>
                    </a:cubicBezTo>
                    <a:cubicBezTo>
                      <a:pt x="18216" y="23517"/>
                      <a:pt x="23517" y="18249"/>
                      <a:pt x="23517" y="11758"/>
                    </a:cubicBezTo>
                    <a:cubicBezTo>
                      <a:pt x="23517" y="5267"/>
                      <a:pt x="18216" y="0"/>
                      <a:pt x="117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76" name="Google Shape;2252;p47"/>
              <p:cNvSpPr/>
              <p:nvPr/>
            </p:nvSpPr>
            <p:spPr>
              <a:xfrm>
                <a:off x="972701" y="4227234"/>
                <a:ext cx="23517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7" h="23517" extrusionOk="0">
                    <a:moveTo>
                      <a:pt x="11758" y="0"/>
                    </a:moveTo>
                    <a:cubicBezTo>
                      <a:pt x="5268" y="0"/>
                      <a:pt x="0" y="5302"/>
                      <a:pt x="0" y="11759"/>
                    </a:cubicBezTo>
                    <a:cubicBezTo>
                      <a:pt x="0" y="18216"/>
                      <a:pt x="5268" y="23517"/>
                      <a:pt x="11758" y="23517"/>
                    </a:cubicBezTo>
                    <a:cubicBezTo>
                      <a:pt x="18249" y="23517"/>
                      <a:pt x="23517" y="18216"/>
                      <a:pt x="23517" y="11759"/>
                    </a:cubicBezTo>
                    <a:cubicBezTo>
                      <a:pt x="23517" y="5302"/>
                      <a:pt x="18215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77" name="Google Shape;2253;p47"/>
              <p:cNvSpPr/>
              <p:nvPr/>
            </p:nvSpPr>
            <p:spPr>
              <a:xfrm>
                <a:off x="2336994" y="4058843"/>
                <a:ext cx="23482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482" h="23517" extrusionOk="0">
                    <a:moveTo>
                      <a:pt x="11758" y="0"/>
                    </a:moveTo>
                    <a:cubicBezTo>
                      <a:pt x="5268" y="0"/>
                      <a:pt x="0" y="5267"/>
                      <a:pt x="0" y="11758"/>
                    </a:cubicBezTo>
                    <a:cubicBezTo>
                      <a:pt x="0" y="18249"/>
                      <a:pt x="5268" y="23517"/>
                      <a:pt x="11758" y="23517"/>
                    </a:cubicBezTo>
                    <a:cubicBezTo>
                      <a:pt x="18249" y="23517"/>
                      <a:pt x="23483" y="18249"/>
                      <a:pt x="23483" y="11758"/>
                    </a:cubicBezTo>
                    <a:cubicBezTo>
                      <a:pt x="23483" y="5267"/>
                      <a:pt x="18215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78" name="Google Shape;2254;p47"/>
              <p:cNvSpPr/>
              <p:nvPr/>
            </p:nvSpPr>
            <p:spPr>
              <a:xfrm>
                <a:off x="797512" y="4227234"/>
                <a:ext cx="23517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7" h="23517" extrusionOk="0">
                    <a:moveTo>
                      <a:pt x="11759" y="0"/>
                    </a:moveTo>
                    <a:cubicBezTo>
                      <a:pt x="5302" y="0"/>
                      <a:pt x="0" y="5302"/>
                      <a:pt x="0" y="11759"/>
                    </a:cubicBezTo>
                    <a:cubicBezTo>
                      <a:pt x="0" y="18216"/>
                      <a:pt x="5302" y="23517"/>
                      <a:pt x="11759" y="23517"/>
                    </a:cubicBezTo>
                    <a:cubicBezTo>
                      <a:pt x="18216" y="23517"/>
                      <a:pt x="23517" y="18216"/>
                      <a:pt x="23517" y="11759"/>
                    </a:cubicBezTo>
                    <a:cubicBezTo>
                      <a:pt x="23517" y="5302"/>
                      <a:pt x="18250" y="0"/>
                      <a:pt x="117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79" name="Google Shape;2255;p47"/>
              <p:cNvSpPr/>
              <p:nvPr/>
            </p:nvSpPr>
            <p:spPr>
              <a:xfrm>
                <a:off x="803562" y="4058843"/>
                <a:ext cx="23517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7" h="23517" extrusionOk="0">
                    <a:moveTo>
                      <a:pt x="11759" y="0"/>
                    </a:moveTo>
                    <a:cubicBezTo>
                      <a:pt x="5268" y="0"/>
                      <a:pt x="0" y="5267"/>
                      <a:pt x="0" y="11758"/>
                    </a:cubicBezTo>
                    <a:cubicBezTo>
                      <a:pt x="0" y="18249"/>
                      <a:pt x="5302" y="23517"/>
                      <a:pt x="11759" y="23517"/>
                    </a:cubicBezTo>
                    <a:cubicBezTo>
                      <a:pt x="18216" y="23517"/>
                      <a:pt x="23517" y="18249"/>
                      <a:pt x="23517" y="11758"/>
                    </a:cubicBezTo>
                    <a:cubicBezTo>
                      <a:pt x="23517" y="5267"/>
                      <a:pt x="18216" y="0"/>
                      <a:pt x="117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80" name="Google Shape;2256;p47"/>
              <p:cNvSpPr/>
              <p:nvPr/>
            </p:nvSpPr>
            <p:spPr>
              <a:xfrm>
                <a:off x="2330945" y="4227234"/>
                <a:ext cx="23517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7" h="23517" extrusionOk="0">
                    <a:moveTo>
                      <a:pt x="11759" y="0"/>
                    </a:moveTo>
                    <a:cubicBezTo>
                      <a:pt x="5268" y="0"/>
                      <a:pt x="0" y="5302"/>
                      <a:pt x="0" y="11759"/>
                    </a:cubicBezTo>
                    <a:cubicBezTo>
                      <a:pt x="0" y="18216"/>
                      <a:pt x="5302" y="23517"/>
                      <a:pt x="11759" y="23517"/>
                    </a:cubicBezTo>
                    <a:cubicBezTo>
                      <a:pt x="18216" y="23517"/>
                      <a:pt x="23517" y="18216"/>
                      <a:pt x="23517" y="11759"/>
                    </a:cubicBezTo>
                    <a:cubicBezTo>
                      <a:pt x="23517" y="5302"/>
                      <a:pt x="18216" y="0"/>
                      <a:pt x="117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81" name="Google Shape;2257;p47"/>
              <p:cNvSpPr/>
              <p:nvPr/>
            </p:nvSpPr>
            <p:spPr>
              <a:xfrm>
                <a:off x="978716" y="4058843"/>
                <a:ext cx="23517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7" h="23517" extrusionOk="0">
                    <a:moveTo>
                      <a:pt x="11759" y="0"/>
                    </a:moveTo>
                    <a:cubicBezTo>
                      <a:pt x="5268" y="0"/>
                      <a:pt x="0" y="5267"/>
                      <a:pt x="0" y="11758"/>
                    </a:cubicBezTo>
                    <a:cubicBezTo>
                      <a:pt x="0" y="18249"/>
                      <a:pt x="5268" y="23517"/>
                      <a:pt x="11759" y="23517"/>
                    </a:cubicBezTo>
                    <a:cubicBezTo>
                      <a:pt x="18250" y="23517"/>
                      <a:pt x="23517" y="18249"/>
                      <a:pt x="23517" y="11758"/>
                    </a:cubicBezTo>
                    <a:cubicBezTo>
                      <a:pt x="23517" y="5267"/>
                      <a:pt x="18250" y="0"/>
                      <a:pt x="117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82" name="Google Shape;2258;p47"/>
              <p:cNvSpPr/>
              <p:nvPr/>
            </p:nvSpPr>
            <p:spPr>
              <a:xfrm>
                <a:off x="2155791" y="4227234"/>
                <a:ext cx="23516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6" h="23517" extrusionOk="0">
                    <a:moveTo>
                      <a:pt x="11759" y="0"/>
                    </a:moveTo>
                    <a:cubicBezTo>
                      <a:pt x="5302" y="0"/>
                      <a:pt x="0" y="5302"/>
                      <a:pt x="0" y="11759"/>
                    </a:cubicBezTo>
                    <a:cubicBezTo>
                      <a:pt x="0" y="18216"/>
                      <a:pt x="5302" y="23517"/>
                      <a:pt x="11759" y="23517"/>
                    </a:cubicBezTo>
                    <a:cubicBezTo>
                      <a:pt x="18215" y="23517"/>
                      <a:pt x="23517" y="18216"/>
                      <a:pt x="23517" y="11759"/>
                    </a:cubicBezTo>
                    <a:cubicBezTo>
                      <a:pt x="23517" y="5302"/>
                      <a:pt x="18215" y="0"/>
                      <a:pt x="117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83" name="Google Shape;2259;p47"/>
              <p:cNvSpPr/>
              <p:nvPr/>
            </p:nvSpPr>
            <p:spPr>
              <a:xfrm>
                <a:off x="1153870" y="4058843"/>
                <a:ext cx="23517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7" h="23517" extrusionOk="0">
                    <a:moveTo>
                      <a:pt x="11758" y="0"/>
                    </a:moveTo>
                    <a:cubicBezTo>
                      <a:pt x="5302" y="0"/>
                      <a:pt x="0" y="5267"/>
                      <a:pt x="0" y="11758"/>
                    </a:cubicBezTo>
                    <a:cubicBezTo>
                      <a:pt x="0" y="18249"/>
                      <a:pt x="5302" y="23517"/>
                      <a:pt x="11758" y="23517"/>
                    </a:cubicBezTo>
                    <a:cubicBezTo>
                      <a:pt x="18216" y="23517"/>
                      <a:pt x="23517" y="18249"/>
                      <a:pt x="23517" y="11758"/>
                    </a:cubicBezTo>
                    <a:cubicBezTo>
                      <a:pt x="23517" y="5267"/>
                      <a:pt x="18249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84" name="Google Shape;2260;p47"/>
              <p:cNvSpPr/>
              <p:nvPr/>
            </p:nvSpPr>
            <p:spPr>
              <a:xfrm>
                <a:off x="1980602" y="4227234"/>
                <a:ext cx="23516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6" h="23517" extrusionOk="0">
                    <a:moveTo>
                      <a:pt x="11758" y="0"/>
                    </a:moveTo>
                    <a:cubicBezTo>
                      <a:pt x="5268" y="0"/>
                      <a:pt x="0" y="5302"/>
                      <a:pt x="0" y="11759"/>
                    </a:cubicBezTo>
                    <a:cubicBezTo>
                      <a:pt x="0" y="18216"/>
                      <a:pt x="5268" y="23517"/>
                      <a:pt x="11758" y="23517"/>
                    </a:cubicBezTo>
                    <a:cubicBezTo>
                      <a:pt x="18249" y="23517"/>
                      <a:pt x="23517" y="18216"/>
                      <a:pt x="23517" y="11759"/>
                    </a:cubicBezTo>
                    <a:cubicBezTo>
                      <a:pt x="23517" y="5302"/>
                      <a:pt x="18249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85" name="Google Shape;2261;p47"/>
              <p:cNvSpPr/>
              <p:nvPr/>
            </p:nvSpPr>
            <p:spPr>
              <a:xfrm>
                <a:off x="1329058" y="4058843"/>
                <a:ext cx="23517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7" h="23517" extrusionOk="0">
                    <a:moveTo>
                      <a:pt x="11759" y="0"/>
                    </a:moveTo>
                    <a:cubicBezTo>
                      <a:pt x="5302" y="0"/>
                      <a:pt x="0" y="5267"/>
                      <a:pt x="0" y="11758"/>
                    </a:cubicBezTo>
                    <a:cubicBezTo>
                      <a:pt x="0" y="18249"/>
                      <a:pt x="5302" y="23517"/>
                      <a:pt x="11759" y="23517"/>
                    </a:cubicBezTo>
                    <a:cubicBezTo>
                      <a:pt x="18216" y="23517"/>
                      <a:pt x="23517" y="18249"/>
                      <a:pt x="23517" y="11758"/>
                    </a:cubicBezTo>
                    <a:cubicBezTo>
                      <a:pt x="23517" y="5267"/>
                      <a:pt x="18216" y="0"/>
                      <a:pt x="117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86" name="Google Shape;2262;p47"/>
              <p:cNvSpPr/>
              <p:nvPr/>
            </p:nvSpPr>
            <p:spPr>
              <a:xfrm>
                <a:off x="1805448" y="4227234"/>
                <a:ext cx="23483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483" h="23517" extrusionOk="0">
                    <a:moveTo>
                      <a:pt x="11759" y="0"/>
                    </a:moveTo>
                    <a:cubicBezTo>
                      <a:pt x="5268" y="0"/>
                      <a:pt x="0" y="5302"/>
                      <a:pt x="0" y="11759"/>
                    </a:cubicBezTo>
                    <a:cubicBezTo>
                      <a:pt x="0" y="18216"/>
                      <a:pt x="5268" y="23517"/>
                      <a:pt x="11759" y="23517"/>
                    </a:cubicBezTo>
                    <a:cubicBezTo>
                      <a:pt x="18249" y="23517"/>
                      <a:pt x="23483" y="18216"/>
                      <a:pt x="23483" y="11759"/>
                    </a:cubicBezTo>
                    <a:cubicBezTo>
                      <a:pt x="23483" y="5302"/>
                      <a:pt x="18182" y="0"/>
                      <a:pt x="117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87" name="Google Shape;2263;p47"/>
              <p:cNvSpPr/>
              <p:nvPr/>
            </p:nvSpPr>
            <p:spPr>
              <a:xfrm>
                <a:off x="1504247" y="4058843"/>
                <a:ext cx="23483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483" h="23517" extrusionOk="0">
                    <a:moveTo>
                      <a:pt x="11758" y="0"/>
                    </a:moveTo>
                    <a:cubicBezTo>
                      <a:pt x="5268" y="0"/>
                      <a:pt x="0" y="5267"/>
                      <a:pt x="0" y="11758"/>
                    </a:cubicBezTo>
                    <a:cubicBezTo>
                      <a:pt x="0" y="18249"/>
                      <a:pt x="5268" y="23517"/>
                      <a:pt x="11758" y="23517"/>
                    </a:cubicBezTo>
                    <a:cubicBezTo>
                      <a:pt x="18249" y="23517"/>
                      <a:pt x="23483" y="18249"/>
                      <a:pt x="23483" y="11758"/>
                    </a:cubicBezTo>
                    <a:cubicBezTo>
                      <a:pt x="23483" y="5267"/>
                      <a:pt x="18215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88" name="Google Shape;2264;p47"/>
              <p:cNvSpPr/>
              <p:nvPr/>
            </p:nvSpPr>
            <p:spPr>
              <a:xfrm>
                <a:off x="1630260" y="4227234"/>
                <a:ext cx="23517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7" h="23517" extrusionOk="0">
                    <a:moveTo>
                      <a:pt x="11759" y="0"/>
                    </a:moveTo>
                    <a:cubicBezTo>
                      <a:pt x="5302" y="0"/>
                      <a:pt x="0" y="5302"/>
                      <a:pt x="0" y="11759"/>
                    </a:cubicBezTo>
                    <a:cubicBezTo>
                      <a:pt x="0" y="18216"/>
                      <a:pt x="5302" y="23517"/>
                      <a:pt x="11759" y="23517"/>
                    </a:cubicBezTo>
                    <a:cubicBezTo>
                      <a:pt x="18216" y="23517"/>
                      <a:pt x="23517" y="18216"/>
                      <a:pt x="23517" y="11759"/>
                    </a:cubicBezTo>
                    <a:cubicBezTo>
                      <a:pt x="23517" y="5302"/>
                      <a:pt x="18249" y="0"/>
                      <a:pt x="117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89" name="Google Shape;2265;p47"/>
              <p:cNvSpPr/>
              <p:nvPr/>
            </p:nvSpPr>
            <p:spPr>
              <a:xfrm>
                <a:off x="1679401" y="4058843"/>
                <a:ext cx="23516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6" h="23517" extrusionOk="0">
                    <a:moveTo>
                      <a:pt x="11758" y="0"/>
                    </a:moveTo>
                    <a:cubicBezTo>
                      <a:pt x="5268" y="0"/>
                      <a:pt x="0" y="5267"/>
                      <a:pt x="0" y="11758"/>
                    </a:cubicBezTo>
                    <a:cubicBezTo>
                      <a:pt x="0" y="18249"/>
                      <a:pt x="5302" y="23517"/>
                      <a:pt x="11758" y="23517"/>
                    </a:cubicBezTo>
                    <a:cubicBezTo>
                      <a:pt x="18215" y="23517"/>
                      <a:pt x="23517" y="18249"/>
                      <a:pt x="23517" y="11758"/>
                    </a:cubicBezTo>
                    <a:cubicBezTo>
                      <a:pt x="23517" y="5267"/>
                      <a:pt x="18249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90" name="Google Shape;2266;p47"/>
              <p:cNvSpPr/>
              <p:nvPr/>
            </p:nvSpPr>
            <p:spPr>
              <a:xfrm>
                <a:off x="1455106" y="4227234"/>
                <a:ext cx="23516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6" h="23517" extrusionOk="0">
                    <a:moveTo>
                      <a:pt x="11758" y="0"/>
                    </a:moveTo>
                    <a:cubicBezTo>
                      <a:pt x="5268" y="0"/>
                      <a:pt x="0" y="5302"/>
                      <a:pt x="0" y="11759"/>
                    </a:cubicBezTo>
                    <a:cubicBezTo>
                      <a:pt x="0" y="18216"/>
                      <a:pt x="5302" y="23517"/>
                      <a:pt x="11758" y="23517"/>
                    </a:cubicBezTo>
                    <a:cubicBezTo>
                      <a:pt x="18215" y="23517"/>
                      <a:pt x="23517" y="18216"/>
                      <a:pt x="23517" y="11759"/>
                    </a:cubicBezTo>
                    <a:cubicBezTo>
                      <a:pt x="23517" y="5302"/>
                      <a:pt x="18249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91" name="Google Shape;2267;p47"/>
              <p:cNvSpPr/>
              <p:nvPr/>
            </p:nvSpPr>
            <p:spPr>
              <a:xfrm>
                <a:off x="1854589" y="4058843"/>
                <a:ext cx="23516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6" h="23517" extrusionOk="0">
                    <a:moveTo>
                      <a:pt x="11759" y="0"/>
                    </a:moveTo>
                    <a:cubicBezTo>
                      <a:pt x="5302" y="0"/>
                      <a:pt x="0" y="5267"/>
                      <a:pt x="0" y="11758"/>
                    </a:cubicBezTo>
                    <a:cubicBezTo>
                      <a:pt x="0" y="18249"/>
                      <a:pt x="5302" y="23517"/>
                      <a:pt x="11759" y="23517"/>
                    </a:cubicBezTo>
                    <a:cubicBezTo>
                      <a:pt x="18215" y="23517"/>
                      <a:pt x="23517" y="18249"/>
                      <a:pt x="23517" y="11758"/>
                    </a:cubicBezTo>
                    <a:cubicBezTo>
                      <a:pt x="23517" y="5267"/>
                      <a:pt x="18215" y="0"/>
                      <a:pt x="117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92" name="Google Shape;2268;p47"/>
              <p:cNvSpPr/>
              <p:nvPr/>
            </p:nvSpPr>
            <p:spPr>
              <a:xfrm>
                <a:off x="1279917" y="4227234"/>
                <a:ext cx="23517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7" h="23517" extrusionOk="0">
                    <a:moveTo>
                      <a:pt x="11758" y="0"/>
                    </a:moveTo>
                    <a:cubicBezTo>
                      <a:pt x="5268" y="0"/>
                      <a:pt x="0" y="5302"/>
                      <a:pt x="0" y="11759"/>
                    </a:cubicBezTo>
                    <a:cubicBezTo>
                      <a:pt x="0" y="18216"/>
                      <a:pt x="5302" y="23517"/>
                      <a:pt x="11758" y="23517"/>
                    </a:cubicBezTo>
                    <a:cubicBezTo>
                      <a:pt x="18216" y="23517"/>
                      <a:pt x="23517" y="18216"/>
                      <a:pt x="23517" y="11759"/>
                    </a:cubicBezTo>
                    <a:cubicBezTo>
                      <a:pt x="23517" y="5302"/>
                      <a:pt x="18216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93" name="Google Shape;2269;p47"/>
              <p:cNvSpPr/>
              <p:nvPr/>
            </p:nvSpPr>
            <p:spPr>
              <a:xfrm>
                <a:off x="2029777" y="4058843"/>
                <a:ext cx="23483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483" h="23517" extrusionOk="0">
                    <a:moveTo>
                      <a:pt x="11725" y="0"/>
                    </a:moveTo>
                    <a:cubicBezTo>
                      <a:pt x="5268" y="0"/>
                      <a:pt x="0" y="5267"/>
                      <a:pt x="0" y="11758"/>
                    </a:cubicBezTo>
                    <a:cubicBezTo>
                      <a:pt x="0" y="18249"/>
                      <a:pt x="5268" y="23517"/>
                      <a:pt x="11725" y="23517"/>
                    </a:cubicBezTo>
                    <a:cubicBezTo>
                      <a:pt x="18182" y="23517"/>
                      <a:pt x="23483" y="18249"/>
                      <a:pt x="23483" y="11758"/>
                    </a:cubicBezTo>
                    <a:cubicBezTo>
                      <a:pt x="23483" y="5267"/>
                      <a:pt x="18215" y="0"/>
                      <a:pt x="117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94" name="Google Shape;2270;p47"/>
              <p:cNvSpPr/>
              <p:nvPr/>
            </p:nvSpPr>
            <p:spPr>
              <a:xfrm>
                <a:off x="1104729" y="4227234"/>
                <a:ext cx="23516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6" h="23517" extrusionOk="0">
                    <a:moveTo>
                      <a:pt x="11758" y="0"/>
                    </a:moveTo>
                    <a:cubicBezTo>
                      <a:pt x="5302" y="0"/>
                      <a:pt x="0" y="5302"/>
                      <a:pt x="0" y="11759"/>
                    </a:cubicBezTo>
                    <a:cubicBezTo>
                      <a:pt x="0" y="18216"/>
                      <a:pt x="5302" y="23517"/>
                      <a:pt x="11758" y="23517"/>
                    </a:cubicBezTo>
                    <a:cubicBezTo>
                      <a:pt x="18215" y="23517"/>
                      <a:pt x="23517" y="18216"/>
                      <a:pt x="23517" y="11759"/>
                    </a:cubicBezTo>
                    <a:cubicBezTo>
                      <a:pt x="23517" y="5302"/>
                      <a:pt x="18249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95" name="Google Shape;2271;p47"/>
              <p:cNvSpPr/>
              <p:nvPr/>
            </p:nvSpPr>
            <p:spPr>
              <a:xfrm>
                <a:off x="2204932" y="4058843"/>
                <a:ext cx="23516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6" h="23517" extrusionOk="0">
                    <a:moveTo>
                      <a:pt x="11758" y="0"/>
                    </a:moveTo>
                    <a:cubicBezTo>
                      <a:pt x="5268" y="0"/>
                      <a:pt x="0" y="5267"/>
                      <a:pt x="0" y="11758"/>
                    </a:cubicBezTo>
                    <a:cubicBezTo>
                      <a:pt x="0" y="18249"/>
                      <a:pt x="5302" y="23517"/>
                      <a:pt x="11758" y="23517"/>
                    </a:cubicBezTo>
                    <a:cubicBezTo>
                      <a:pt x="18215" y="23517"/>
                      <a:pt x="23517" y="18249"/>
                      <a:pt x="23517" y="11758"/>
                    </a:cubicBezTo>
                    <a:cubicBezTo>
                      <a:pt x="23517" y="5267"/>
                      <a:pt x="18249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96" name="Google Shape;2272;p47"/>
              <p:cNvSpPr/>
              <p:nvPr/>
            </p:nvSpPr>
            <p:spPr>
              <a:xfrm>
                <a:off x="929575" y="4227234"/>
                <a:ext cx="23483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483" h="23517" extrusionOk="0">
                    <a:moveTo>
                      <a:pt x="11758" y="0"/>
                    </a:moveTo>
                    <a:cubicBezTo>
                      <a:pt x="5268" y="0"/>
                      <a:pt x="0" y="5302"/>
                      <a:pt x="0" y="11759"/>
                    </a:cubicBezTo>
                    <a:cubicBezTo>
                      <a:pt x="0" y="18216"/>
                      <a:pt x="5302" y="23517"/>
                      <a:pt x="11758" y="23517"/>
                    </a:cubicBezTo>
                    <a:cubicBezTo>
                      <a:pt x="18216" y="23517"/>
                      <a:pt x="23483" y="18216"/>
                      <a:pt x="23483" y="11759"/>
                    </a:cubicBezTo>
                    <a:cubicBezTo>
                      <a:pt x="23483" y="5302"/>
                      <a:pt x="18216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97" name="Google Shape;2273;p47"/>
              <p:cNvSpPr/>
              <p:nvPr/>
            </p:nvSpPr>
            <p:spPr>
              <a:xfrm>
                <a:off x="2380086" y="4058843"/>
                <a:ext cx="23516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6" h="23517" extrusionOk="0">
                    <a:moveTo>
                      <a:pt x="23517" y="11758"/>
                    </a:moveTo>
                    <a:cubicBezTo>
                      <a:pt x="23517" y="5301"/>
                      <a:pt x="18249" y="0"/>
                      <a:pt x="11759" y="0"/>
                    </a:cubicBezTo>
                    <a:cubicBezTo>
                      <a:pt x="5268" y="0"/>
                      <a:pt x="0" y="5267"/>
                      <a:pt x="0" y="11758"/>
                    </a:cubicBezTo>
                    <a:cubicBezTo>
                      <a:pt x="0" y="18249"/>
                      <a:pt x="5268" y="23517"/>
                      <a:pt x="11759" y="23517"/>
                    </a:cubicBezTo>
                    <a:cubicBezTo>
                      <a:pt x="18249" y="23517"/>
                      <a:pt x="23517" y="18249"/>
                      <a:pt x="23517" y="1175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98" name="Google Shape;2274;p47"/>
              <p:cNvSpPr/>
              <p:nvPr/>
            </p:nvSpPr>
            <p:spPr>
              <a:xfrm>
                <a:off x="752381" y="4227234"/>
                <a:ext cx="23483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483" h="23517" extrusionOk="0">
                    <a:moveTo>
                      <a:pt x="11759" y="0"/>
                    </a:moveTo>
                    <a:cubicBezTo>
                      <a:pt x="5268" y="0"/>
                      <a:pt x="0" y="5302"/>
                      <a:pt x="0" y="11759"/>
                    </a:cubicBezTo>
                    <a:cubicBezTo>
                      <a:pt x="0" y="18216"/>
                      <a:pt x="5268" y="23517"/>
                      <a:pt x="11759" y="23517"/>
                    </a:cubicBezTo>
                    <a:cubicBezTo>
                      <a:pt x="18249" y="23517"/>
                      <a:pt x="23483" y="18216"/>
                      <a:pt x="23483" y="11759"/>
                    </a:cubicBezTo>
                    <a:cubicBezTo>
                      <a:pt x="23483" y="5302"/>
                      <a:pt x="18216" y="0"/>
                      <a:pt x="117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99" name="Google Shape;2275;p47"/>
              <p:cNvSpPr/>
              <p:nvPr/>
            </p:nvSpPr>
            <p:spPr>
              <a:xfrm>
                <a:off x="846653" y="4058843"/>
                <a:ext cx="23516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6" h="23517" extrusionOk="0">
                    <a:moveTo>
                      <a:pt x="11758" y="0"/>
                    </a:moveTo>
                    <a:cubicBezTo>
                      <a:pt x="5268" y="0"/>
                      <a:pt x="0" y="5267"/>
                      <a:pt x="0" y="11758"/>
                    </a:cubicBezTo>
                    <a:cubicBezTo>
                      <a:pt x="0" y="18249"/>
                      <a:pt x="5268" y="23517"/>
                      <a:pt x="11758" y="23517"/>
                    </a:cubicBezTo>
                    <a:cubicBezTo>
                      <a:pt x="18249" y="23517"/>
                      <a:pt x="23517" y="18249"/>
                      <a:pt x="23517" y="11758"/>
                    </a:cubicBezTo>
                    <a:cubicBezTo>
                      <a:pt x="23517" y="5267"/>
                      <a:pt x="18249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00" name="Google Shape;2276;p47"/>
              <p:cNvSpPr/>
              <p:nvPr/>
            </p:nvSpPr>
            <p:spPr>
              <a:xfrm>
                <a:off x="2287853" y="4227234"/>
                <a:ext cx="23516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6" h="23517" extrusionOk="0">
                    <a:moveTo>
                      <a:pt x="11759" y="0"/>
                    </a:moveTo>
                    <a:cubicBezTo>
                      <a:pt x="5268" y="0"/>
                      <a:pt x="0" y="5302"/>
                      <a:pt x="0" y="11759"/>
                    </a:cubicBezTo>
                    <a:cubicBezTo>
                      <a:pt x="0" y="18216"/>
                      <a:pt x="5268" y="23517"/>
                      <a:pt x="11759" y="23517"/>
                    </a:cubicBezTo>
                    <a:cubicBezTo>
                      <a:pt x="18249" y="23517"/>
                      <a:pt x="23517" y="18216"/>
                      <a:pt x="23517" y="11759"/>
                    </a:cubicBezTo>
                    <a:cubicBezTo>
                      <a:pt x="23517" y="5302"/>
                      <a:pt x="18249" y="0"/>
                      <a:pt x="117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01" name="Google Shape;2277;p47"/>
              <p:cNvSpPr/>
              <p:nvPr/>
            </p:nvSpPr>
            <p:spPr>
              <a:xfrm>
                <a:off x="1021842" y="4058843"/>
                <a:ext cx="23517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7" h="23517" extrusionOk="0">
                    <a:moveTo>
                      <a:pt x="11759" y="0"/>
                    </a:moveTo>
                    <a:cubicBezTo>
                      <a:pt x="5268" y="0"/>
                      <a:pt x="0" y="5267"/>
                      <a:pt x="0" y="11758"/>
                    </a:cubicBezTo>
                    <a:cubicBezTo>
                      <a:pt x="0" y="18249"/>
                      <a:pt x="5302" y="23517"/>
                      <a:pt x="11759" y="23517"/>
                    </a:cubicBezTo>
                    <a:cubicBezTo>
                      <a:pt x="18216" y="23517"/>
                      <a:pt x="23517" y="18249"/>
                      <a:pt x="23517" y="11758"/>
                    </a:cubicBezTo>
                    <a:cubicBezTo>
                      <a:pt x="23517" y="5267"/>
                      <a:pt x="18216" y="0"/>
                      <a:pt x="117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02" name="Google Shape;2278;p47"/>
              <p:cNvSpPr/>
              <p:nvPr/>
            </p:nvSpPr>
            <p:spPr>
              <a:xfrm>
                <a:off x="2112665" y="4227234"/>
                <a:ext cx="23516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6" h="23517" extrusionOk="0">
                    <a:moveTo>
                      <a:pt x="11759" y="0"/>
                    </a:moveTo>
                    <a:cubicBezTo>
                      <a:pt x="5268" y="0"/>
                      <a:pt x="0" y="5302"/>
                      <a:pt x="0" y="11759"/>
                    </a:cubicBezTo>
                    <a:cubicBezTo>
                      <a:pt x="0" y="18216"/>
                      <a:pt x="5302" y="23517"/>
                      <a:pt x="11759" y="23517"/>
                    </a:cubicBezTo>
                    <a:cubicBezTo>
                      <a:pt x="18215" y="23517"/>
                      <a:pt x="23517" y="18216"/>
                      <a:pt x="23517" y="11759"/>
                    </a:cubicBezTo>
                    <a:cubicBezTo>
                      <a:pt x="23517" y="5302"/>
                      <a:pt x="18215" y="0"/>
                      <a:pt x="117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03" name="Google Shape;2279;p47"/>
              <p:cNvSpPr/>
              <p:nvPr/>
            </p:nvSpPr>
            <p:spPr>
              <a:xfrm>
                <a:off x="1197030" y="4058843"/>
                <a:ext cx="23483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483" h="23517" extrusionOk="0">
                    <a:moveTo>
                      <a:pt x="11758" y="0"/>
                    </a:moveTo>
                    <a:cubicBezTo>
                      <a:pt x="5268" y="0"/>
                      <a:pt x="0" y="5267"/>
                      <a:pt x="0" y="11758"/>
                    </a:cubicBezTo>
                    <a:cubicBezTo>
                      <a:pt x="0" y="18249"/>
                      <a:pt x="5268" y="23517"/>
                      <a:pt x="11758" y="23517"/>
                    </a:cubicBezTo>
                    <a:cubicBezTo>
                      <a:pt x="18249" y="23517"/>
                      <a:pt x="23483" y="18249"/>
                      <a:pt x="23483" y="11758"/>
                    </a:cubicBezTo>
                    <a:cubicBezTo>
                      <a:pt x="23483" y="5267"/>
                      <a:pt x="18215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04" name="Google Shape;2280;p47"/>
              <p:cNvSpPr/>
              <p:nvPr/>
            </p:nvSpPr>
            <p:spPr>
              <a:xfrm>
                <a:off x="1937510" y="4227234"/>
                <a:ext cx="23516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6" h="23517" extrusionOk="0">
                    <a:moveTo>
                      <a:pt x="11758" y="0"/>
                    </a:moveTo>
                    <a:cubicBezTo>
                      <a:pt x="5268" y="0"/>
                      <a:pt x="0" y="5302"/>
                      <a:pt x="0" y="11759"/>
                    </a:cubicBezTo>
                    <a:cubicBezTo>
                      <a:pt x="0" y="18216"/>
                      <a:pt x="5268" y="23517"/>
                      <a:pt x="11758" y="23517"/>
                    </a:cubicBezTo>
                    <a:cubicBezTo>
                      <a:pt x="18249" y="23517"/>
                      <a:pt x="23517" y="18216"/>
                      <a:pt x="23517" y="11759"/>
                    </a:cubicBezTo>
                    <a:cubicBezTo>
                      <a:pt x="23517" y="5302"/>
                      <a:pt x="18249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05" name="Google Shape;2281;p47"/>
              <p:cNvSpPr/>
              <p:nvPr/>
            </p:nvSpPr>
            <p:spPr>
              <a:xfrm>
                <a:off x="1372184" y="4058843"/>
                <a:ext cx="23517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7" h="23517" extrusionOk="0">
                    <a:moveTo>
                      <a:pt x="11759" y="0"/>
                    </a:moveTo>
                    <a:cubicBezTo>
                      <a:pt x="5268" y="0"/>
                      <a:pt x="0" y="5267"/>
                      <a:pt x="0" y="11758"/>
                    </a:cubicBezTo>
                    <a:cubicBezTo>
                      <a:pt x="0" y="18249"/>
                      <a:pt x="5302" y="23517"/>
                      <a:pt x="11759" y="23517"/>
                    </a:cubicBezTo>
                    <a:cubicBezTo>
                      <a:pt x="18216" y="23517"/>
                      <a:pt x="23517" y="18249"/>
                      <a:pt x="23517" y="11758"/>
                    </a:cubicBezTo>
                    <a:cubicBezTo>
                      <a:pt x="23517" y="5267"/>
                      <a:pt x="18216" y="0"/>
                      <a:pt x="117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06" name="Google Shape;2282;p47"/>
              <p:cNvSpPr/>
              <p:nvPr/>
            </p:nvSpPr>
            <p:spPr>
              <a:xfrm>
                <a:off x="1762322" y="4227234"/>
                <a:ext cx="23483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483" h="23517" extrusionOk="0">
                    <a:moveTo>
                      <a:pt x="11759" y="0"/>
                    </a:moveTo>
                    <a:cubicBezTo>
                      <a:pt x="5268" y="0"/>
                      <a:pt x="0" y="5302"/>
                      <a:pt x="0" y="11759"/>
                    </a:cubicBezTo>
                    <a:cubicBezTo>
                      <a:pt x="0" y="18216"/>
                      <a:pt x="5268" y="23517"/>
                      <a:pt x="11759" y="23517"/>
                    </a:cubicBezTo>
                    <a:cubicBezTo>
                      <a:pt x="18249" y="23517"/>
                      <a:pt x="23483" y="18216"/>
                      <a:pt x="23483" y="11759"/>
                    </a:cubicBezTo>
                    <a:cubicBezTo>
                      <a:pt x="23483" y="5302"/>
                      <a:pt x="18216" y="0"/>
                      <a:pt x="117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07" name="Google Shape;2283;p47"/>
              <p:cNvSpPr/>
              <p:nvPr/>
            </p:nvSpPr>
            <p:spPr>
              <a:xfrm>
                <a:off x="1547372" y="4058843"/>
                <a:ext cx="23516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6" h="23517" extrusionOk="0">
                    <a:moveTo>
                      <a:pt x="11758" y="0"/>
                    </a:moveTo>
                    <a:cubicBezTo>
                      <a:pt x="5268" y="0"/>
                      <a:pt x="0" y="5267"/>
                      <a:pt x="0" y="11758"/>
                    </a:cubicBezTo>
                    <a:cubicBezTo>
                      <a:pt x="0" y="18249"/>
                      <a:pt x="5302" y="23517"/>
                      <a:pt x="11758" y="23517"/>
                    </a:cubicBezTo>
                    <a:cubicBezTo>
                      <a:pt x="18215" y="23517"/>
                      <a:pt x="23517" y="18249"/>
                      <a:pt x="23517" y="11758"/>
                    </a:cubicBezTo>
                    <a:cubicBezTo>
                      <a:pt x="23517" y="5267"/>
                      <a:pt x="18215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08" name="Google Shape;2284;p47"/>
              <p:cNvSpPr/>
              <p:nvPr/>
            </p:nvSpPr>
            <p:spPr>
              <a:xfrm>
                <a:off x="1587134" y="4227234"/>
                <a:ext cx="23517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7" h="23517" extrusionOk="0">
                    <a:moveTo>
                      <a:pt x="11759" y="0"/>
                    </a:moveTo>
                    <a:cubicBezTo>
                      <a:pt x="5302" y="0"/>
                      <a:pt x="0" y="5302"/>
                      <a:pt x="0" y="11759"/>
                    </a:cubicBezTo>
                    <a:cubicBezTo>
                      <a:pt x="0" y="18216"/>
                      <a:pt x="5302" y="23517"/>
                      <a:pt x="11759" y="23517"/>
                    </a:cubicBezTo>
                    <a:cubicBezTo>
                      <a:pt x="18216" y="23517"/>
                      <a:pt x="23517" y="18216"/>
                      <a:pt x="23517" y="11759"/>
                    </a:cubicBezTo>
                    <a:cubicBezTo>
                      <a:pt x="23517" y="5302"/>
                      <a:pt x="18216" y="0"/>
                      <a:pt x="117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09" name="Google Shape;2285;p47"/>
              <p:cNvSpPr/>
              <p:nvPr/>
            </p:nvSpPr>
            <p:spPr>
              <a:xfrm>
                <a:off x="1722561" y="4058843"/>
                <a:ext cx="23483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483" h="23517" extrusionOk="0">
                    <a:moveTo>
                      <a:pt x="11725" y="0"/>
                    </a:moveTo>
                    <a:cubicBezTo>
                      <a:pt x="5268" y="0"/>
                      <a:pt x="0" y="5267"/>
                      <a:pt x="0" y="11758"/>
                    </a:cubicBezTo>
                    <a:cubicBezTo>
                      <a:pt x="0" y="18249"/>
                      <a:pt x="5268" y="23517"/>
                      <a:pt x="11725" y="23517"/>
                    </a:cubicBezTo>
                    <a:cubicBezTo>
                      <a:pt x="18182" y="23517"/>
                      <a:pt x="23483" y="18249"/>
                      <a:pt x="23483" y="11758"/>
                    </a:cubicBezTo>
                    <a:cubicBezTo>
                      <a:pt x="23483" y="5267"/>
                      <a:pt x="18216" y="0"/>
                      <a:pt x="117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10" name="Google Shape;2286;p47"/>
              <p:cNvSpPr/>
              <p:nvPr/>
            </p:nvSpPr>
            <p:spPr>
              <a:xfrm>
                <a:off x="1411980" y="4227234"/>
                <a:ext cx="23516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6" h="23517" extrusionOk="0">
                    <a:moveTo>
                      <a:pt x="11758" y="0"/>
                    </a:moveTo>
                    <a:cubicBezTo>
                      <a:pt x="5268" y="0"/>
                      <a:pt x="0" y="5302"/>
                      <a:pt x="0" y="11759"/>
                    </a:cubicBezTo>
                    <a:cubicBezTo>
                      <a:pt x="0" y="18216"/>
                      <a:pt x="5268" y="23517"/>
                      <a:pt x="11758" y="23517"/>
                    </a:cubicBezTo>
                    <a:cubicBezTo>
                      <a:pt x="18249" y="23517"/>
                      <a:pt x="23517" y="18216"/>
                      <a:pt x="23517" y="11759"/>
                    </a:cubicBezTo>
                    <a:cubicBezTo>
                      <a:pt x="23517" y="5302"/>
                      <a:pt x="18249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11" name="Google Shape;2287;p47"/>
              <p:cNvSpPr/>
              <p:nvPr/>
            </p:nvSpPr>
            <p:spPr>
              <a:xfrm>
                <a:off x="1897715" y="4058843"/>
                <a:ext cx="23516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6" h="23517" extrusionOk="0">
                    <a:moveTo>
                      <a:pt x="11759" y="0"/>
                    </a:moveTo>
                    <a:cubicBezTo>
                      <a:pt x="5302" y="0"/>
                      <a:pt x="0" y="5267"/>
                      <a:pt x="0" y="11758"/>
                    </a:cubicBezTo>
                    <a:cubicBezTo>
                      <a:pt x="0" y="18249"/>
                      <a:pt x="5302" y="23517"/>
                      <a:pt x="11759" y="23517"/>
                    </a:cubicBezTo>
                    <a:cubicBezTo>
                      <a:pt x="18215" y="23517"/>
                      <a:pt x="23517" y="18249"/>
                      <a:pt x="23517" y="11758"/>
                    </a:cubicBezTo>
                    <a:cubicBezTo>
                      <a:pt x="23517" y="5267"/>
                      <a:pt x="18249" y="0"/>
                      <a:pt x="117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12" name="Google Shape;2288;p47"/>
              <p:cNvSpPr/>
              <p:nvPr/>
            </p:nvSpPr>
            <p:spPr>
              <a:xfrm>
                <a:off x="1236791" y="4227234"/>
                <a:ext cx="23517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7" h="23517" extrusionOk="0">
                    <a:moveTo>
                      <a:pt x="11759" y="0"/>
                    </a:moveTo>
                    <a:cubicBezTo>
                      <a:pt x="5268" y="0"/>
                      <a:pt x="0" y="5302"/>
                      <a:pt x="0" y="11759"/>
                    </a:cubicBezTo>
                    <a:cubicBezTo>
                      <a:pt x="0" y="18216"/>
                      <a:pt x="5268" y="23517"/>
                      <a:pt x="11759" y="23517"/>
                    </a:cubicBezTo>
                    <a:cubicBezTo>
                      <a:pt x="18249" y="23517"/>
                      <a:pt x="23517" y="18216"/>
                      <a:pt x="23517" y="11759"/>
                    </a:cubicBezTo>
                    <a:cubicBezTo>
                      <a:pt x="23517" y="5302"/>
                      <a:pt x="18216" y="0"/>
                      <a:pt x="117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13" name="Google Shape;2289;p47"/>
              <p:cNvSpPr/>
              <p:nvPr/>
            </p:nvSpPr>
            <p:spPr>
              <a:xfrm>
                <a:off x="2072903" y="4058843"/>
                <a:ext cx="23483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483" h="23517" extrusionOk="0">
                    <a:moveTo>
                      <a:pt x="11759" y="0"/>
                    </a:moveTo>
                    <a:cubicBezTo>
                      <a:pt x="5268" y="0"/>
                      <a:pt x="0" y="5267"/>
                      <a:pt x="0" y="11758"/>
                    </a:cubicBezTo>
                    <a:cubicBezTo>
                      <a:pt x="0" y="18249"/>
                      <a:pt x="5268" y="23517"/>
                      <a:pt x="11759" y="23517"/>
                    </a:cubicBezTo>
                    <a:cubicBezTo>
                      <a:pt x="18249" y="23517"/>
                      <a:pt x="23483" y="18249"/>
                      <a:pt x="23483" y="11758"/>
                    </a:cubicBezTo>
                    <a:cubicBezTo>
                      <a:pt x="23483" y="5267"/>
                      <a:pt x="18215" y="0"/>
                      <a:pt x="117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14" name="Google Shape;2290;p47"/>
              <p:cNvSpPr/>
              <p:nvPr/>
            </p:nvSpPr>
            <p:spPr>
              <a:xfrm>
                <a:off x="1061637" y="4227234"/>
                <a:ext cx="23482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482" h="23517" extrusionOk="0">
                    <a:moveTo>
                      <a:pt x="11724" y="0"/>
                    </a:moveTo>
                    <a:cubicBezTo>
                      <a:pt x="5268" y="0"/>
                      <a:pt x="0" y="5302"/>
                      <a:pt x="0" y="11759"/>
                    </a:cubicBezTo>
                    <a:cubicBezTo>
                      <a:pt x="0" y="18216"/>
                      <a:pt x="5268" y="23517"/>
                      <a:pt x="11724" y="23517"/>
                    </a:cubicBezTo>
                    <a:cubicBezTo>
                      <a:pt x="18181" y="23517"/>
                      <a:pt x="23483" y="18216"/>
                      <a:pt x="23483" y="11759"/>
                    </a:cubicBezTo>
                    <a:cubicBezTo>
                      <a:pt x="23483" y="5302"/>
                      <a:pt x="18181" y="0"/>
                      <a:pt x="1172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15" name="Google Shape;2291;p47"/>
              <p:cNvSpPr/>
              <p:nvPr/>
            </p:nvSpPr>
            <p:spPr>
              <a:xfrm>
                <a:off x="2248058" y="4058843"/>
                <a:ext cx="23516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6" h="23517" extrusionOk="0">
                    <a:moveTo>
                      <a:pt x="11758" y="0"/>
                    </a:moveTo>
                    <a:cubicBezTo>
                      <a:pt x="5302" y="0"/>
                      <a:pt x="0" y="5267"/>
                      <a:pt x="0" y="11758"/>
                    </a:cubicBezTo>
                    <a:cubicBezTo>
                      <a:pt x="0" y="18249"/>
                      <a:pt x="5302" y="23517"/>
                      <a:pt x="11758" y="23517"/>
                    </a:cubicBezTo>
                    <a:cubicBezTo>
                      <a:pt x="18215" y="23517"/>
                      <a:pt x="23517" y="18249"/>
                      <a:pt x="23517" y="11758"/>
                    </a:cubicBezTo>
                    <a:cubicBezTo>
                      <a:pt x="23517" y="5267"/>
                      <a:pt x="18249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16" name="Google Shape;2292;p47"/>
              <p:cNvSpPr/>
              <p:nvPr/>
            </p:nvSpPr>
            <p:spPr>
              <a:xfrm>
                <a:off x="886449" y="4227234"/>
                <a:ext cx="23517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7" h="23517" extrusionOk="0">
                    <a:moveTo>
                      <a:pt x="11758" y="0"/>
                    </a:moveTo>
                    <a:cubicBezTo>
                      <a:pt x="5268" y="0"/>
                      <a:pt x="0" y="5302"/>
                      <a:pt x="0" y="11759"/>
                    </a:cubicBezTo>
                    <a:cubicBezTo>
                      <a:pt x="0" y="18216"/>
                      <a:pt x="5302" y="23517"/>
                      <a:pt x="11758" y="23517"/>
                    </a:cubicBezTo>
                    <a:cubicBezTo>
                      <a:pt x="18216" y="23517"/>
                      <a:pt x="23517" y="18216"/>
                      <a:pt x="23517" y="11759"/>
                    </a:cubicBezTo>
                    <a:cubicBezTo>
                      <a:pt x="23517" y="5302"/>
                      <a:pt x="18249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17" name="Google Shape;2293;p47"/>
              <p:cNvSpPr/>
              <p:nvPr/>
            </p:nvSpPr>
            <p:spPr>
              <a:xfrm>
                <a:off x="2438437" y="4057993"/>
                <a:ext cx="23483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483" h="23517" extrusionOk="0">
                    <a:moveTo>
                      <a:pt x="11725" y="0"/>
                    </a:moveTo>
                    <a:cubicBezTo>
                      <a:pt x="5268" y="0"/>
                      <a:pt x="0" y="5301"/>
                      <a:pt x="0" y="11758"/>
                    </a:cubicBezTo>
                    <a:cubicBezTo>
                      <a:pt x="0" y="18215"/>
                      <a:pt x="5268" y="23517"/>
                      <a:pt x="11725" y="23517"/>
                    </a:cubicBezTo>
                    <a:cubicBezTo>
                      <a:pt x="18182" y="23517"/>
                      <a:pt x="23483" y="18215"/>
                      <a:pt x="23483" y="11758"/>
                    </a:cubicBezTo>
                    <a:cubicBezTo>
                      <a:pt x="23483" y="5301"/>
                      <a:pt x="18215" y="0"/>
                      <a:pt x="117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18" name="Google Shape;2294;p47"/>
              <p:cNvSpPr/>
              <p:nvPr/>
            </p:nvSpPr>
            <p:spPr>
              <a:xfrm>
                <a:off x="889779" y="4058843"/>
                <a:ext cx="23516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6" h="23517" extrusionOk="0">
                    <a:moveTo>
                      <a:pt x="11758" y="0"/>
                    </a:moveTo>
                    <a:cubicBezTo>
                      <a:pt x="5268" y="0"/>
                      <a:pt x="0" y="5267"/>
                      <a:pt x="0" y="11758"/>
                    </a:cubicBezTo>
                    <a:cubicBezTo>
                      <a:pt x="0" y="18249"/>
                      <a:pt x="5268" y="23517"/>
                      <a:pt x="11758" y="23517"/>
                    </a:cubicBezTo>
                    <a:cubicBezTo>
                      <a:pt x="18249" y="23517"/>
                      <a:pt x="23517" y="18249"/>
                      <a:pt x="23517" y="11758"/>
                    </a:cubicBezTo>
                    <a:cubicBezTo>
                      <a:pt x="23517" y="5267"/>
                      <a:pt x="18249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19" name="Google Shape;2295;p47"/>
              <p:cNvSpPr/>
              <p:nvPr/>
            </p:nvSpPr>
            <p:spPr>
              <a:xfrm>
                <a:off x="2244727" y="4227234"/>
                <a:ext cx="23516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6" h="23517" extrusionOk="0">
                    <a:moveTo>
                      <a:pt x="11759" y="0"/>
                    </a:moveTo>
                    <a:cubicBezTo>
                      <a:pt x="5268" y="0"/>
                      <a:pt x="0" y="5302"/>
                      <a:pt x="0" y="11759"/>
                    </a:cubicBezTo>
                    <a:cubicBezTo>
                      <a:pt x="0" y="18216"/>
                      <a:pt x="5268" y="23517"/>
                      <a:pt x="11759" y="23517"/>
                    </a:cubicBezTo>
                    <a:cubicBezTo>
                      <a:pt x="18249" y="23517"/>
                      <a:pt x="23517" y="18216"/>
                      <a:pt x="23517" y="11759"/>
                    </a:cubicBezTo>
                    <a:cubicBezTo>
                      <a:pt x="23517" y="5302"/>
                      <a:pt x="18249" y="0"/>
                      <a:pt x="117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20" name="Google Shape;2296;p47"/>
              <p:cNvSpPr/>
              <p:nvPr/>
            </p:nvSpPr>
            <p:spPr>
              <a:xfrm>
                <a:off x="1064968" y="4058843"/>
                <a:ext cx="23517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7" h="23517" extrusionOk="0">
                    <a:moveTo>
                      <a:pt x="11758" y="0"/>
                    </a:moveTo>
                    <a:cubicBezTo>
                      <a:pt x="5302" y="0"/>
                      <a:pt x="0" y="5267"/>
                      <a:pt x="0" y="11758"/>
                    </a:cubicBezTo>
                    <a:cubicBezTo>
                      <a:pt x="0" y="18249"/>
                      <a:pt x="5302" y="23517"/>
                      <a:pt x="11758" y="23517"/>
                    </a:cubicBezTo>
                    <a:cubicBezTo>
                      <a:pt x="18216" y="23517"/>
                      <a:pt x="23517" y="18249"/>
                      <a:pt x="23517" y="11758"/>
                    </a:cubicBezTo>
                    <a:cubicBezTo>
                      <a:pt x="23517" y="5267"/>
                      <a:pt x="18216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21" name="Google Shape;2297;p47"/>
              <p:cNvSpPr/>
              <p:nvPr/>
            </p:nvSpPr>
            <p:spPr>
              <a:xfrm>
                <a:off x="2069573" y="4227234"/>
                <a:ext cx="23482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482" h="23517" extrusionOk="0">
                    <a:moveTo>
                      <a:pt x="11758" y="0"/>
                    </a:moveTo>
                    <a:cubicBezTo>
                      <a:pt x="5268" y="0"/>
                      <a:pt x="0" y="5302"/>
                      <a:pt x="0" y="11759"/>
                    </a:cubicBezTo>
                    <a:cubicBezTo>
                      <a:pt x="0" y="18216"/>
                      <a:pt x="5268" y="23517"/>
                      <a:pt x="11758" y="23517"/>
                    </a:cubicBezTo>
                    <a:cubicBezTo>
                      <a:pt x="18249" y="23517"/>
                      <a:pt x="23483" y="18216"/>
                      <a:pt x="23483" y="11759"/>
                    </a:cubicBezTo>
                    <a:cubicBezTo>
                      <a:pt x="23483" y="5302"/>
                      <a:pt x="18215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22" name="Google Shape;2298;p47"/>
              <p:cNvSpPr/>
              <p:nvPr/>
            </p:nvSpPr>
            <p:spPr>
              <a:xfrm>
                <a:off x="1240156" y="4058843"/>
                <a:ext cx="23482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482" h="23517" extrusionOk="0">
                    <a:moveTo>
                      <a:pt x="11758" y="0"/>
                    </a:moveTo>
                    <a:cubicBezTo>
                      <a:pt x="5268" y="0"/>
                      <a:pt x="0" y="5267"/>
                      <a:pt x="0" y="11758"/>
                    </a:cubicBezTo>
                    <a:cubicBezTo>
                      <a:pt x="0" y="18249"/>
                      <a:pt x="5268" y="23517"/>
                      <a:pt x="11758" y="23517"/>
                    </a:cubicBezTo>
                    <a:cubicBezTo>
                      <a:pt x="18249" y="23517"/>
                      <a:pt x="23483" y="18249"/>
                      <a:pt x="23483" y="11758"/>
                    </a:cubicBezTo>
                    <a:cubicBezTo>
                      <a:pt x="23483" y="5267"/>
                      <a:pt x="18181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23" name="Google Shape;2299;p47"/>
              <p:cNvSpPr/>
              <p:nvPr/>
            </p:nvSpPr>
            <p:spPr>
              <a:xfrm>
                <a:off x="1894385" y="4227234"/>
                <a:ext cx="23516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6" h="23517" extrusionOk="0">
                    <a:moveTo>
                      <a:pt x="11758" y="0"/>
                    </a:moveTo>
                    <a:cubicBezTo>
                      <a:pt x="5302" y="0"/>
                      <a:pt x="0" y="5302"/>
                      <a:pt x="0" y="11759"/>
                    </a:cubicBezTo>
                    <a:cubicBezTo>
                      <a:pt x="0" y="18216"/>
                      <a:pt x="5302" y="23517"/>
                      <a:pt x="11758" y="23517"/>
                    </a:cubicBezTo>
                    <a:cubicBezTo>
                      <a:pt x="18215" y="23517"/>
                      <a:pt x="23517" y="18216"/>
                      <a:pt x="23517" y="11759"/>
                    </a:cubicBezTo>
                    <a:cubicBezTo>
                      <a:pt x="23517" y="5302"/>
                      <a:pt x="18249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24" name="Google Shape;2300;p47"/>
              <p:cNvSpPr/>
              <p:nvPr/>
            </p:nvSpPr>
            <p:spPr>
              <a:xfrm>
                <a:off x="1415310" y="4058843"/>
                <a:ext cx="23517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7" h="23517" extrusionOk="0">
                    <a:moveTo>
                      <a:pt x="11759" y="0"/>
                    </a:moveTo>
                    <a:cubicBezTo>
                      <a:pt x="5268" y="0"/>
                      <a:pt x="0" y="5267"/>
                      <a:pt x="0" y="11758"/>
                    </a:cubicBezTo>
                    <a:cubicBezTo>
                      <a:pt x="0" y="18249"/>
                      <a:pt x="5268" y="23517"/>
                      <a:pt x="11759" y="23517"/>
                    </a:cubicBezTo>
                    <a:cubicBezTo>
                      <a:pt x="18249" y="23517"/>
                      <a:pt x="23517" y="18249"/>
                      <a:pt x="23517" y="11758"/>
                    </a:cubicBezTo>
                    <a:cubicBezTo>
                      <a:pt x="23517" y="5267"/>
                      <a:pt x="18249" y="0"/>
                      <a:pt x="117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25" name="Google Shape;2301;p47"/>
              <p:cNvSpPr/>
              <p:nvPr/>
            </p:nvSpPr>
            <p:spPr>
              <a:xfrm>
                <a:off x="1719196" y="4227234"/>
                <a:ext cx="23517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7" h="23517" extrusionOk="0">
                    <a:moveTo>
                      <a:pt x="11758" y="0"/>
                    </a:moveTo>
                    <a:cubicBezTo>
                      <a:pt x="5302" y="0"/>
                      <a:pt x="0" y="5302"/>
                      <a:pt x="0" y="11759"/>
                    </a:cubicBezTo>
                    <a:cubicBezTo>
                      <a:pt x="0" y="18216"/>
                      <a:pt x="5302" y="23517"/>
                      <a:pt x="11758" y="23517"/>
                    </a:cubicBezTo>
                    <a:cubicBezTo>
                      <a:pt x="18216" y="23517"/>
                      <a:pt x="23517" y="18216"/>
                      <a:pt x="23517" y="11759"/>
                    </a:cubicBezTo>
                    <a:cubicBezTo>
                      <a:pt x="23517" y="5302"/>
                      <a:pt x="18250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26" name="Google Shape;2302;p47"/>
              <p:cNvSpPr/>
              <p:nvPr/>
            </p:nvSpPr>
            <p:spPr>
              <a:xfrm>
                <a:off x="1590464" y="4058843"/>
                <a:ext cx="23517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7" h="23517" extrusionOk="0">
                    <a:moveTo>
                      <a:pt x="11758" y="0"/>
                    </a:moveTo>
                    <a:cubicBezTo>
                      <a:pt x="5302" y="0"/>
                      <a:pt x="0" y="5267"/>
                      <a:pt x="0" y="11758"/>
                    </a:cubicBezTo>
                    <a:cubicBezTo>
                      <a:pt x="0" y="18249"/>
                      <a:pt x="5302" y="23517"/>
                      <a:pt x="11758" y="23517"/>
                    </a:cubicBezTo>
                    <a:cubicBezTo>
                      <a:pt x="18216" y="23517"/>
                      <a:pt x="23517" y="18249"/>
                      <a:pt x="23517" y="11758"/>
                    </a:cubicBezTo>
                    <a:cubicBezTo>
                      <a:pt x="23517" y="5267"/>
                      <a:pt x="18216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27" name="Google Shape;2303;p47"/>
              <p:cNvSpPr/>
              <p:nvPr/>
            </p:nvSpPr>
            <p:spPr>
              <a:xfrm>
                <a:off x="1544042" y="4227234"/>
                <a:ext cx="23517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7" h="23517" extrusionOk="0">
                    <a:moveTo>
                      <a:pt x="11758" y="0"/>
                    </a:moveTo>
                    <a:cubicBezTo>
                      <a:pt x="5268" y="0"/>
                      <a:pt x="0" y="5302"/>
                      <a:pt x="0" y="11759"/>
                    </a:cubicBezTo>
                    <a:cubicBezTo>
                      <a:pt x="0" y="18216"/>
                      <a:pt x="5302" y="23517"/>
                      <a:pt x="11758" y="23517"/>
                    </a:cubicBezTo>
                    <a:cubicBezTo>
                      <a:pt x="18216" y="23517"/>
                      <a:pt x="23517" y="18216"/>
                      <a:pt x="23517" y="11759"/>
                    </a:cubicBezTo>
                    <a:cubicBezTo>
                      <a:pt x="23517" y="5302"/>
                      <a:pt x="18216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28" name="Google Shape;2304;p47"/>
              <p:cNvSpPr/>
              <p:nvPr/>
            </p:nvSpPr>
            <p:spPr>
              <a:xfrm>
                <a:off x="1765653" y="4058843"/>
                <a:ext cx="23482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482" h="23517" extrusionOk="0">
                    <a:moveTo>
                      <a:pt x="11758" y="0"/>
                    </a:moveTo>
                    <a:cubicBezTo>
                      <a:pt x="5268" y="0"/>
                      <a:pt x="0" y="5267"/>
                      <a:pt x="0" y="11758"/>
                    </a:cubicBezTo>
                    <a:cubicBezTo>
                      <a:pt x="0" y="18249"/>
                      <a:pt x="5302" y="23517"/>
                      <a:pt x="11758" y="23517"/>
                    </a:cubicBezTo>
                    <a:cubicBezTo>
                      <a:pt x="18215" y="23517"/>
                      <a:pt x="23483" y="18249"/>
                      <a:pt x="23483" y="11758"/>
                    </a:cubicBezTo>
                    <a:cubicBezTo>
                      <a:pt x="23483" y="5267"/>
                      <a:pt x="18215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29" name="Google Shape;2305;p47"/>
              <p:cNvSpPr/>
              <p:nvPr/>
            </p:nvSpPr>
            <p:spPr>
              <a:xfrm>
                <a:off x="1368854" y="4227234"/>
                <a:ext cx="23483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483" h="23517" extrusionOk="0">
                    <a:moveTo>
                      <a:pt x="11758" y="0"/>
                    </a:moveTo>
                    <a:cubicBezTo>
                      <a:pt x="5268" y="0"/>
                      <a:pt x="0" y="5302"/>
                      <a:pt x="0" y="11759"/>
                    </a:cubicBezTo>
                    <a:cubicBezTo>
                      <a:pt x="0" y="18216"/>
                      <a:pt x="5302" y="23517"/>
                      <a:pt x="11758" y="23517"/>
                    </a:cubicBezTo>
                    <a:cubicBezTo>
                      <a:pt x="18215" y="23517"/>
                      <a:pt x="23483" y="18216"/>
                      <a:pt x="23483" y="11759"/>
                    </a:cubicBezTo>
                    <a:cubicBezTo>
                      <a:pt x="23483" y="5302"/>
                      <a:pt x="18215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30" name="Google Shape;2306;p47"/>
              <p:cNvSpPr/>
              <p:nvPr/>
            </p:nvSpPr>
            <p:spPr>
              <a:xfrm>
                <a:off x="1940841" y="4058843"/>
                <a:ext cx="23516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6" h="23517" extrusionOk="0">
                    <a:moveTo>
                      <a:pt x="11759" y="0"/>
                    </a:moveTo>
                    <a:cubicBezTo>
                      <a:pt x="5268" y="0"/>
                      <a:pt x="0" y="5267"/>
                      <a:pt x="0" y="11758"/>
                    </a:cubicBezTo>
                    <a:cubicBezTo>
                      <a:pt x="0" y="18249"/>
                      <a:pt x="5302" y="23517"/>
                      <a:pt x="11759" y="23517"/>
                    </a:cubicBezTo>
                    <a:cubicBezTo>
                      <a:pt x="18215" y="23517"/>
                      <a:pt x="23517" y="18249"/>
                      <a:pt x="23517" y="11758"/>
                    </a:cubicBezTo>
                    <a:cubicBezTo>
                      <a:pt x="23517" y="5267"/>
                      <a:pt x="18249" y="0"/>
                      <a:pt x="117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31" name="Google Shape;2307;p47"/>
              <p:cNvSpPr/>
              <p:nvPr/>
            </p:nvSpPr>
            <p:spPr>
              <a:xfrm>
                <a:off x="1193699" y="4227234"/>
                <a:ext cx="23483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483" h="23517" extrusionOk="0">
                    <a:moveTo>
                      <a:pt x="11758" y="0"/>
                    </a:moveTo>
                    <a:cubicBezTo>
                      <a:pt x="5268" y="0"/>
                      <a:pt x="0" y="5302"/>
                      <a:pt x="0" y="11759"/>
                    </a:cubicBezTo>
                    <a:cubicBezTo>
                      <a:pt x="0" y="18216"/>
                      <a:pt x="5302" y="23517"/>
                      <a:pt x="11758" y="23517"/>
                    </a:cubicBezTo>
                    <a:cubicBezTo>
                      <a:pt x="18216" y="23517"/>
                      <a:pt x="23483" y="18216"/>
                      <a:pt x="23483" y="11759"/>
                    </a:cubicBezTo>
                    <a:cubicBezTo>
                      <a:pt x="23483" y="5302"/>
                      <a:pt x="18216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32" name="Google Shape;2308;p47"/>
              <p:cNvSpPr/>
              <p:nvPr/>
            </p:nvSpPr>
            <p:spPr>
              <a:xfrm>
                <a:off x="2115995" y="4058843"/>
                <a:ext cx="23517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7" h="23517" extrusionOk="0">
                    <a:moveTo>
                      <a:pt x="23517" y="11758"/>
                    </a:moveTo>
                    <a:cubicBezTo>
                      <a:pt x="23517" y="18252"/>
                      <a:pt x="18253" y="23517"/>
                      <a:pt x="11759" y="23517"/>
                    </a:cubicBezTo>
                    <a:cubicBezTo>
                      <a:pt x="5265" y="23517"/>
                      <a:pt x="0" y="18252"/>
                      <a:pt x="0" y="11758"/>
                    </a:cubicBezTo>
                    <a:cubicBezTo>
                      <a:pt x="0" y="5264"/>
                      <a:pt x="5264" y="0"/>
                      <a:pt x="11759" y="0"/>
                    </a:cubicBezTo>
                    <a:cubicBezTo>
                      <a:pt x="18253" y="0"/>
                      <a:pt x="23517" y="5264"/>
                      <a:pt x="23517" y="1175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33" name="Google Shape;2309;p47"/>
              <p:cNvSpPr/>
              <p:nvPr/>
            </p:nvSpPr>
            <p:spPr>
              <a:xfrm>
                <a:off x="1018511" y="4227234"/>
                <a:ext cx="23516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6" h="23517" extrusionOk="0">
                    <a:moveTo>
                      <a:pt x="11758" y="0"/>
                    </a:moveTo>
                    <a:cubicBezTo>
                      <a:pt x="5302" y="0"/>
                      <a:pt x="0" y="5302"/>
                      <a:pt x="0" y="11759"/>
                    </a:cubicBezTo>
                    <a:cubicBezTo>
                      <a:pt x="0" y="18216"/>
                      <a:pt x="5302" y="23517"/>
                      <a:pt x="11758" y="23517"/>
                    </a:cubicBezTo>
                    <a:cubicBezTo>
                      <a:pt x="18215" y="23517"/>
                      <a:pt x="23517" y="18216"/>
                      <a:pt x="23517" y="11759"/>
                    </a:cubicBezTo>
                    <a:cubicBezTo>
                      <a:pt x="23517" y="5302"/>
                      <a:pt x="18215" y="0"/>
                      <a:pt x="1175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34" name="Google Shape;2310;p47"/>
              <p:cNvSpPr/>
              <p:nvPr/>
            </p:nvSpPr>
            <p:spPr>
              <a:xfrm>
                <a:off x="2291183" y="4058843"/>
                <a:ext cx="23517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7" h="23517" extrusionOk="0">
                    <a:moveTo>
                      <a:pt x="11759" y="0"/>
                    </a:moveTo>
                    <a:cubicBezTo>
                      <a:pt x="5268" y="0"/>
                      <a:pt x="0" y="5267"/>
                      <a:pt x="0" y="11758"/>
                    </a:cubicBezTo>
                    <a:cubicBezTo>
                      <a:pt x="0" y="18249"/>
                      <a:pt x="5302" y="23517"/>
                      <a:pt x="11759" y="23517"/>
                    </a:cubicBezTo>
                    <a:cubicBezTo>
                      <a:pt x="18216" y="23517"/>
                      <a:pt x="23517" y="18249"/>
                      <a:pt x="23517" y="11758"/>
                    </a:cubicBezTo>
                    <a:cubicBezTo>
                      <a:pt x="23517" y="5267"/>
                      <a:pt x="18250" y="0"/>
                      <a:pt x="117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35" name="Google Shape;2311;p47"/>
              <p:cNvSpPr/>
              <p:nvPr/>
            </p:nvSpPr>
            <p:spPr>
              <a:xfrm>
                <a:off x="843323" y="4227234"/>
                <a:ext cx="23517" cy="23517"/>
              </a:xfrm>
              <a:custGeom>
                <a:avLst/>
                <a:gdLst/>
                <a:ahLst/>
                <a:cxnLst/>
                <a:rect l="l" t="t" r="r" b="b"/>
                <a:pathLst>
                  <a:path w="23517" h="23517" extrusionOk="0">
                    <a:moveTo>
                      <a:pt x="11759" y="0"/>
                    </a:moveTo>
                    <a:cubicBezTo>
                      <a:pt x="5268" y="0"/>
                      <a:pt x="0" y="5302"/>
                      <a:pt x="0" y="11759"/>
                    </a:cubicBezTo>
                    <a:cubicBezTo>
                      <a:pt x="0" y="18216"/>
                      <a:pt x="5268" y="23517"/>
                      <a:pt x="11759" y="23517"/>
                    </a:cubicBezTo>
                    <a:cubicBezTo>
                      <a:pt x="18250" y="23517"/>
                      <a:pt x="23517" y="18216"/>
                      <a:pt x="23517" y="11759"/>
                    </a:cubicBezTo>
                    <a:cubicBezTo>
                      <a:pt x="23517" y="5302"/>
                      <a:pt x="18250" y="0"/>
                      <a:pt x="117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36" name="Google Shape;2312;p47"/>
              <p:cNvSpPr/>
              <p:nvPr/>
            </p:nvSpPr>
            <p:spPr>
              <a:xfrm>
                <a:off x="633845" y="4048376"/>
                <a:ext cx="1906408" cy="212706"/>
              </a:xfrm>
              <a:custGeom>
                <a:avLst/>
                <a:gdLst/>
                <a:ahLst/>
                <a:cxnLst/>
                <a:rect l="l" t="t" r="r" b="b"/>
                <a:pathLst>
                  <a:path w="1906408" h="212706" extrusionOk="0">
                    <a:moveTo>
                      <a:pt x="106336" y="0"/>
                    </a:moveTo>
                    <a:lnTo>
                      <a:pt x="1800106" y="0"/>
                    </a:lnTo>
                    <a:cubicBezTo>
                      <a:pt x="1858559" y="0"/>
                      <a:pt x="1906409" y="47884"/>
                      <a:pt x="1906409" y="106336"/>
                    </a:cubicBezTo>
                    <a:lnTo>
                      <a:pt x="1906409" y="106336"/>
                    </a:lnTo>
                    <a:cubicBezTo>
                      <a:pt x="1906409" y="164823"/>
                      <a:pt x="1858559" y="212673"/>
                      <a:pt x="1800106" y="212673"/>
                    </a:cubicBezTo>
                    <a:lnTo>
                      <a:pt x="1800106" y="212673"/>
                    </a:lnTo>
                    <a:cubicBezTo>
                      <a:pt x="1800106" y="212673"/>
                      <a:pt x="106336" y="212707"/>
                      <a:pt x="106336" y="212707"/>
                    </a:cubicBezTo>
                    <a:lnTo>
                      <a:pt x="106336" y="212707"/>
                    </a:lnTo>
                    <a:cubicBezTo>
                      <a:pt x="47850" y="212673"/>
                      <a:pt x="0" y="164823"/>
                      <a:pt x="0" y="106336"/>
                    </a:cubicBezTo>
                    <a:lnTo>
                      <a:pt x="0" y="106336"/>
                    </a:lnTo>
                    <a:cubicBezTo>
                      <a:pt x="0" y="47884"/>
                      <a:pt x="47850" y="34"/>
                      <a:pt x="106336" y="34"/>
                    </a:cubicBezTo>
                    <a:lnTo>
                      <a:pt x="106336" y="34"/>
                    </a:lnTo>
                    <a:close/>
                    <a:moveTo>
                      <a:pt x="1800106" y="16856"/>
                    </a:moveTo>
                    <a:lnTo>
                      <a:pt x="1800106" y="16856"/>
                    </a:lnTo>
                    <a:cubicBezTo>
                      <a:pt x="1800106" y="16856"/>
                      <a:pt x="106336" y="16856"/>
                      <a:pt x="106336" y="16856"/>
                    </a:cubicBezTo>
                    <a:lnTo>
                      <a:pt x="106336" y="16856"/>
                    </a:lnTo>
                    <a:cubicBezTo>
                      <a:pt x="57127" y="16856"/>
                      <a:pt x="16856" y="57093"/>
                      <a:pt x="16856" y="106268"/>
                    </a:cubicBezTo>
                    <a:lnTo>
                      <a:pt x="16856" y="106268"/>
                    </a:lnTo>
                    <a:cubicBezTo>
                      <a:pt x="16856" y="155477"/>
                      <a:pt x="57127" y="195749"/>
                      <a:pt x="106336" y="195749"/>
                    </a:cubicBezTo>
                    <a:lnTo>
                      <a:pt x="106336" y="195749"/>
                    </a:lnTo>
                    <a:cubicBezTo>
                      <a:pt x="106336" y="195749"/>
                      <a:pt x="1800106" y="195715"/>
                      <a:pt x="1800106" y="195715"/>
                    </a:cubicBezTo>
                    <a:lnTo>
                      <a:pt x="1800106" y="195715"/>
                    </a:lnTo>
                    <a:cubicBezTo>
                      <a:pt x="1849315" y="195749"/>
                      <a:pt x="1889552" y="155511"/>
                      <a:pt x="1889552" y="106302"/>
                    </a:cubicBezTo>
                    <a:lnTo>
                      <a:pt x="1889552" y="106302"/>
                    </a:lnTo>
                    <a:cubicBezTo>
                      <a:pt x="1889552" y="57093"/>
                      <a:pt x="1849281" y="16856"/>
                      <a:pt x="1800106" y="1685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37" name="Google Shape;2313;p47"/>
              <p:cNvSpPr/>
              <p:nvPr/>
            </p:nvSpPr>
            <p:spPr>
              <a:xfrm>
                <a:off x="661848" y="4071349"/>
                <a:ext cx="165298" cy="165129"/>
              </a:xfrm>
              <a:custGeom>
                <a:avLst/>
                <a:gdLst/>
                <a:ahLst/>
                <a:cxnLst/>
                <a:rect l="l" t="t" r="r" b="b"/>
                <a:pathLst>
                  <a:path w="165298" h="165129" extrusionOk="0">
                    <a:moveTo>
                      <a:pt x="143515" y="102530"/>
                    </a:moveTo>
                    <a:lnTo>
                      <a:pt x="156667" y="117721"/>
                    </a:lnTo>
                    <a:lnTo>
                      <a:pt x="144603" y="136719"/>
                    </a:lnTo>
                    <a:lnTo>
                      <a:pt x="126659" y="131893"/>
                    </a:lnTo>
                    <a:lnTo>
                      <a:pt x="130057" y="149564"/>
                    </a:lnTo>
                    <a:lnTo>
                      <a:pt x="110143" y="159998"/>
                    </a:lnTo>
                    <a:lnTo>
                      <a:pt x="95563" y="145384"/>
                    </a:lnTo>
                    <a:lnTo>
                      <a:pt x="88699" y="165129"/>
                    </a:lnTo>
                    <a:lnTo>
                      <a:pt x="66235" y="164212"/>
                    </a:lnTo>
                    <a:lnTo>
                      <a:pt x="61070" y="144908"/>
                    </a:lnTo>
                    <a:lnTo>
                      <a:pt x="47476" y="156667"/>
                    </a:lnTo>
                    <a:lnTo>
                      <a:pt x="28479" y="144637"/>
                    </a:lnTo>
                    <a:lnTo>
                      <a:pt x="33440" y="126217"/>
                    </a:lnTo>
                    <a:lnTo>
                      <a:pt x="13628" y="130023"/>
                    </a:lnTo>
                    <a:lnTo>
                      <a:pt x="3195" y="110109"/>
                    </a:lnTo>
                    <a:lnTo>
                      <a:pt x="18249" y="95054"/>
                    </a:lnTo>
                    <a:lnTo>
                      <a:pt x="0" y="88733"/>
                    </a:lnTo>
                    <a:lnTo>
                      <a:pt x="952" y="66269"/>
                    </a:lnTo>
                    <a:lnTo>
                      <a:pt x="18691" y="61512"/>
                    </a:lnTo>
                    <a:lnTo>
                      <a:pt x="6525" y="47442"/>
                    </a:lnTo>
                    <a:lnTo>
                      <a:pt x="18589" y="28445"/>
                    </a:lnTo>
                    <a:lnTo>
                      <a:pt x="39082" y="33951"/>
                    </a:lnTo>
                    <a:lnTo>
                      <a:pt x="35208" y="13662"/>
                    </a:lnTo>
                    <a:lnTo>
                      <a:pt x="55156" y="3229"/>
                    </a:lnTo>
                    <a:lnTo>
                      <a:pt x="68716" y="16788"/>
                    </a:lnTo>
                    <a:lnTo>
                      <a:pt x="74527" y="0"/>
                    </a:lnTo>
                    <a:lnTo>
                      <a:pt x="97025" y="952"/>
                    </a:lnTo>
                    <a:lnTo>
                      <a:pt x="102156" y="20119"/>
                    </a:lnTo>
                    <a:lnTo>
                      <a:pt x="117823" y="6559"/>
                    </a:lnTo>
                    <a:lnTo>
                      <a:pt x="136820" y="18624"/>
                    </a:lnTo>
                    <a:lnTo>
                      <a:pt x="131451" y="38674"/>
                    </a:lnTo>
                    <a:lnTo>
                      <a:pt x="149632" y="35174"/>
                    </a:lnTo>
                    <a:lnTo>
                      <a:pt x="160065" y="55123"/>
                    </a:lnTo>
                    <a:lnTo>
                      <a:pt x="146981" y="68206"/>
                    </a:lnTo>
                    <a:lnTo>
                      <a:pt x="165299" y="74561"/>
                    </a:lnTo>
                    <a:lnTo>
                      <a:pt x="164381" y="97025"/>
                    </a:lnTo>
                    <a:lnTo>
                      <a:pt x="143617" y="102598"/>
                    </a:lnTo>
                    <a:lnTo>
                      <a:pt x="143617" y="102598"/>
                    </a:lnTo>
                    <a:close/>
                    <a:moveTo>
                      <a:pt x="86048" y="75513"/>
                    </a:moveTo>
                    <a:cubicBezTo>
                      <a:pt x="82174" y="73032"/>
                      <a:pt x="77008" y="74188"/>
                      <a:pt x="74527" y="78096"/>
                    </a:cubicBezTo>
                    <a:cubicBezTo>
                      <a:pt x="72046" y="82004"/>
                      <a:pt x="73236" y="87169"/>
                      <a:pt x="77110" y="89650"/>
                    </a:cubicBezTo>
                    <a:cubicBezTo>
                      <a:pt x="81018" y="92131"/>
                      <a:pt x="86184" y="90976"/>
                      <a:pt x="88665" y="87067"/>
                    </a:cubicBezTo>
                    <a:cubicBezTo>
                      <a:pt x="91145" y="83160"/>
                      <a:pt x="89990" y="78028"/>
                      <a:pt x="86082" y="755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38" name="Google Shape;2314;p47"/>
              <p:cNvSpPr/>
              <p:nvPr/>
            </p:nvSpPr>
            <p:spPr>
              <a:xfrm>
                <a:off x="670038" y="4115222"/>
                <a:ext cx="157006" cy="121289"/>
              </a:xfrm>
              <a:custGeom>
                <a:avLst/>
                <a:gdLst/>
                <a:ahLst/>
                <a:cxnLst/>
                <a:rect l="l" t="t" r="r" b="b"/>
                <a:pathLst>
                  <a:path w="157006" h="121289" extrusionOk="0">
                    <a:moveTo>
                      <a:pt x="135325" y="58657"/>
                    </a:moveTo>
                    <a:lnTo>
                      <a:pt x="148477" y="73847"/>
                    </a:lnTo>
                    <a:lnTo>
                      <a:pt x="136412" y="92845"/>
                    </a:lnTo>
                    <a:lnTo>
                      <a:pt x="118435" y="88053"/>
                    </a:lnTo>
                    <a:lnTo>
                      <a:pt x="121833" y="105725"/>
                    </a:lnTo>
                    <a:lnTo>
                      <a:pt x="101918" y="116158"/>
                    </a:lnTo>
                    <a:lnTo>
                      <a:pt x="87339" y="101545"/>
                    </a:lnTo>
                    <a:lnTo>
                      <a:pt x="80474" y="121290"/>
                    </a:lnTo>
                    <a:lnTo>
                      <a:pt x="58011" y="120372"/>
                    </a:lnTo>
                    <a:lnTo>
                      <a:pt x="52845" y="101069"/>
                    </a:lnTo>
                    <a:lnTo>
                      <a:pt x="39252" y="112828"/>
                    </a:lnTo>
                    <a:lnTo>
                      <a:pt x="20255" y="100797"/>
                    </a:lnTo>
                    <a:lnTo>
                      <a:pt x="25216" y="82378"/>
                    </a:lnTo>
                    <a:lnTo>
                      <a:pt x="5403" y="86184"/>
                    </a:lnTo>
                    <a:lnTo>
                      <a:pt x="0" y="75853"/>
                    </a:lnTo>
                    <a:lnTo>
                      <a:pt x="65589" y="41767"/>
                    </a:lnTo>
                    <a:cubicBezTo>
                      <a:pt x="66201" y="43364"/>
                      <a:pt x="67323" y="44791"/>
                      <a:pt x="68886" y="45777"/>
                    </a:cubicBezTo>
                    <a:cubicBezTo>
                      <a:pt x="72794" y="48258"/>
                      <a:pt x="77960" y="47102"/>
                      <a:pt x="80406" y="43194"/>
                    </a:cubicBezTo>
                    <a:cubicBezTo>
                      <a:pt x="82242" y="40339"/>
                      <a:pt x="82106" y="36771"/>
                      <a:pt x="80339" y="34086"/>
                    </a:cubicBezTo>
                    <a:lnTo>
                      <a:pt x="145928" y="0"/>
                    </a:lnTo>
                    <a:lnTo>
                      <a:pt x="151773" y="11215"/>
                    </a:lnTo>
                    <a:lnTo>
                      <a:pt x="138689" y="24299"/>
                    </a:lnTo>
                    <a:lnTo>
                      <a:pt x="157007" y="30654"/>
                    </a:lnTo>
                    <a:lnTo>
                      <a:pt x="156089" y="53151"/>
                    </a:lnTo>
                    <a:lnTo>
                      <a:pt x="135325" y="58691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39" name="Google Shape;2315;p47"/>
              <p:cNvSpPr/>
              <p:nvPr/>
            </p:nvSpPr>
            <p:spPr>
              <a:xfrm>
                <a:off x="707221" y="4121412"/>
                <a:ext cx="68503" cy="68503"/>
              </a:xfrm>
              <a:custGeom>
                <a:avLst/>
                <a:gdLst/>
                <a:ahLst/>
                <a:cxnLst/>
                <a:rect l="l" t="t" r="r" b="b"/>
                <a:pathLst>
                  <a:path w="68503" h="68503" extrusionOk="0">
                    <a:moveTo>
                      <a:pt x="35679" y="30"/>
                    </a:moveTo>
                    <a:cubicBezTo>
                      <a:pt x="54574" y="811"/>
                      <a:pt x="69256" y="16784"/>
                      <a:pt x="68474" y="35679"/>
                    </a:cubicBezTo>
                    <a:cubicBezTo>
                      <a:pt x="67692" y="54574"/>
                      <a:pt x="51720" y="69256"/>
                      <a:pt x="32824" y="68474"/>
                    </a:cubicBezTo>
                    <a:cubicBezTo>
                      <a:pt x="13929" y="67692"/>
                      <a:pt x="-752" y="51720"/>
                      <a:pt x="30" y="32824"/>
                    </a:cubicBezTo>
                    <a:cubicBezTo>
                      <a:pt x="811" y="13929"/>
                      <a:pt x="16784" y="-752"/>
                      <a:pt x="35679" y="3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40" name="Google Shape;2316;p47"/>
              <p:cNvSpPr/>
              <p:nvPr/>
            </p:nvSpPr>
            <p:spPr>
              <a:xfrm rot="-2341049">
                <a:off x="735619" y="4134435"/>
                <a:ext cx="12719" cy="42204"/>
              </a:xfrm>
              <a:custGeom>
                <a:avLst/>
                <a:gdLst/>
                <a:ahLst/>
                <a:cxnLst/>
                <a:rect l="l" t="t" r="r" b="b"/>
                <a:pathLst>
                  <a:path w="12710" h="42174" extrusionOk="0">
                    <a:moveTo>
                      <a:pt x="0" y="0"/>
                    </a:moveTo>
                    <a:lnTo>
                      <a:pt x="12710" y="0"/>
                    </a:lnTo>
                    <a:lnTo>
                      <a:pt x="12710" y="42174"/>
                    </a:lnTo>
                    <a:lnTo>
                      <a:pt x="0" y="4217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41" name="Google Shape;2317;p47"/>
              <p:cNvSpPr/>
              <p:nvPr/>
            </p:nvSpPr>
            <p:spPr>
              <a:xfrm>
                <a:off x="2343111" y="4071349"/>
                <a:ext cx="165230" cy="165129"/>
              </a:xfrm>
              <a:custGeom>
                <a:avLst/>
                <a:gdLst/>
                <a:ahLst/>
                <a:cxnLst/>
                <a:rect l="l" t="t" r="r" b="b"/>
                <a:pathLst>
                  <a:path w="165230" h="165129" extrusionOk="0">
                    <a:moveTo>
                      <a:pt x="143583" y="102530"/>
                    </a:moveTo>
                    <a:lnTo>
                      <a:pt x="156735" y="117721"/>
                    </a:lnTo>
                    <a:lnTo>
                      <a:pt x="144671" y="136719"/>
                    </a:lnTo>
                    <a:lnTo>
                      <a:pt x="126727" y="131893"/>
                    </a:lnTo>
                    <a:lnTo>
                      <a:pt x="130125" y="149564"/>
                    </a:lnTo>
                    <a:lnTo>
                      <a:pt x="110177" y="159998"/>
                    </a:lnTo>
                    <a:lnTo>
                      <a:pt x="95597" y="145384"/>
                    </a:lnTo>
                    <a:lnTo>
                      <a:pt x="88767" y="165129"/>
                    </a:lnTo>
                    <a:lnTo>
                      <a:pt x="66269" y="164212"/>
                    </a:lnTo>
                    <a:lnTo>
                      <a:pt x="61103" y="144908"/>
                    </a:lnTo>
                    <a:lnTo>
                      <a:pt x="47510" y="156667"/>
                    </a:lnTo>
                    <a:lnTo>
                      <a:pt x="28513" y="144637"/>
                    </a:lnTo>
                    <a:lnTo>
                      <a:pt x="33440" y="126217"/>
                    </a:lnTo>
                    <a:lnTo>
                      <a:pt x="13628" y="130023"/>
                    </a:lnTo>
                    <a:lnTo>
                      <a:pt x="3195" y="110109"/>
                    </a:lnTo>
                    <a:lnTo>
                      <a:pt x="18249" y="95054"/>
                    </a:lnTo>
                    <a:lnTo>
                      <a:pt x="0" y="88733"/>
                    </a:lnTo>
                    <a:lnTo>
                      <a:pt x="952" y="66269"/>
                    </a:lnTo>
                    <a:lnTo>
                      <a:pt x="18657" y="61512"/>
                    </a:lnTo>
                    <a:lnTo>
                      <a:pt x="6491" y="47442"/>
                    </a:lnTo>
                    <a:lnTo>
                      <a:pt x="18555" y="28445"/>
                    </a:lnTo>
                    <a:lnTo>
                      <a:pt x="39082" y="33951"/>
                    </a:lnTo>
                    <a:lnTo>
                      <a:pt x="35174" y="13662"/>
                    </a:lnTo>
                    <a:lnTo>
                      <a:pt x="55122" y="3229"/>
                    </a:lnTo>
                    <a:lnTo>
                      <a:pt x="68682" y="16788"/>
                    </a:lnTo>
                    <a:lnTo>
                      <a:pt x="74493" y="0"/>
                    </a:lnTo>
                    <a:lnTo>
                      <a:pt x="96957" y="952"/>
                    </a:lnTo>
                    <a:lnTo>
                      <a:pt x="102088" y="20119"/>
                    </a:lnTo>
                    <a:lnTo>
                      <a:pt x="117755" y="6559"/>
                    </a:lnTo>
                    <a:lnTo>
                      <a:pt x="136752" y="18624"/>
                    </a:lnTo>
                    <a:lnTo>
                      <a:pt x="131383" y="38674"/>
                    </a:lnTo>
                    <a:lnTo>
                      <a:pt x="149598" y="35174"/>
                    </a:lnTo>
                    <a:lnTo>
                      <a:pt x="160031" y="55123"/>
                    </a:lnTo>
                    <a:lnTo>
                      <a:pt x="146913" y="68206"/>
                    </a:lnTo>
                    <a:lnTo>
                      <a:pt x="165231" y="74561"/>
                    </a:lnTo>
                    <a:lnTo>
                      <a:pt x="164279" y="97025"/>
                    </a:lnTo>
                    <a:lnTo>
                      <a:pt x="143549" y="102598"/>
                    </a:lnTo>
                    <a:lnTo>
                      <a:pt x="143549" y="102598"/>
                    </a:lnTo>
                    <a:close/>
                    <a:moveTo>
                      <a:pt x="86116" y="75513"/>
                    </a:moveTo>
                    <a:cubicBezTo>
                      <a:pt x="82208" y="73032"/>
                      <a:pt x="77042" y="74188"/>
                      <a:pt x="74561" y="78096"/>
                    </a:cubicBezTo>
                    <a:cubicBezTo>
                      <a:pt x="72114" y="82004"/>
                      <a:pt x="73270" y="87169"/>
                      <a:pt x="77178" y="89650"/>
                    </a:cubicBezTo>
                    <a:cubicBezTo>
                      <a:pt x="81086" y="92131"/>
                      <a:pt x="86252" y="90976"/>
                      <a:pt x="88699" y="87067"/>
                    </a:cubicBezTo>
                    <a:cubicBezTo>
                      <a:pt x="91180" y="83160"/>
                      <a:pt x="90024" y="78028"/>
                      <a:pt x="86116" y="755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42" name="Google Shape;2318;p47"/>
              <p:cNvSpPr/>
              <p:nvPr/>
            </p:nvSpPr>
            <p:spPr>
              <a:xfrm>
                <a:off x="2351403" y="4115222"/>
                <a:ext cx="156972" cy="121289"/>
              </a:xfrm>
              <a:custGeom>
                <a:avLst/>
                <a:gdLst/>
                <a:ahLst/>
                <a:cxnLst/>
                <a:rect l="l" t="t" r="r" b="b"/>
                <a:pathLst>
                  <a:path w="156972" h="121289" extrusionOk="0">
                    <a:moveTo>
                      <a:pt x="135291" y="58657"/>
                    </a:moveTo>
                    <a:lnTo>
                      <a:pt x="148443" y="73847"/>
                    </a:lnTo>
                    <a:lnTo>
                      <a:pt x="136378" y="92845"/>
                    </a:lnTo>
                    <a:lnTo>
                      <a:pt x="118435" y="88053"/>
                    </a:lnTo>
                    <a:lnTo>
                      <a:pt x="121833" y="105725"/>
                    </a:lnTo>
                    <a:lnTo>
                      <a:pt x="101884" y="116158"/>
                    </a:lnTo>
                    <a:lnTo>
                      <a:pt x="87305" y="101545"/>
                    </a:lnTo>
                    <a:lnTo>
                      <a:pt x="80474" y="121290"/>
                    </a:lnTo>
                    <a:lnTo>
                      <a:pt x="57977" y="120372"/>
                    </a:lnTo>
                    <a:lnTo>
                      <a:pt x="52811" y="101069"/>
                    </a:lnTo>
                    <a:lnTo>
                      <a:pt x="39218" y="112828"/>
                    </a:lnTo>
                    <a:lnTo>
                      <a:pt x="20221" y="100797"/>
                    </a:lnTo>
                    <a:lnTo>
                      <a:pt x="25182" y="82378"/>
                    </a:lnTo>
                    <a:lnTo>
                      <a:pt x="5370" y="86184"/>
                    </a:lnTo>
                    <a:lnTo>
                      <a:pt x="0" y="75853"/>
                    </a:lnTo>
                    <a:lnTo>
                      <a:pt x="65589" y="41767"/>
                    </a:lnTo>
                    <a:cubicBezTo>
                      <a:pt x="66201" y="43364"/>
                      <a:pt x="67323" y="44791"/>
                      <a:pt x="68886" y="45777"/>
                    </a:cubicBezTo>
                    <a:cubicBezTo>
                      <a:pt x="72794" y="48258"/>
                      <a:pt x="77960" y="47102"/>
                      <a:pt x="80440" y="43194"/>
                    </a:cubicBezTo>
                    <a:cubicBezTo>
                      <a:pt x="82242" y="40339"/>
                      <a:pt x="82106" y="36771"/>
                      <a:pt x="80339" y="34086"/>
                    </a:cubicBezTo>
                    <a:lnTo>
                      <a:pt x="145928" y="0"/>
                    </a:lnTo>
                    <a:lnTo>
                      <a:pt x="151773" y="11215"/>
                    </a:lnTo>
                    <a:lnTo>
                      <a:pt x="138655" y="24299"/>
                    </a:lnTo>
                    <a:lnTo>
                      <a:pt x="156973" y="30654"/>
                    </a:lnTo>
                    <a:lnTo>
                      <a:pt x="156021" y="53151"/>
                    </a:lnTo>
                    <a:lnTo>
                      <a:pt x="135291" y="58691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43" name="Google Shape;2319;p47"/>
              <p:cNvSpPr/>
              <p:nvPr/>
            </p:nvSpPr>
            <p:spPr>
              <a:xfrm>
                <a:off x="2388518" y="4121412"/>
                <a:ext cx="68506" cy="68503"/>
              </a:xfrm>
              <a:custGeom>
                <a:avLst/>
                <a:gdLst/>
                <a:ahLst/>
                <a:cxnLst/>
                <a:rect l="l" t="t" r="r" b="b"/>
                <a:pathLst>
                  <a:path w="68506" h="68503" extrusionOk="0">
                    <a:moveTo>
                      <a:pt x="35713" y="30"/>
                    </a:moveTo>
                    <a:cubicBezTo>
                      <a:pt x="54608" y="811"/>
                      <a:pt x="69290" y="16784"/>
                      <a:pt x="68474" y="35679"/>
                    </a:cubicBezTo>
                    <a:cubicBezTo>
                      <a:pt x="67692" y="54574"/>
                      <a:pt x="51720" y="69256"/>
                      <a:pt x="32825" y="68474"/>
                    </a:cubicBezTo>
                    <a:cubicBezTo>
                      <a:pt x="13895" y="67692"/>
                      <a:pt x="-752" y="51720"/>
                      <a:pt x="30" y="32824"/>
                    </a:cubicBezTo>
                    <a:cubicBezTo>
                      <a:pt x="811" y="13929"/>
                      <a:pt x="16784" y="-752"/>
                      <a:pt x="35679" y="3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44" name="Google Shape;2320;p47"/>
              <p:cNvSpPr/>
              <p:nvPr/>
            </p:nvSpPr>
            <p:spPr>
              <a:xfrm rot="-2341049">
                <a:off x="2416864" y="4134670"/>
                <a:ext cx="12719" cy="42204"/>
              </a:xfrm>
              <a:custGeom>
                <a:avLst/>
                <a:gdLst/>
                <a:ahLst/>
                <a:cxnLst/>
                <a:rect l="l" t="t" r="r" b="b"/>
                <a:pathLst>
                  <a:path w="12710" h="42174" extrusionOk="0">
                    <a:moveTo>
                      <a:pt x="0" y="0"/>
                    </a:moveTo>
                    <a:lnTo>
                      <a:pt x="12710" y="0"/>
                    </a:lnTo>
                    <a:lnTo>
                      <a:pt x="12710" y="42174"/>
                    </a:lnTo>
                    <a:lnTo>
                      <a:pt x="0" y="4217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45" name="Google Shape;2321;p47"/>
              <p:cNvSpPr/>
              <p:nvPr/>
            </p:nvSpPr>
            <p:spPr>
              <a:xfrm>
                <a:off x="1759162" y="4071349"/>
                <a:ext cx="165197" cy="165129"/>
              </a:xfrm>
              <a:custGeom>
                <a:avLst/>
                <a:gdLst/>
                <a:ahLst/>
                <a:cxnLst/>
                <a:rect l="l" t="t" r="r" b="b"/>
                <a:pathLst>
                  <a:path w="165197" h="165129" extrusionOk="0">
                    <a:moveTo>
                      <a:pt x="143549" y="102530"/>
                    </a:moveTo>
                    <a:lnTo>
                      <a:pt x="156701" y="117721"/>
                    </a:lnTo>
                    <a:lnTo>
                      <a:pt x="144637" y="136719"/>
                    </a:lnTo>
                    <a:lnTo>
                      <a:pt x="126693" y="131893"/>
                    </a:lnTo>
                    <a:lnTo>
                      <a:pt x="130091" y="149564"/>
                    </a:lnTo>
                    <a:lnTo>
                      <a:pt x="110177" y="159998"/>
                    </a:lnTo>
                    <a:lnTo>
                      <a:pt x="95597" y="145384"/>
                    </a:lnTo>
                    <a:lnTo>
                      <a:pt x="88733" y="165129"/>
                    </a:lnTo>
                    <a:lnTo>
                      <a:pt x="66269" y="164212"/>
                    </a:lnTo>
                    <a:lnTo>
                      <a:pt x="61104" y="144908"/>
                    </a:lnTo>
                    <a:lnTo>
                      <a:pt x="47510" y="156667"/>
                    </a:lnTo>
                    <a:lnTo>
                      <a:pt x="28513" y="144637"/>
                    </a:lnTo>
                    <a:lnTo>
                      <a:pt x="33440" y="126217"/>
                    </a:lnTo>
                    <a:lnTo>
                      <a:pt x="13628" y="130023"/>
                    </a:lnTo>
                    <a:lnTo>
                      <a:pt x="3195" y="110109"/>
                    </a:lnTo>
                    <a:lnTo>
                      <a:pt x="18249" y="95054"/>
                    </a:lnTo>
                    <a:lnTo>
                      <a:pt x="0" y="88733"/>
                    </a:lnTo>
                    <a:lnTo>
                      <a:pt x="918" y="66269"/>
                    </a:lnTo>
                    <a:lnTo>
                      <a:pt x="18657" y="61512"/>
                    </a:lnTo>
                    <a:lnTo>
                      <a:pt x="6491" y="47442"/>
                    </a:lnTo>
                    <a:lnTo>
                      <a:pt x="18555" y="28445"/>
                    </a:lnTo>
                    <a:lnTo>
                      <a:pt x="39048" y="33951"/>
                    </a:lnTo>
                    <a:lnTo>
                      <a:pt x="35140" y="13662"/>
                    </a:lnTo>
                    <a:lnTo>
                      <a:pt x="55088" y="3229"/>
                    </a:lnTo>
                    <a:lnTo>
                      <a:pt x="68648" y="16788"/>
                    </a:lnTo>
                    <a:lnTo>
                      <a:pt x="74459" y="0"/>
                    </a:lnTo>
                    <a:lnTo>
                      <a:pt x="96923" y="952"/>
                    </a:lnTo>
                    <a:lnTo>
                      <a:pt x="102054" y="20119"/>
                    </a:lnTo>
                    <a:lnTo>
                      <a:pt x="117721" y="6559"/>
                    </a:lnTo>
                    <a:lnTo>
                      <a:pt x="136718" y="18624"/>
                    </a:lnTo>
                    <a:lnTo>
                      <a:pt x="131349" y="38674"/>
                    </a:lnTo>
                    <a:lnTo>
                      <a:pt x="149530" y="35174"/>
                    </a:lnTo>
                    <a:lnTo>
                      <a:pt x="159963" y="55123"/>
                    </a:lnTo>
                    <a:lnTo>
                      <a:pt x="146880" y="68206"/>
                    </a:lnTo>
                    <a:lnTo>
                      <a:pt x="165197" y="74561"/>
                    </a:lnTo>
                    <a:lnTo>
                      <a:pt x="164279" y="97025"/>
                    </a:lnTo>
                    <a:lnTo>
                      <a:pt x="143515" y="102598"/>
                    </a:lnTo>
                    <a:lnTo>
                      <a:pt x="143515" y="102598"/>
                    </a:lnTo>
                    <a:close/>
                    <a:moveTo>
                      <a:pt x="86082" y="75513"/>
                    </a:moveTo>
                    <a:cubicBezTo>
                      <a:pt x="82174" y="73032"/>
                      <a:pt x="77008" y="74188"/>
                      <a:pt x="74561" y="78096"/>
                    </a:cubicBezTo>
                    <a:cubicBezTo>
                      <a:pt x="72114" y="82004"/>
                      <a:pt x="73236" y="87169"/>
                      <a:pt x="77144" y="89650"/>
                    </a:cubicBezTo>
                    <a:cubicBezTo>
                      <a:pt x="81052" y="92131"/>
                      <a:pt x="86218" y="90976"/>
                      <a:pt x="88665" y="87067"/>
                    </a:cubicBezTo>
                    <a:cubicBezTo>
                      <a:pt x="91145" y="83160"/>
                      <a:pt x="89990" y="78028"/>
                      <a:pt x="86082" y="755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46" name="Google Shape;2322;p47"/>
              <p:cNvSpPr/>
              <p:nvPr/>
            </p:nvSpPr>
            <p:spPr>
              <a:xfrm>
                <a:off x="1767386" y="4115222"/>
                <a:ext cx="156972" cy="121289"/>
              </a:xfrm>
              <a:custGeom>
                <a:avLst/>
                <a:gdLst/>
                <a:ahLst/>
                <a:cxnLst/>
                <a:rect l="l" t="t" r="r" b="b"/>
                <a:pathLst>
                  <a:path w="156972" h="121289" extrusionOk="0">
                    <a:moveTo>
                      <a:pt x="135325" y="58657"/>
                    </a:moveTo>
                    <a:lnTo>
                      <a:pt x="148477" y="73847"/>
                    </a:lnTo>
                    <a:lnTo>
                      <a:pt x="136412" y="92845"/>
                    </a:lnTo>
                    <a:lnTo>
                      <a:pt x="118469" y="88053"/>
                    </a:lnTo>
                    <a:lnTo>
                      <a:pt x="121867" y="105725"/>
                    </a:lnTo>
                    <a:lnTo>
                      <a:pt x="101952" y="116158"/>
                    </a:lnTo>
                    <a:lnTo>
                      <a:pt x="87373" y="101545"/>
                    </a:lnTo>
                    <a:lnTo>
                      <a:pt x="80508" y="121290"/>
                    </a:lnTo>
                    <a:lnTo>
                      <a:pt x="58045" y="120372"/>
                    </a:lnTo>
                    <a:lnTo>
                      <a:pt x="52879" y="101069"/>
                    </a:lnTo>
                    <a:lnTo>
                      <a:pt x="39286" y="112828"/>
                    </a:lnTo>
                    <a:lnTo>
                      <a:pt x="20288" y="100797"/>
                    </a:lnTo>
                    <a:lnTo>
                      <a:pt x="25216" y="82378"/>
                    </a:lnTo>
                    <a:lnTo>
                      <a:pt x="5403" y="86184"/>
                    </a:lnTo>
                    <a:lnTo>
                      <a:pt x="0" y="75853"/>
                    </a:lnTo>
                    <a:lnTo>
                      <a:pt x="65589" y="41767"/>
                    </a:lnTo>
                    <a:cubicBezTo>
                      <a:pt x="66235" y="43364"/>
                      <a:pt x="67323" y="44791"/>
                      <a:pt x="68886" y="45777"/>
                    </a:cubicBezTo>
                    <a:cubicBezTo>
                      <a:pt x="72794" y="48258"/>
                      <a:pt x="77960" y="47102"/>
                      <a:pt x="80406" y="43194"/>
                    </a:cubicBezTo>
                    <a:cubicBezTo>
                      <a:pt x="82241" y="40339"/>
                      <a:pt x="82072" y="36771"/>
                      <a:pt x="80304" y="34086"/>
                    </a:cubicBezTo>
                    <a:lnTo>
                      <a:pt x="145894" y="0"/>
                    </a:lnTo>
                    <a:lnTo>
                      <a:pt x="151773" y="11215"/>
                    </a:lnTo>
                    <a:lnTo>
                      <a:pt x="138655" y="24299"/>
                    </a:lnTo>
                    <a:lnTo>
                      <a:pt x="156973" y="30654"/>
                    </a:lnTo>
                    <a:lnTo>
                      <a:pt x="156055" y="53151"/>
                    </a:lnTo>
                    <a:lnTo>
                      <a:pt x="135291" y="58691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47" name="Google Shape;2323;p47"/>
              <p:cNvSpPr/>
              <p:nvPr/>
            </p:nvSpPr>
            <p:spPr>
              <a:xfrm>
                <a:off x="1804566" y="4121412"/>
                <a:ext cx="68472" cy="68503"/>
              </a:xfrm>
              <a:custGeom>
                <a:avLst/>
                <a:gdLst/>
                <a:ahLst/>
                <a:cxnLst/>
                <a:rect l="l" t="t" r="r" b="b"/>
                <a:pathLst>
                  <a:path w="68472" h="68503" extrusionOk="0">
                    <a:moveTo>
                      <a:pt x="35648" y="30"/>
                    </a:moveTo>
                    <a:cubicBezTo>
                      <a:pt x="54577" y="811"/>
                      <a:pt x="69224" y="16784"/>
                      <a:pt x="68443" y="35679"/>
                    </a:cubicBezTo>
                    <a:cubicBezTo>
                      <a:pt x="67661" y="54574"/>
                      <a:pt x="51688" y="69256"/>
                      <a:pt x="32793" y="68474"/>
                    </a:cubicBezTo>
                    <a:cubicBezTo>
                      <a:pt x="13898" y="67692"/>
                      <a:pt x="-783" y="51720"/>
                      <a:pt x="32" y="32824"/>
                    </a:cubicBezTo>
                    <a:cubicBezTo>
                      <a:pt x="814" y="13929"/>
                      <a:pt x="16787" y="-752"/>
                      <a:pt x="35682" y="3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48" name="Google Shape;2324;p47"/>
              <p:cNvSpPr/>
              <p:nvPr/>
            </p:nvSpPr>
            <p:spPr>
              <a:xfrm rot="-2341049">
                <a:off x="1832880" y="4134632"/>
                <a:ext cx="12719" cy="42204"/>
              </a:xfrm>
              <a:custGeom>
                <a:avLst/>
                <a:gdLst/>
                <a:ahLst/>
                <a:cxnLst/>
                <a:rect l="l" t="t" r="r" b="b"/>
                <a:pathLst>
                  <a:path w="12710" h="42174" extrusionOk="0">
                    <a:moveTo>
                      <a:pt x="0" y="0"/>
                    </a:moveTo>
                    <a:lnTo>
                      <a:pt x="12710" y="0"/>
                    </a:lnTo>
                    <a:lnTo>
                      <a:pt x="12710" y="42174"/>
                    </a:lnTo>
                    <a:lnTo>
                      <a:pt x="0" y="4217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49" name="Google Shape;2325;p47"/>
              <p:cNvSpPr/>
              <p:nvPr/>
            </p:nvSpPr>
            <p:spPr>
              <a:xfrm>
                <a:off x="1235364" y="4069751"/>
                <a:ext cx="165230" cy="165230"/>
              </a:xfrm>
              <a:custGeom>
                <a:avLst/>
                <a:gdLst/>
                <a:ahLst/>
                <a:cxnLst/>
                <a:rect l="l" t="t" r="r" b="b"/>
                <a:pathLst>
                  <a:path w="165230" h="165230" extrusionOk="0">
                    <a:moveTo>
                      <a:pt x="143549" y="102598"/>
                    </a:moveTo>
                    <a:lnTo>
                      <a:pt x="156701" y="117789"/>
                    </a:lnTo>
                    <a:lnTo>
                      <a:pt x="144637" y="136786"/>
                    </a:lnTo>
                    <a:lnTo>
                      <a:pt x="126693" y="131961"/>
                    </a:lnTo>
                    <a:lnTo>
                      <a:pt x="130091" y="149632"/>
                    </a:lnTo>
                    <a:lnTo>
                      <a:pt x="110143" y="160065"/>
                    </a:lnTo>
                    <a:lnTo>
                      <a:pt x="95563" y="145486"/>
                    </a:lnTo>
                    <a:lnTo>
                      <a:pt x="88699" y="165231"/>
                    </a:lnTo>
                    <a:lnTo>
                      <a:pt x="66235" y="164313"/>
                    </a:lnTo>
                    <a:lnTo>
                      <a:pt x="61070" y="145010"/>
                    </a:lnTo>
                    <a:lnTo>
                      <a:pt x="47476" y="156769"/>
                    </a:lnTo>
                    <a:lnTo>
                      <a:pt x="28479" y="144705"/>
                    </a:lnTo>
                    <a:lnTo>
                      <a:pt x="33440" y="126285"/>
                    </a:lnTo>
                    <a:lnTo>
                      <a:pt x="13628" y="130091"/>
                    </a:lnTo>
                    <a:lnTo>
                      <a:pt x="3195" y="110143"/>
                    </a:lnTo>
                    <a:lnTo>
                      <a:pt x="18249" y="95088"/>
                    </a:lnTo>
                    <a:lnTo>
                      <a:pt x="0" y="88767"/>
                    </a:lnTo>
                    <a:lnTo>
                      <a:pt x="918" y="66303"/>
                    </a:lnTo>
                    <a:lnTo>
                      <a:pt x="18657" y="61545"/>
                    </a:lnTo>
                    <a:lnTo>
                      <a:pt x="6491" y="47476"/>
                    </a:lnTo>
                    <a:lnTo>
                      <a:pt x="18555" y="28479"/>
                    </a:lnTo>
                    <a:lnTo>
                      <a:pt x="39048" y="33950"/>
                    </a:lnTo>
                    <a:lnTo>
                      <a:pt x="35140" y="13662"/>
                    </a:lnTo>
                    <a:lnTo>
                      <a:pt x="55088" y="3229"/>
                    </a:lnTo>
                    <a:lnTo>
                      <a:pt x="68648" y="16788"/>
                    </a:lnTo>
                    <a:lnTo>
                      <a:pt x="74459" y="0"/>
                    </a:lnTo>
                    <a:lnTo>
                      <a:pt x="96957" y="952"/>
                    </a:lnTo>
                    <a:lnTo>
                      <a:pt x="102088" y="20119"/>
                    </a:lnTo>
                    <a:lnTo>
                      <a:pt x="117755" y="6559"/>
                    </a:lnTo>
                    <a:lnTo>
                      <a:pt x="136752" y="18623"/>
                    </a:lnTo>
                    <a:lnTo>
                      <a:pt x="131383" y="38674"/>
                    </a:lnTo>
                    <a:lnTo>
                      <a:pt x="149564" y="35174"/>
                    </a:lnTo>
                    <a:lnTo>
                      <a:pt x="159997" y="55122"/>
                    </a:lnTo>
                    <a:lnTo>
                      <a:pt x="146913" y="68240"/>
                    </a:lnTo>
                    <a:lnTo>
                      <a:pt x="165231" y="74561"/>
                    </a:lnTo>
                    <a:lnTo>
                      <a:pt x="164279" y="97059"/>
                    </a:lnTo>
                    <a:lnTo>
                      <a:pt x="143515" y="102598"/>
                    </a:lnTo>
                    <a:lnTo>
                      <a:pt x="143515" y="102598"/>
                    </a:lnTo>
                    <a:close/>
                    <a:moveTo>
                      <a:pt x="86082" y="75581"/>
                    </a:moveTo>
                    <a:cubicBezTo>
                      <a:pt x="82174" y="73100"/>
                      <a:pt x="77008" y="74255"/>
                      <a:pt x="74527" y="78164"/>
                    </a:cubicBezTo>
                    <a:cubicBezTo>
                      <a:pt x="72046" y="82072"/>
                      <a:pt x="73202" y="87237"/>
                      <a:pt x="77110" y="89718"/>
                    </a:cubicBezTo>
                    <a:cubicBezTo>
                      <a:pt x="81018" y="92165"/>
                      <a:pt x="86184" y="91010"/>
                      <a:pt x="88665" y="87135"/>
                    </a:cubicBezTo>
                    <a:cubicBezTo>
                      <a:pt x="91145" y="83227"/>
                      <a:pt x="89990" y="78061"/>
                      <a:pt x="86082" y="756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50" name="Google Shape;2326;p47"/>
              <p:cNvSpPr/>
              <p:nvPr/>
            </p:nvSpPr>
            <p:spPr>
              <a:xfrm>
                <a:off x="1243588" y="4113693"/>
                <a:ext cx="157040" cy="121289"/>
              </a:xfrm>
              <a:custGeom>
                <a:avLst/>
                <a:gdLst/>
                <a:ahLst/>
                <a:cxnLst/>
                <a:rect l="l" t="t" r="r" b="b"/>
                <a:pathLst>
                  <a:path w="157040" h="121289" extrusionOk="0">
                    <a:moveTo>
                      <a:pt x="135325" y="58657"/>
                    </a:moveTo>
                    <a:lnTo>
                      <a:pt x="148477" y="73847"/>
                    </a:lnTo>
                    <a:lnTo>
                      <a:pt x="136412" y="92844"/>
                    </a:lnTo>
                    <a:lnTo>
                      <a:pt x="118469" y="88019"/>
                    </a:lnTo>
                    <a:lnTo>
                      <a:pt x="121867" y="105691"/>
                    </a:lnTo>
                    <a:lnTo>
                      <a:pt x="101919" y="116124"/>
                    </a:lnTo>
                    <a:lnTo>
                      <a:pt x="87339" y="101545"/>
                    </a:lnTo>
                    <a:lnTo>
                      <a:pt x="80475" y="121289"/>
                    </a:lnTo>
                    <a:lnTo>
                      <a:pt x="58011" y="120372"/>
                    </a:lnTo>
                    <a:lnTo>
                      <a:pt x="52845" y="101069"/>
                    </a:lnTo>
                    <a:lnTo>
                      <a:pt x="39252" y="112827"/>
                    </a:lnTo>
                    <a:lnTo>
                      <a:pt x="20255" y="100763"/>
                    </a:lnTo>
                    <a:lnTo>
                      <a:pt x="25216" y="82344"/>
                    </a:lnTo>
                    <a:lnTo>
                      <a:pt x="5403" y="86150"/>
                    </a:lnTo>
                    <a:lnTo>
                      <a:pt x="0" y="75818"/>
                    </a:lnTo>
                    <a:lnTo>
                      <a:pt x="65623" y="41733"/>
                    </a:lnTo>
                    <a:cubicBezTo>
                      <a:pt x="66235" y="43330"/>
                      <a:pt x="67357" y="44757"/>
                      <a:pt x="68920" y="45777"/>
                    </a:cubicBezTo>
                    <a:cubicBezTo>
                      <a:pt x="72828" y="48223"/>
                      <a:pt x="77994" y="47068"/>
                      <a:pt x="80441" y="43194"/>
                    </a:cubicBezTo>
                    <a:cubicBezTo>
                      <a:pt x="82276" y="40305"/>
                      <a:pt x="82140" y="36737"/>
                      <a:pt x="80372" y="34086"/>
                    </a:cubicBezTo>
                    <a:lnTo>
                      <a:pt x="145962" y="0"/>
                    </a:lnTo>
                    <a:lnTo>
                      <a:pt x="151807" y="11181"/>
                    </a:lnTo>
                    <a:lnTo>
                      <a:pt x="138723" y="24299"/>
                    </a:lnTo>
                    <a:lnTo>
                      <a:pt x="157041" y="30620"/>
                    </a:lnTo>
                    <a:lnTo>
                      <a:pt x="156089" y="53117"/>
                    </a:lnTo>
                    <a:lnTo>
                      <a:pt x="135325" y="58657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51" name="Google Shape;2327;p47"/>
              <p:cNvSpPr/>
              <p:nvPr/>
            </p:nvSpPr>
            <p:spPr>
              <a:xfrm>
                <a:off x="1280771" y="4119916"/>
                <a:ext cx="68503" cy="68503"/>
              </a:xfrm>
              <a:custGeom>
                <a:avLst/>
                <a:gdLst/>
                <a:ahLst/>
                <a:cxnLst/>
                <a:rect l="l" t="t" r="r" b="b"/>
                <a:pathLst>
                  <a:path w="68503" h="68503" extrusionOk="0">
                    <a:moveTo>
                      <a:pt x="35679" y="30"/>
                    </a:moveTo>
                    <a:cubicBezTo>
                      <a:pt x="54574" y="811"/>
                      <a:pt x="69256" y="16784"/>
                      <a:pt x="68474" y="35679"/>
                    </a:cubicBezTo>
                    <a:cubicBezTo>
                      <a:pt x="67692" y="54575"/>
                      <a:pt x="51720" y="69255"/>
                      <a:pt x="32824" y="68474"/>
                    </a:cubicBezTo>
                    <a:cubicBezTo>
                      <a:pt x="13929" y="67692"/>
                      <a:pt x="-752" y="51720"/>
                      <a:pt x="30" y="32825"/>
                    </a:cubicBezTo>
                    <a:cubicBezTo>
                      <a:pt x="811" y="13929"/>
                      <a:pt x="16784" y="-752"/>
                      <a:pt x="35679" y="3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52" name="Google Shape;2328;p47"/>
              <p:cNvSpPr/>
              <p:nvPr/>
            </p:nvSpPr>
            <p:spPr>
              <a:xfrm rot="-2341049">
                <a:off x="1309150" y="4132999"/>
                <a:ext cx="12719" cy="42170"/>
              </a:xfrm>
              <a:custGeom>
                <a:avLst/>
                <a:gdLst/>
                <a:ahLst/>
                <a:cxnLst/>
                <a:rect l="l" t="t" r="r" b="b"/>
                <a:pathLst>
                  <a:path w="12710" h="42140" extrusionOk="0">
                    <a:moveTo>
                      <a:pt x="0" y="0"/>
                    </a:moveTo>
                    <a:lnTo>
                      <a:pt x="12710" y="0"/>
                    </a:lnTo>
                    <a:lnTo>
                      <a:pt x="12710" y="42141"/>
                    </a:lnTo>
                    <a:lnTo>
                      <a:pt x="0" y="4214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330" name="Google Shape;2329;p47"/>
            <p:cNvGrpSpPr/>
            <p:nvPr/>
          </p:nvGrpSpPr>
          <p:grpSpPr>
            <a:xfrm>
              <a:off x="5593459" y="4668009"/>
              <a:ext cx="423374" cy="112589"/>
              <a:chOff x="5907621" y="4775281"/>
              <a:chExt cx="423374" cy="112589"/>
            </a:xfrm>
          </p:grpSpPr>
          <p:sp>
            <p:nvSpPr>
              <p:cNvPr id="1432" name="Google Shape;2330;p47"/>
              <p:cNvSpPr/>
              <p:nvPr/>
            </p:nvSpPr>
            <p:spPr>
              <a:xfrm>
                <a:off x="5916525" y="4784219"/>
                <a:ext cx="413756" cy="94713"/>
              </a:xfrm>
              <a:custGeom>
                <a:avLst/>
                <a:gdLst/>
                <a:ahLst/>
                <a:cxnLst/>
                <a:rect l="l" t="t" r="r" b="b"/>
                <a:pathLst>
                  <a:path w="413756" h="94713" extrusionOk="0">
                    <a:moveTo>
                      <a:pt x="366382" y="0"/>
                    </a:moveTo>
                    <a:lnTo>
                      <a:pt x="366382" y="0"/>
                    </a:lnTo>
                    <a:cubicBezTo>
                      <a:pt x="366382" y="0"/>
                      <a:pt x="47374" y="0"/>
                      <a:pt x="47374" y="0"/>
                    </a:cubicBezTo>
                    <a:lnTo>
                      <a:pt x="47374" y="0"/>
                    </a:lnTo>
                    <a:cubicBezTo>
                      <a:pt x="21307" y="0"/>
                      <a:pt x="0" y="21308"/>
                      <a:pt x="0" y="47340"/>
                    </a:cubicBezTo>
                    <a:lnTo>
                      <a:pt x="0" y="47340"/>
                    </a:lnTo>
                    <a:cubicBezTo>
                      <a:pt x="0" y="73406"/>
                      <a:pt x="21307" y="94714"/>
                      <a:pt x="47374" y="94714"/>
                    </a:cubicBezTo>
                    <a:lnTo>
                      <a:pt x="47374" y="94714"/>
                    </a:lnTo>
                    <a:cubicBezTo>
                      <a:pt x="47374" y="94714"/>
                      <a:pt x="366382" y="94714"/>
                      <a:pt x="366382" y="94714"/>
                    </a:cubicBezTo>
                    <a:lnTo>
                      <a:pt x="366382" y="94714"/>
                    </a:lnTo>
                    <a:cubicBezTo>
                      <a:pt x="392449" y="94714"/>
                      <a:pt x="413757" y="73406"/>
                      <a:pt x="413757" y="47374"/>
                    </a:cubicBezTo>
                    <a:lnTo>
                      <a:pt x="413757" y="47374"/>
                    </a:lnTo>
                    <a:cubicBezTo>
                      <a:pt x="413757" y="21308"/>
                      <a:pt x="392449" y="0"/>
                      <a:pt x="3663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33" name="Google Shape;2331;p47"/>
              <p:cNvSpPr/>
              <p:nvPr/>
            </p:nvSpPr>
            <p:spPr>
              <a:xfrm>
                <a:off x="6312101" y="4841108"/>
                <a:ext cx="12437" cy="12438"/>
              </a:xfrm>
              <a:custGeom>
                <a:avLst/>
                <a:gdLst/>
                <a:ahLst/>
                <a:cxnLst/>
                <a:rect l="l" t="t" r="r" b="b"/>
                <a:pathLst>
                  <a:path w="12437" h="12438" extrusionOk="0">
                    <a:moveTo>
                      <a:pt x="6219" y="12438"/>
                    </a:moveTo>
                    <a:cubicBezTo>
                      <a:pt x="9652" y="12438"/>
                      <a:pt x="12438" y="9651"/>
                      <a:pt x="12438" y="6219"/>
                    </a:cubicBezTo>
                    <a:cubicBezTo>
                      <a:pt x="12438" y="2787"/>
                      <a:pt x="9652" y="0"/>
                      <a:pt x="6219" y="0"/>
                    </a:cubicBezTo>
                    <a:cubicBezTo>
                      <a:pt x="2787" y="0"/>
                      <a:pt x="0" y="2787"/>
                      <a:pt x="0" y="6219"/>
                    </a:cubicBezTo>
                    <a:cubicBezTo>
                      <a:pt x="0" y="9651"/>
                      <a:pt x="2787" y="12438"/>
                      <a:pt x="6219" y="1243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34" name="Google Shape;2332;p47"/>
              <p:cNvSpPr/>
              <p:nvPr/>
            </p:nvSpPr>
            <p:spPr>
              <a:xfrm>
                <a:off x="6314785" y="4817353"/>
                <a:ext cx="12437" cy="12438"/>
              </a:xfrm>
              <a:custGeom>
                <a:avLst/>
                <a:gdLst/>
                <a:ahLst/>
                <a:cxnLst/>
                <a:rect l="l" t="t" r="r" b="b"/>
                <a:pathLst>
                  <a:path w="12437" h="12438" extrusionOk="0">
                    <a:moveTo>
                      <a:pt x="6219" y="12438"/>
                    </a:moveTo>
                    <a:cubicBezTo>
                      <a:pt x="9651" y="12438"/>
                      <a:pt x="12438" y="9651"/>
                      <a:pt x="12438" y="6219"/>
                    </a:cubicBezTo>
                    <a:cubicBezTo>
                      <a:pt x="12438" y="2787"/>
                      <a:pt x="9651" y="0"/>
                      <a:pt x="6219" y="0"/>
                    </a:cubicBezTo>
                    <a:cubicBezTo>
                      <a:pt x="2787" y="0"/>
                      <a:pt x="0" y="2787"/>
                      <a:pt x="0" y="6219"/>
                    </a:cubicBezTo>
                    <a:cubicBezTo>
                      <a:pt x="0" y="9651"/>
                      <a:pt x="2787" y="12438"/>
                      <a:pt x="6219" y="1243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35" name="Google Shape;2333;p47"/>
              <p:cNvSpPr/>
              <p:nvPr/>
            </p:nvSpPr>
            <p:spPr>
              <a:xfrm rot="-552203">
                <a:off x="6301998" y="4796093"/>
                <a:ext cx="12443" cy="12443"/>
              </a:xfrm>
              <a:custGeom>
                <a:avLst/>
                <a:gdLst/>
                <a:ahLst/>
                <a:cxnLst/>
                <a:rect l="l" t="t" r="r" b="b"/>
                <a:pathLst>
                  <a:path w="12438" h="12438" extrusionOk="0">
                    <a:moveTo>
                      <a:pt x="12438" y="6219"/>
                    </a:moveTo>
                    <a:cubicBezTo>
                      <a:pt x="12438" y="9654"/>
                      <a:pt x="9654" y="12438"/>
                      <a:pt x="6219" y="12438"/>
                    </a:cubicBezTo>
                    <a:cubicBezTo>
                      <a:pt x="2784" y="12438"/>
                      <a:pt x="-1" y="9654"/>
                      <a:pt x="-1" y="6219"/>
                    </a:cubicBezTo>
                    <a:cubicBezTo>
                      <a:pt x="-1" y="2785"/>
                      <a:pt x="2784" y="0"/>
                      <a:pt x="6219" y="0"/>
                    </a:cubicBezTo>
                    <a:cubicBezTo>
                      <a:pt x="9654" y="0"/>
                      <a:pt x="12438" y="2785"/>
                      <a:pt x="12438" y="621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36" name="Google Shape;2334;p47"/>
              <p:cNvSpPr/>
              <p:nvPr/>
            </p:nvSpPr>
            <p:spPr>
              <a:xfrm>
                <a:off x="5907621" y="4775281"/>
                <a:ext cx="423374" cy="112589"/>
              </a:xfrm>
              <a:custGeom>
                <a:avLst/>
                <a:gdLst/>
                <a:ahLst/>
                <a:cxnLst/>
                <a:rect l="l" t="t" r="r" b="b"/>
                <a:pathLst>
                  <a:path w="423374" h="112589" extrusionOk="0">
                    <a:moveTo>
                      <a:pt x="56278" y="0"/>
                    </a:moveTo>
                    <a:lnTo>
                      <a:pt x="367097" y="0"/>
                    </a:lnTo>
                    <a:cubicBezTo>
                      <a:pt x="398057" y="0"/>
                      <a:pt x="423375" y="25352"/>
                      <a:pt x="423375" y="56312"/>
                    </a:cubicBezTo>
                    <a:lnTo>
                      <a:pt x="423375" y="56312"/>
                    </a:lnTo>
                    <a:cubicBezTo>
                      <a:pt x="423375" y="87271"/>
                      <a:pt x="398057" y="112589"/>
                      <a:pt x="367097" y="112589"/>
                    </a:cubicBezTo>
                    <a:lnTo>
                      <a:pt x="367097" y="112589"/>
                    </a:lnTo>
                    <a:cubicBezTo>
                      <a:pt x="367097" y="112589"/>
                      <a:pt x="56278" y="112589"/>
                      <a:pt x="56278" y="112589"/>
                    </a:cubicBezTo>
                    <a:lnTo>
                      <a:pt x="56278" y="112589"/>
                    </a:lnTo>
                    <a:cubicBezTo>
                      <a:pt x="25318" y="112589"/>
                      <a:pt x="0" y="87237"/>
                      <a:pt x="0" y="56278"/>
                    </a:cubicBezTo>
                    <a:lnTo>
                      <a:pt x="0" y="56278"/>
                    </a:lnTo>
                    <a:cubicBezTo>
                      <a:pt x="0" y="25318"/>
                      <a:pt x="25318" y="0"/>
                      <a:pt x="56278" y="0"/>
                    </a:cubicBezTo>
                    <a:lnTo>
                      <a:pt x="56278" y="0"/>
                    </a:lnTo>
                    <a:close/>
                    <a:moveTo>
                      <a:pt x="367097" y="8904"/>
                    </a:moveTo>
                    <a:lnTo>
                      <a:pt x="367097" y="8904"/>
                    </a:lnTo>
                    <a:cubicBezTo>
                      <a:pt x="367097" y="8904"/>
                      <a:pt x="56278" y="8904"/>
                      <a:pt x="56278" y="8904"/>
                    </a:cubicBezTo>
                    <a:lnTo>
                      <a:pt x="56278" y="8904"/>
                    </a:lnTo>
                    <a:cubicBezTo>
                      <a:pt x="30212" y="8904"/>
                      <a:pt x="8904" y="30212"/>
                      <a:pt x="8904" y="56244"/>
                    </a:cubicBezTo>
                    <a:lnTo>
                      <a:pt x="8904" y="56244"/>
                    </a:lnTo>
                    <a:cubicBezTo>
                      <a:pt x="8904" y="82309"/>
                      <a:pt x="30212" y="103618"/>
                      <a:pt x="56278" y="103618"/>
                    </a:cubicBezTo>
                    <a:lnTo>
                      <a:pt x="56278" y="103618"/>
                    </a:lnTo>
                    <a:cubicBezTo>
                      <a:pt x="56278" y="103618"/>
                      <a:pt x="367097" y="103618"/>
                      <a:pt x="367097" y="103618"/>
                    </a:cubicBezTo>
                    <a:lnTo>
                      <a:pt x="367097" y="103618"/>
                    </a:lnTo>
                    <a:cubicBezTo>
                      <a:pt x="393128" y="103618"/>
                      <a:pt x="414470" y="82309"/>
                      <a:pt x="414470" y="56278"/>
                    </a:cubicBezTo>
                    <a:lnTo>
                      <a:pt x="414470" y="56278"/>
                    </a:lnTo>
                    <a:cubicBezTo>
                      <a:pt x="414470" y="30212"/>
                      <a:pt x="393162" y="8904"/>
                      <a:pt x="367097" y="890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437" name="Google Shape;2335;p47"/>
              <p:cNvGrpSpPr/>
              <p:nvPr/>
            </p:nvGrpSpPr>
            <p:grpSpPr>
              <a:xfrm>
                <a:off x="5922405" y="4787847"/>
                <a:ext cx="87475" cy="87475"/>
                <a:chOff x="9258530" y="4998047"/>
                <a:chExt cx="87475" cy="87475"/>
              </a:xfrm>
            </p:grpSpPr>
            <p:sp>
              <p:nvSpPr>
                <p:cNvPr id="1443" name="Google Shape;2336;p47"/>
                <p:cNvSpPr/>
                <p:nvPr/>
              </p:nvSpPr>
              <p:spPr>
                <a:xfrm>
                  <a:off x="9258530" y="4998047"/>
                  <a:ext cx="87407" cy="8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407" h="87475" extrusionOk="0">
                      <a:moveTo>
                        <a:pt x="75988" y="54273"/>
                      </a:moveTo>
                      <a:lnTo>
                        <a:pt x="82955" y="62327"/>
                      </a:lnTo>
                      <a:lnTo>
                        <a:pt x="76566" y="72386"/>
                      </a:lnTo>
                      <a:lnTo>
                        <a:pt x="67051" y="69838"/>
                      </a:lnTo>
                      <a:lnTo>
                        <a:pt x="68852" y="79217"/>
                      </a:lnTo>
                      <a:lnTo>
                        <a:pt x="58282" y="84723"/>
                      </a:lnTo>
                      <a:lnTo>
                        <a:pt x="50568" y="77008"/>
                      </a:lnTo>
                      <a:lnTo>
                        <a:pt x="46931" y="87475"/>
                      </a:lnTo>
                      <a:lnTo>
                        <a:pt x="35037" y="86966"/>
                      </a:lnTo>
                      <a:lnTo>
                        <a:pt x="32319" y="76736"/>
                      </a:lnTo>
                      <a:lnTo>
                        <a:pt x="25148" y="82955"/>
                      </a:lnTo>
                      <a:lnTo>
                        <a:pt x="15089" y="76566"/>
                      </a:lnTo>
                      <a:lnTo>
                        <a:pt x="17706" y="66813"/>
                      </a:lnTo>
                      <a:lnTo>
                        <a:pt x="7204" y="68818"/>
                      </a:lnTo>
                      <a:lnTo>
                        <a:pt x="1665" y="58283"/>
                      </a:lnTo>
                      <a:lnTo>
                        <a:pt x="9651" y="50297"/>
                      </a:lnTo>
                      <a:lnTo>
                        <a:pt x="0" y="46966"/>
                      </a:lnTo>
                      <a:lnTo>
                        <a:pt x="475" y="35072"/>
                      </a:lnTo>
                      <a:lnTo>
                        <a:pt x="9855" y="32557"/>
                      </a:lnTo>
                      <a:lnTo>
                        <a:pt x="3398" y="25114"/>
                      </a:lnTo>
                      <a:lnTo>
                        <a:pt x="9787" y="15055"/>
                      </a:lnTo>
                      <a:lnTo>
                        <a:pt x="20628" y="17978"/>
                      </a:lnTo>
                      <a:lnTo>
                        <a:pt x="18555" y="7239"/>
                      </a:lnTo>
                      <a:lnTo>
                        <a:pt x="29124" y="1733"/>
                      </a:lnTo>
                      <a:lnTo>
                        <a:pt x="36295" y="8904"/>
                      </a:lnTo>
                      <a:lnTo>
                        <a:pt x="39387" y="0"/>
                      </a:lnTo>
                      <a:lnTo>
                        <a:pt x="51282" y="510"/>
                      </a:lnTo>
                      <a:lnTo>
                        <a:pt x="54000" y="10671"/>
                      </a:lnTo>
                      <a:lnTo>
                        <a:pt x="62292" y="3500"/>
                      </a:lnTo>
                      <a:lnTo>
                        <a:pt x="72352" y="9890"/>
                      </a:lnTo>
                      <a:lnTo>
                        <a:pt x="69497" y="20493"/>
                      </a:lnTo>
                      <a:lnTo>
                        <a:pt x="79148" y="18657"/>
                      </a:lnTo>
                      <a:lnTo>
                        <a:pt x="84654" y="29227"/>
                      </a:lnTo>
                      <a:lnTo>
                        <a:pt x="77721" y="36159"/>
                      </a:lnTo>
                      <a:lnTo>
                        <a:pt x="87407" y="39524"/>
                      </a:lnTo>
                      <a:lnTo>
                        <a:pt x="86897" y="51418"/>
                      </a:lnTo>
                      <a:lnTo>
                        <a:pt x="75920" y="54341"/>
                      </a:lnTo>
                      <a:lnTo>
                        <a:pt x="75920" y="54341"/>
                      </a:lnTo>
                      <a:close/>
                      <a:moveTo>
                        <a:pt x="45572" y="39965"/>
                      </a:moveTo>
                      <a:cubicBezTo>
                        <a:pt x="43499" y="38674"/>
                        <a:pt x="40781" y="39286"/>
                        <a:pt x="39455" y="41325"/>
                      </a:cubicBezTo>
                      <a:cubicBezTo>
                        <a:pt x="38164" y="43398"/>
                        <a:pt x="38776" y="46117"/>
                        <a:pt x="40849" y="47442"/>
                      </a:cubicBezTo>
                      <a:cubicBezTo>
                        <a:pt x="42922" y="48768"/>
                        <a:pt x="45640" y="48156"/>
                        <a:pt x="46965" y="46083"/>
                      </a:cubicBezTo>
                      <a:cubicBezTo>
                        <a:pt x="48257" y="44010"/>
                        <a:pt x="47646" y="41291"/>
                        <a:pt x="45606" y="399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444" name="Google Shape;2337;p47"/>
                <p:cNvSpPr/>
                <p:nvPr/>
              </p:nvSpPr>
              <p:spPr>
                <a:xfrm>
                  <a:off x="9262880" y="5021225"/>
                  <a:ext cx="83125" cy="642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125" h="64297" extrusionOk="0">
                      <a:moveTo>
                        <a:pt x="71638" y="31096"/>
                      </a:moveTo>
                      <a:lnTo>
                        <a:pt x="78605" y="39150"/>
                      </a:lnTo>
                      <a:lnTo>
                        <a:pt x="72216" y="49209"/>
                      </a:lnTo>
                      <a:lnTo>
                        <a:pt x="62701" y="46660"/>
                      </a:lnTo>
                      <a:lnTo>
                        <a:pt x="64502" y="56040"/>
                      </a:lnTo>
                      <a:lnTo>
                        <a:pt x="53932" y="61545"/>
                      </a:lnTo>
                      <a:lnTo>
                        <a:pt x="46218" y="53831"/>
                      </a:lnTo>
                      <a:lnTo>
                        <a:pt x="42581" y="64298"/>
                      </a:lnTo>
                      <a:lnTo>
                        <a:pt x="30687" y="63788"/>
                      </a:lnTo>
                      <a:lnTo>
                        <a:pt x="27969" y="53559"/>
                      </a:lnTo>
                      <a:lnTo>
                        <a:pt x="20798" y="59778"/>
                      </a:lnTo>
                      <a:lnTo>
                        <a:pt x="10739" y="53389"/>
                      </a:lnTo>
                      <a:lnTo>
                        <a:pt x="13356" y="43636"/>
                      </a:lnTo>
                      <a:lnTo>
                        <a:pt x="2854" y="45640"/>
                      </a:lnTo>
                      <a:lnTo>
                        <a:pt x="0" y="40169"/>
                      </a:lnTo>
                      <a:lnTo>
                        <a:pt x="34732" y="22090"/>
                      </a:lnTo>
                      <a:cubicBezTo>
                        <a:pt x="35071" y="22939"/>
                        <a:pt x="35649" y="23687"/>
                        <a:pt x="36499" y="24231"/>
                      </a:cubicBezTo>
                      <a:cubicBezTo>
                        <a:pt x="38572" y="25556"/>
                        <a:pt x="41290" y="24944"/>
                        <a:pt x="42615" y="22871"/>
                      </a:cubicBezTo>
                      <a:cubicBezTo>
                        <a:pt x="43567" y="21342"/>
                        <a:pt x="43499" y="19473"/>
                        <a:pt x="42547" y="18045"/>
                      </a:cubicBezTo>
                      <a:lnTo>
                        <a:pt x="77280" y="0"/>
                      </a:lnTo>
                      <a:lnTo>
                        <a:pt x="80372" y="5947"/>
                      </a:lnTo>
                      <a:lnTo>
                        <a:pt x="73439" y="12880"/>
                      </a:lnTo>
                      <a:lnTo>
                        <a:pt x="83125" y="16245"/>
                      </a:lnTo>
                      <a:lnTo>
                        <a:pt x="82615" y="28139"/>
                      </a:lnTo>
                      <a:lnTo>
                        <a:pt x="71638" y="3109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445" name="Google Shape;2338;p47"/>
                <p:cNvSpPr/>
                <p:nvPr/>
              </p:nvSpPr>
              <p:spPr>
                <a:xfrm>
                  <a:off x="9282540" y="5024506"/>
                  <a:ext cx="36292" cy="362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92" h="36291" extrusionOk="0">
                      <a:moveTo>
                        <a:pt x="18911" y="49"/>
                      </a:moveTo>
                      <a:cubicBezTo>
                        <a:pt x="28936" y="457"/>
                        <a:pt x="36684" y="8919"/>
                        <a:pt x="36277" y="18911"/>
                      </a:cubicBezTo>
                      <a:cubicBezTo>
                        <a:pt x="35869" y="28936"/>
                        <a:pt x="27407" y="36684"/>
                        <a:pt x="17382" y="36277"/>
                      </a:cubicBezTo>
                      <a:cubicBezTo>
                        <a:pt x="7356" y="35835"/>
                        <a:pt x="-392" y="27407"/>
                        <a:pt x="15" y="17381"/>
                      </a:cubicBezTo>
                      <a:cubicBezTo>
                        <a:pt x="424" y="7390"/>
                        <a:pt x="8886" y="-392"/>
                        <a:pt x="18911" y="15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446" name="Google Shape;2339;p47"/>
                <p:cNvSpPr/>
                <p:nvPr/>
              </p:nvSpPr>
              <p:spPr>
                <a:xfrm>
                  <a:off x="9291392" y="5031726"/>
                  <a:ext cx="19302" cy="215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02" h="21579" extrusionOk="0">
                      <a:moveTo>
                        <a:pt x="5234" y="0"/>
                      </a:moveTo>
                      <a:lnTo>
                        <a:pt x="19303" y="17332"/>
                      </a:lnTo>
                      <a:lnTo>
                        <a:pt x="14069" y="21580"/>
                      </a:lnTo>
                      <a:lnTo>
                        <a:pt x="0" y="4248"/>
                      </a:lnTo>
                      <a:lnTo>
                        <a:pt x="523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1438" name="Google Shape;2340;p47"/>
              <p:cNvGrpSpPr/>
              <p:nvPr/>
            </p:nvGrpSpPr>
            <p:grpSpPr>
              <a:xfrm>
                <a:off x="6228907" y="4787813"/>
                <a:ext cx="87577" cy="87475"/>
                <a:chOff x="9565032" y="4998013"/>
                <a:chExt cx="87577" cy="87475"/>
              </a:xfrm>
            </p:grpSpPr>
            <p:sp>
              <p:nvSpPr>
                <p:cNvPr id="1439" name="Google Shape;2341;p47"/>
                <p:cNvSpPr/>
                <p:nvPr/>
              </p:nvSpPr>
              <p:spPr>
                <a:xfrm>
                  <a:off x="9565032" y="4998013"/>
                  <a:ext cx="87543" cy="8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543" h="87475" extrusionOk="0">
                      <a:moveTo>
                        <a:pt x="76056" y="54511"/>
                      </a:moveTo>
                      <a:lnTo>
                        <a:pt x="82955" y="62599"/>
                      </a:lnTo>
                      <a:lnTo>
                        <a:pt x="76498" y="72625"/>
                      </a:lnTo>
                      <a:lnTo>
                        <a:pt x="66983" y="70008"/>
                      </a:lnTo>
                      <a:lnTo>
                        <a:pt x="68716" y="79387"/>
                      </a:lnTo>
                      <a:lnTo>
                        <a:pt x="58112" y="84825"/>
                      </a:lnTo>
                      <a:lnTo>
                        <a:pt x="50433" y="77042"/>
                      </a:lnTo>
                      <a:lnTo>
                        <a:pt x="46728" y="87476"/>
                      </a:lnTo>
                      <a:lnTo>
                        <a:pt x="34834" y="86898"/>
                      </a:lnTo>
                      <a:lnTo>
                        <a:pt x="32149" y="76668"/>
                      </a:lnTo>
                      <a:lnTo>
                        <a:pt x="24911" y="82853"/>
                      </a:lnTo>
                      <a:lnTo>
                        <a:pt x="14885" y="76397"/>
                      </a:lnTo>
                      <a:lnTo>
                        <a:pt x="17570" y="66677"/>
                      </a:lnTo>
                      <a:lnTo>
                        <a:pt x="7069" y="68614"/>
                      </a:lnTo>
                      <a:lnTo>
                        <a:pt x="1631" y="58011"/>
                      </a:lnTo>
                      <a:lnTo>
                        <a:pt x="9652" y="50093"/>
                      </a:lnTo>
                      <a:lnTo>
                        <a:pt x="0" y="46695"/>
                      </a:lnTo>
                      <a:lnTo>
                        <a:pt x="577" y="34800"/>
                      </a:lnTo>
                      <a:lnTo>
                        <a:pt x="9957" y="32353"/>
                      </a:lnTo>
                      <a:lnTo>
                        <a:pt x="3569" y="24877"/>
                      </a:lnTo>
                      <a:lnTo>
                        <a:pt x="10025" y="14851"/>
                      </a:lnTo>
                      <a:lnTo>
                        <a:pt x="20866" y="17842"/>
                      </a:lnTo>
                      <a:lnTo>
                        <a:pt x="18861" y="7069"/>
                      </a:lnTo>
                      <a:lnTo>
                        <a:pt x="29464" y="1632"/>
                      </a:lnTo>
                      <a:lnTo>
                        <a:pt x="36601" y="8870"/>
                      </a:lnTo>
                      <a:lnTo>
                        <a:pt x="39727" y="0"/>
                      </a:lnTo>
                      <a:lnTo>
                        <a:pt x="51622" y="578"/>
                      </a:lnTo>
                      <a:lnTo>
                        <a:pt x="54273" y="10739"/>
                      </a:lnTo>
                      <a:lnTo>
                        <a:pt x="62599" y="3603"/>
                      </a:lnTo>
                      <a:lnTo>
                        <a:pt x="72624" y="10060"/>
                      </a:lnTo>
                      <a:lnTo>
                        <a:pt x="69702" y="20663"/>
                      </a:lnTo>
                      <a:lnTo>
                        <a:pt x="79352" y="18861"/>
                      </a:lnTo>
                      <a:lnTo>
                        <a:pt x="84824" y="29464"/>
                      </a:lnTo>
                      <a:lnTo>
                        <a:pt x="77857" y="36329"/>
                      </a:lnTo>
                      <a:lnTo>
                        <a:pt x="87543" y="39762"/>
                      </a:lnTo>
                      <a:lnTo>
                        <a:pt x="86966" y="51656"/>
                      </a:lnTo>
                      <a:lnTo>
                        <a:pt x="75954" y="54511"/>
                      </a:lnTo>
                      <a:lnTo>
                        <a:pt x="75954" y="54511"/>
                      </a:lnTo>
                      <a:close/>
                      <a:moveTo>
                        <a:pt x="45709" y="39999"/>
                      </a:moveTo>
                      <a:cubicBezTo>
                        <a:pt x="43669" y="38674"/>
                        <a:pt x="40917" y="39252"/>
                        <a:pt x="39591" y="41325"/>
                      </a:cubicBezTo>
                      <a:cubicBezTo>
                        <a:pt x="38266" y="43364"/>
                        <a:pt x="38844" y="46117"/>
                        <a:pt x="40917" y="47442"/>
                      </a:cubicBezTo>
                      <a:cubicBezTo>
                        <a:pt x="42990" y="48768"/>
                        <a:pt x="45709" y="48190"/>
                        <a:pt x="47034" y="46117"/>
                      </a:cubicBezTo>
                      <a:cubicBezTo>
                        <a:pt x="48359" y="44044"/>
                        <a:pt x="47782" y="41325"/>
                        <a:pt x="45709" y="39999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440" name="Google Shape;2342;p47"/>
                <p:cNvSpPr/>
                <p:nvPr/>
              </p:nvSpPr>
              <p:spPr>
                <a:xfrm>
                  <a:off x="9569280" y="5021496"/>
                  <a:ext cx="83329" cy="639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329" h="63992" extrusionOk="0">
                      <a:moveTo>
                        <a:pt x="71808" y="31028"/>
                      </a:moveTo>
                      <a:lnTo>
                        <a:pt x="78707" y="39116"/>
                      </a:lnTo>
                      <a:lnTo>
                        <a:pt x="72250" y="49141"/>
                      </a:lnTo>
                      <a:lnTo>
                        <a:pt x="62735" y="46525"/>
                      </a:lnTo>
                      <a:lnTo>
                        <a:pt x="64468" y="55904"/>
                      </a:lnTo>
                      <a:lnTo>
                        <a:pt x="53864" y="61342"/>
                      </a:lnTo>
                      <a:lnTo>
                        <a:pt x="46185" y="53559"/>
                      </a:lnTo>
                      <a:lnTo>
                        <a:pt x="42480" y="63992"/>
                      </a:lnTo>
                      <a:lnTo>
                        <a:pt x="30586" y="63415"/>
                      </a:lnTo>
                      <a:lnTo>
                        <a:pt x="27901" y="53185"/>
                      </a:lnTo>
                      <a:lnTo>
                        <a:pt x="20663" y="59370"/>
                      </a:lnTo>
                      <a:lnTo>
                        <a:pt x="10637" y="52914"/>
                      </a:lnTo>
                      <a:lnTo>
                        <a:pt x="13322" y="43160"/>
                      </a:lnTo>
                      <a:lnTo>
                        <a:pt x="2821" y="45097"/>
                      </a:lnTo>
                      <a:lnTo>
                        <a:pt x="0" y="39626"/>
                      </a:lnTo>
                      <a:lnTo>
                        <a:pt x="34868" y="21818"/>
                      </a:lnTo>
                      <a:cubicBezTo>
                        <a:pt x="35173" y="22668"/>
                        <a:pt x="35785" y="23415"/>
                        <a:pt x="36601" y="23959"/>
                      </a:cubicBezTo>
                      <a:cubicBezTo>
                        <a:pt x="38674" y="25284"/>
                        <a:pt x="41392" y="24707"/>
                        <a:pt x="42718" y="22634"/>
                      </a:cubicBezTo>
                      <a:cubicBezTo>
                        <a:pt x="43703" y="21104"/>
                        <a:pt x="43636" y="19235"/>
                        <a:pt x="42718" y="17808"/>
                      </a:cubicBezTo>
                      <a:lnTo>
                        <a:pt x="77552" y="0"/>
                      </a:lnTo>
                      <a:lnTo>
                        <a:pt x="80610" y="5947"/>
                      </a:lnTo>
                      <a:lnTo>
                        <a:pt x="73643" y="12846"/>
                      </a:lnTo>
                      <a:lnTo>
                        <a:pt x="83329" y="16279"/>
                      </a:lnTo>
                      <a:lnTo>
                        <a:pt x="82751" y="28173"/>
                      </a:lnTo>
                      <a:lnTo>
                        <a:pt x="71740" y="3102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441" name="Google Shape;2343;p47"/>
                <p:cNvSpPr/>
                <p:nvPr/>
              </p:nvSpPr>
              <p:spPr>
                <a:xfrm>
                  <a:off x="9589171" y="5024531"/>
                  <a:ext cx="36275" cy="362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75" h="36271" extrusionOk="0">
                      <a:moveTo>
                        <a:pt x="19021" y="24"/>
                      </a:moveTo>
                      <a:cubicBezTo>
                        <a:pt x="29012" y="500"/>
                        <a:pt x="36761" y="9030"/>
                        <a:pt x="36251" y="19021"/>
                      </a:cubicBezTo>
                      <a:cubicBezTo>
                        <a:pt x="35775" y="29012"/>
                        <a:pt x="27245" y="36727"/>
                        <a:pt x="17254" y="36251"/>
                      </a:cubicBezTo>
                      <a:cubicBezTo>
                        <a:pt x="7263" y="35775"/>
                        <a:pt x="-486" y="27245"/>
                        <a:pt x="24" y="17254"/>
                      </a:cubicBezTo>
                      <a:cubicBezTo>
                        <a:pt x="500" y="7229"/>
                        <a:pt x="9030" y="-486"/>
                        <a:pt x="19021" y="2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442" name="Google Shape;2344;p47"/>
                <p:cNvSpPr/>
                <p:nvPr/>
              </p:nvSpPr>
              <p:spPr>
                <a:xfrm rot="-2322274">
                  <a:off x="9604313" y="5031395"/>
                  <a:ext cx="6725" cy="22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28" h="22327" extrusionOk="0">
                      <a:moveTo>
                        <a:pt x="0" y="0"/>
                      </a:moveTo>
                      <a:lnTo>
                        <a:pt x="6729" y="0"/>
                      </a:lnTo>
                      <a:lnTo>
                        <a:pt x="6729" y="22327"/>
                      </a:lnTo>
                      <a:lnTo>
                        <a:pt x="0" y="2232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  <p:sp>
          <p:nvSpPr>
            <p:cNvPr id="1331" name="Google Shape;2345;p47"/>
            <p:cNvSpPr/>
            <p:nvPr/>
          </p:nvSpPr>
          <p:spPr>
            <a:xfrm>
              <a:off x="5950544" y="4779937"/>
              <a:ext cx="12437" cy="12438"/>
            </a:xfrm>
            <a:custGeom>
              <a:avLst/>
              <a:gdLst/>
              <a:ahLst/>
              <a:cxnLst/>
              <a:rect l="l" t="t" r="r" b="b"/>
              <a:pathLst>
                <a:path w="12437" h="12438" extrusionOk="0">
                  <a:moveTo>
                    <a:pt x="6219" y="12438"/>
                  </a:moveTo>
                  <a:cubicBezTo>
                    <a:pt x="9651" y="12438"/>
                    <a:pt x="12438" y="9651"/>
                    <a:pt x="12438" y="6219"/>
                  </a:cubicBezTo>
                  <a:cubicBezTo>
                    <a:pt x="12438" y="2787"/>
                    <a:pt x="9651" y="0"/>
                    <a:pt x="6219" y="0"/>
                  </a:cubicBezTo>
                  <a:cubicBezTo>
                    <a:pt x="2786" y="0"/>
                    <a:pt x="0" y="2787"/>
                    <a:pt x="0" y="6219"/>
                  </a:cubicBezTo>
                  <a:cubicBezTo>
                    <a:pt x="0" y="9651"/>
                    <a:pt x="2786" y="12438"/>
                    <a:pt x="6219" y="12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32" name="Google Shape;2346;p47"/>
            <p:cNvSpPr/>
            <p:nvPr/>
          </p:nvSpPr>
          <p:spPr>
            <a:xfrm>
              <a:off x="5929575" y="4791492"/>
              <a:ext cx="12438" cy="12438"/>
            </a:xfrm>
            <a:custGeom>
              <a:avLst/>
              <a:gdLst/>
              <a:ahLst/>
              <a:cxnLst/>
              <a:rect l="l" t="t" r="r" b="b"/>
              <a:pathLst>
                <a:path w="12438" h="12438" extrusionOk="0">
                  <a:moveTo>
                    <a:pt x="6219" y="12438"/>
                  </a:moveTo>
                  <a:cubicBezTo>
                    <a:pt x="9652" y="12438"/>
                    <a:pt x="12439" y="9651"/>
                    <a:pt x="12439" y="6219"/>
                  </a:cubicBezTo>
                  <a:cubicBezTo>
                    <a:pt x="12439" y="2787"/>
                    <a:pt x="9652" y="0"/>
                    <a:pt x="6219" y="0"/>
                  </a:cubicBezTo>
                  <a:cubicBezTo>
                    <a:pt x="2787" y="0"/>
                    <a:pt x="0" y="2787"/>
                    <a:pt x="0" y="6219"/>
                  </a:cubicBezTo>
                  <a:cubicBezTo>
                    <a:pt x="0" y="9651"/>
                    <a:pt x="2787" y="12438"/>
                    <a:pt x="6219" y="12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33" name="Google Shape;2347;p47"/>
            <p:cNvSpPr/>
            <p:nvPr/>
          </p:nvSpPr>
          <p:spPr>
            <a:xfrm>
              <a:off x="6298745" y="4860819"/>
              <a:ext cx="12438" cy="12438"/>
            </a:xfrm>
            <a:custGeom>
              <a:avLst/>
              <a:gdLst/>
              <a:ahLst/>
              <a:cxnLst/>
              <a:rect l="l" t="t" r="r" b="b"/>
              <a:pathLst>
                <a:path w="12438" h="12438" extrusionOk="0">
                  <a:moveTo>
                    <a:pt x="12438" y="6219"/>
                  </a:moveTo>
                  <a:cubicBezTo>
                    <a:pt x="12438" y="9654"/>
                    <a:pt x="9654" y="12438"/>
                    <a:pt x="6219" y="12438"/>
                  </a:cubicBezTo>
                  <a:cubicBezTo>
                    <a:pt x="2784" y="12438"/>
                    <a:pt x="-1" y="9654"/>
                    <a:pt x="-1" y="6219"/>
                  </a:cubicBezTo>
                  <a:cubicBezTo>
                    <a:pt x="-1" y="2785"/>
                    <a:pt x="2784" y="0"/>
                    <a:pt x="6219" y="0"/>
                  </a:cubicBezTo>
                  <a:cubicBezTo>
                    <a:pt x="9654" y="0"/>
                    <a:pt x="12438" y="2785"/>
                    <a:pt x="12438" y="621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34" name="Google Shape;2348;p47"/>
            <p:cNvSpPr/>
            <p:nvPr/>
          </p:nvSpPr>
          <p:spPr>
            <a:xfrm>
              <a:off x="5916219" y="4811202"/>
              <a:ext cx="12437" cy="12438"/>
            </a:xfrm>
            <a:custGeom>
              <a:avLst/>
              <a:gdLst/>
              <a:ahLst/>
              <a:cxnLst/>
              <a:rect l="l" t="t" r="r" b="b"/>
              <a:pathLst>
                <a:path w="12437" h="12438" extrusionOk="0">
                  <a:moveTo>
                    <a:pt x="6219" y="12438"/>
                  </a:moveTo>
                  <a:cubicBezTo>
                    <a:pt x="9652" y="12438"/>
                    <a:pt x="12438" y="9652"/>
                    <a:pt x="12438" y="6219"/>
                  </a:cubicBezTo>
                  <a:cubicBezTo>
                    <a:pt x="12438" y="2787"/>
                    <a:pt x="9652" y="0"/>
                    <a:pt x="6219" y="0"/>
                  </a:cubicBezTo>
                  <a:cubicBezTo>
                    <a:pt x="2787" y="0"/>
                    <a:pt x="0" y="2787"/>
                    <a:pt x="0" y="6219"/>
                  </a:cubicBezTo>
                  <a:cubicBezTo>
                    <a:pt x="0" y="9652"/>
                    <a:pt x="2787" y="12438"/>
                    <a:pt x="6219" y="12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35" name="Google Shape;2349;p47"/>
            <p:cNvSpPr/>
            <p:nvPr/>
          </p:nvSpPr>
          <p:spPr>
            <a:xfrm>
              <a:off x="5913568" y="4834957"/>
              <a:ext cx="12437" cy="12437"/>
            </a:xfrm>
            <a:custGeom>
              <a:avLst/>
              <a:gdLst/>
              <a:ahLst/>
              <a:cxnLst/>
              <a:rect l="l" t="t" r="r" b="b"/>
              <a:pathLst>
                <a:path w="12437" h="12437" extrusionOk="0">
                  <a:moveTo>
                    <a:pt x="6219" y="12438"/>
                  </a:moveTo>
                  <a:cubicBezTo>
                    <a:pt x="9652" y="12438"/>
                    <a:pt x="12438" y="9651"/>
                    <a:pt x="12438" y="6219"/>
                  </a:cubicBezTo>
                  <a:cubicBezTo>
                    <a:pt x="12438" y="2787"/>
                    <a:pt x="9652" y="0"/>
                    <a:pt x="6219" y="0"/>
                  </a:cubicBezTo>
                  <a:cubicBezTo>
                    <a:pt x="2787" y="0"/>
                    <a:pt x="0" y="2787"/>
                    <a:pt x="0" y="6219"/>
                  </a:cubicBezTo>
                  <a:cubicBezTo>
                    <a:pt x="0" y="9651"/>
                    <a:pt x="2787" y="12438"/>
                    <a:pt x="6219" y="12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36" name="Google Shape;2350;p47"/>
            <p:cNvSpPr/>
            <p:nvPr/>
          </p:nvSpPr>
          <p:spPr>
            <a:xfrm>
              <a:off x="5926176" y="4856605"/>
              <a:ext cx="12438" cy="12437"/>
            </a:xfrm>
            <a:custGeom>
              <a:avLst/>
              <a:gdLst/>
              <a:ahLst/>
              <a:cxnLst/>
              <a:rect l="l" t="t" r="r" b="b"/>
              <a:pathLst>
                <a:path w="12438" h="12437" extrusionOk="0">
                  <a:moveTo>
                    <a:pt x="6219" y="12438"/>
                  </a:moveTo>
                  <a:cubicBezTo>
                    <a:pt x="9652" y="12438"/>
                    <a:pt x="12439" y="9651"/>
                    <a:pt x="12439" y="6219"/>
                  </a:cubicBezTo>
                  <a:cubicBezTo>
                    <a:pt x="12439" y="2787"/>
                    <a:pt x="9652" y="0"/>
                    <a:pt x="6219" y="0"/>
                  </a:cubicBezTo>
                  <a:cubicBezTo>
                    <a:pt x="2787" y="0"/>
                    <a:pt x="0" y="2787"/>
                    <a:pt x="0" y="6219"/>
                  </a:cubicBezTo>
                  <a:cubicBezTo>
                    <a:pt x="0" y="9651"/>
                    <a:pt x="2787" y="12438"/>
                    <a:pt x="6219" y="12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37" name="Google Shape;2351;p47"/>
            <p:cNvSpPr/>
            <p:nvPr/>
          </p:nvSpPr>
          <p:spPr>
            <a:xfrm>
              <a:off x="5946125" y="4868975"/>
              <a:ext cx="12437" cy="12438"/>
            </a:xfrm>
            <a:custGeom>
              <a:avLst/>
              <a:gdLst/>
              <a:ahLst/>
              <a:cxnLst/>
              <a:rect l="l" t="t" r="r" b="b"/>
              <a:pathLst>
                <a:path w="12437" h="12438" extrusionOk="0">
                  <a:moveTo>
                    <a:pt x="6219" y="12438"/>
                  </a:moveTo>
                  <a:cubicBezTo>
                    <a:pt x="9651" y="12438"/>
                    <a:pt x="12438" y="9652"/>
                    <a:pt x="12438" y="6219"/>
                  </a:cubicBezTo>
                  <a:cubicBezTo>
                    <a:pt x="12438" y="2787"/>
                    <a:pt x="9651" y="0"/>
                    <a:pt x="6219" y="0"/>
                  </a:cubicBezTo>
                  <a:cubicBezTo>
                    <a:pt x="2786" y="0"/>
                    <a:pt x="0" y="2787"/>
                    <a:pt x="0" y="6219"/>
                  </a:cubicBezTo>
                  <a:cubicBezTo>
                    <a:pt x="0" y="9652"/>
                    <a:pt x="2786" y="12438"/>
                    <a:pt x="6219" y="12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38" name="Google Shape;2352;p47"/>
            <p:cNvSpPr/>
            <p:nvPr/>
          </p:nvSpPr>
          <p:spPr>
            <a:xfrm>
              <a:off x="5974604" y="4779835"/>
              <a:ext cx="12472" cy="12438"/>
            </a:xfrm>
            <a:custGeom>
              <a:avLst/>
              <a:gdLst/>
              <a:ahLst/>
              <a:cxnLst/>
              <a:rect l="l" t="t" r="r" b="b"/>
              <a:pathLst>
                <a:path w="12472" h="12438" extrusionOk="0">
                  <a:moveTo>
                    <a:pt x="6219" y="12438"/>
                  </a:moveTo>
                  <a:cubicBezTo>
                    <a:pt x="9652" y="12438"/>
                    <a:pt x="12473" y="9652"/>
                    <a:pt x="12473" y="6219"/>
                  </a:cubicBezTo>
                  <a:cubicBezTo>
                    <a:pt x="12473" y="2787"/>
                    <a:pt x="9652" y="0"/>
                    <a:pt x="6219" y="0"/>
                  </a:cubicBezTo>
                  <a:cubicBezTo>
                    <a:pt x="2787" y="0"/>
                    <a:pt x="0" y="2787"/>
                    <a:pt x="0" y="6219"/>
                  </a:cubicBezTo>
                  <a:cubicBezTo>
                    <a:pt x="0" y="9652"/>
                    <a:pt x="2787" y="12438"/>
                    <a:pt x="6219" y="12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39" name="Google Shape;2353;p47"/>
            <p:cNvSpPr/>
            <p:nvPr/>
          </p:nvSpPr>
          <p:spPr>
            <a:xfrm>
              <a:off x="6067347" y="4780820"/>
              <a:ext cx="12471" cy="12438"/>
            </a:xfrm>
            <a:custGeom>
              <a:avLst/>
              <a:gdLst/>
              <a:ahLst/>
              <a:cxnLst/>
              <a:rect l="l" t="t" r="r" b="b"/>
              <a:pathLst>
                <a:path w="12471" h="12438" extrusionOk="0">
                  <a:moveTo>
                    <a:pt x="6253" y="12438"/>
                  </a:moveTo>
                  <a:cubicBezTo>
                    <a:pt x="9686" y="12438"/>
                    <a:pt x="12472" y="9651"/>
                    <a:pt x="12472" y="6219"/>
                  </a:cubicBezTo>
                  <a:cubicBezTo>
                    <a:pt x="12472" y="2787"/>
                    <a:pt x="9686" y="0"/>
                    <a:pt x="6253" y="0"/>
                  </a:cubicBezTo>
                  <a:cubicBezTo>
                    <a:pt x="2821" y="0"/>
                    <a:pt x="0" y="2787"/>
                    <a:pt x="0" y="6219"/>
                  </a:cubicBezTo>
                  <a:cubicBezTo>
                    <a:pt x="0" y="9651"/>
                    <a:pt x="2821" y="12438"/>
                    <a:pt x="6253" y="12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40" name="Google Shape;2354;p47"/>
            <p:cNvSpPr/>
            <p:nvPr/>
          </p:nvSpPr>
          <p:spPr>
            <a:xfrm>
              <a:off x="6160124" y="4780820"/>
              <a:ext cx="12437" cy="12438"/>
            </a:xfrm>
            <a:custGeom>
              <a:avLst/>
              <a:gdLst/>
              <a:ahLst/>
              <a:cxnLst/>
              <a:rect l="l" t="t" r="r" b="b"/>
              <a:pathLst>
                <a:path w="12437" h="12438" extrusionOk="0">
                  <a:moveTo>
                    <a:pt x="6219" y="12438"/>
                  </a:moveTo>
                  <a:cubicBezTo>
                    <a:pt x="9651" y="12438"/>
                    <a:pt x="12438" y="9651"/>
                    <a:pt x="12438" y="6219"/>
                  </a:cubicBezTo>
                  <a:cubicBezTo>
                    <a:pt x="12438" y="2787"/>
                    <a:pt x="9651" y="0"/>
                    <a:pt x="6219" y="0"/>
                  </a:cubicBezTo>
                  <a:cubicBezTo>
                    <a:pt x="2787" y="0"/>
                    <a:pt x="0" y="2787"/>
                    <a:pt x="0" y="6219"/>
                  </a:cubicBezTo>
                  <a:cubicBezTo>
                    <a:pt x="0" y="9651"/>
                    <a:pt x="2787" y="12438"/>
                    <a:pt x="6219" y="12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41" name="Google Shape;2355;p47"/>
            <p:cNvSpPr/>
            <p:nvPr/>
          </p:nvSpPr>
          <p:spPr>
            <a:xfrm>
              <a:off x="6252866" y="4780820"/>
              <a:ext cx="12437" cy="12438"/>
            </a:xfrm>
            <a:custGeom>
              <a:avLst/>
              <a:gdLst/>
              <a:ahLst/>
              <a:cxnLst/>
              <a:rect l="l" t="t" r="r" b="b"/>
              <a:pathLst>
                <a:path w="12437" h="12438" extrusionOk="0">
                  <a:moveTo>
                    <a:pt x="6219" y="12438"/>
                  </a:moveTo>
                  <a:cubicBezTo>
                    <a:pt x="9651" y="12438"/>
                    <a:pt x="12438" y="9651"/>
                    <a:pt x="12438" y="6219"/>
                  </a:cubicBezTo>
                  <a:cubicBezTo>
                    <a:pt x="12438" y="2787"/>
                    <a:pt x="9651" y="0"/>
                    <a:pt x="6219" y="0"/>
                  </a:cubicBezTo>
                  <a:cubicBezTo>
                    <a:pt x="2786" y="0"/>
                    <a:pt x="0" y="2787"/>
                    <a:pt x="0" y="6219"/>
                  </a:cubicBezTo>
                  <a:cubicBezTo>
                    <a:pt x="0" y="9651"/>
                    <a:pt x="2786" y="12438"/>
                    <a:pt x="6219" y="12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42" name="Google Shape;2356;p47"/>
            <p:cNvSpPr/>
            <p:nvPr/>
          </p:nvSpPr>
          <p:spPr>
            <a:xfrm>
              <a:off x="6272509" y="4869995"/>
              <a:ext cx="12437" cy="12438"/>
            </a:xfrm>
            <a:custGeom>
              <a:avLst/>
              <a:gdLst/>
              <a:ahLst/>
              <a:cxnLst/>
              <a:rect l="l" t="t" r="r" b="b"/>
              <a:pathLst>
                <a:path w="12437" h="12438" extrusionOk="0">
                  <a:moveTo>
                    <a:pt x="6219" y="12438"/>
                  </a:moveTo>
                  <a:cubicBezTo>
                    <a:pt x="9651" y="12438"/>
                    <a:pt x="12438" y="9651"/>
                    <a:pt x="12438" y="6219"/>
                  </a:cubicBezTo>
                  <a:cubicBezTo>
                    <a:pt x="12438" y="2787"/>
                    <a:pt x="9651" y="0"/>
                    <a:pt x="6219" y="0"/>
                  </a:cubicBezTo>
                  <a:cubicBezTo>
                    <a:pt x="2786" y="0"/>
                    <a:pt x="0" y="2787"/>
                    <a:pt x="0" y="6219"/>
                  </a:cubicBezTo>
                  <a:cubicBezTo>
                    <a:pt x="0" y="9651"/>
                    <a:pt x="2786" y="12438"/>
                    <a:pt x="6219" y="12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43" name="Google Shape;2357;p47"/>
            <p:cNvSpPr/>
            <p:nvPr/>
          </p:nvSpPr>
          <p:spPr>
            <a:xfrm>
              <a:off x="6179766" y="4869995"/>
              <a:ext cx="12471" cy="12438"/>
            </a:xfrm>
            <a:custGeom>
              <a:avLst/>
              <a:gdLst/>
              <a:ahLst/>
              <a:cxnLst/>
              <a:rect l="l" t="t" r="r" b="b"/>
              <a:pathLst>
                <a:path w="12471" h="12438" extrusionOk="0">
                  <a:moveTo>
                    <a:pt x="6219" y="12438"/>
                  </a:moveTo>
                  <a:cubicBezTo>
                    <a:pt x="9651" y="12438"/>
                    <a:pt x="12472" y="9651"/>
                    <a:pt x="12472" y="6219"/>
                  </a:cubicBezTo>
                  <a:cubicBezTo>
                    <a:pt x="12472" y="2787"/>
                    <a:pt x="9651" y="0"/>
                    <a:pt x="6219" y="0"/>
                  </a:cubicBezTo>
                  <a:cubicBezTo>
                    <a:pt x="2786" y="0"/>
                    <a:pt x="0" y="2787"/>
                    <a:pt x="0" y="6219"/>
                  </a:cubicBezTo>
                  <a:cubicBezTo>
                    <a:pt x="0" y="9651"/>
                    <a:pt x="2786" y="12438"/>
                    <a:pt x="6219" y="12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44" name="Google Shape;2358;p47"/>
            <p:cNvSpPr/>
            <p:nvPr/>
          </p:nvSpPr>
          <p:spPr>
            <a:xfrm>
              <a:off x="6087024" y="4869995"/>
              <a:ext cx="12437" cy="12438"/>
            </a:xfrm>
            <a:custGeom>
              <a:avLst/>
              <a:gdLst/>
              <a:ahLst/>
              <a:cxnLst/>
              <a:rect l="l" t="t" r="r" b="b"/>
              <a:pathLst>
                <a:path w="12437" h="12438" extrusionOk="0">
                  <a:moveTo>
                    <a:pt x="6219" y="12438"/>
                  </a:moveTo>
                  <a:cubicBezTo>
                    <a:pt x="9652" y="12438"/>
                    <a:pt x="12438" y="9651"/>
                    <a:pt x="12438" y="6219"/>
                  </a:cubicBezTo>
                  <a:cubicBezTo>
                    <a:pt x="12438" y="2787"/>
                    <a:pt x="9652" y="0"/>
                    <a:pt x="6219" y="0"/>
                  </a:cubicBezTo>
                  <a:cubicBezTo>
                    <a:pt x="2787" y="0"/>
                    <a:pt x="0" y="2787"/>
                    <a:pt x="0" y="6219"/>
                  </a:cubicBezTo>
                  <a:cubicBezTo>
                    <a:pt x="0" y="9651"/>
                    <a:pt x="2787" y="12438"/>
                    <a:pt x="6219" y="12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45" name="Google Shape;2359;p47"/>
            <p:cNvSpPr/>
            <p:nvPr/>
          </p:nvSpPr>
          <p:spPr>
            <a:xfrm>
              <a:off x="5994247" y="4869995"/>
              <a:ext cx="12437" cy="12438"/>
            </a:xfrm>
            <a:custGeom>
              <a:avLst/>
              <a:gdLst/>
              <a:ahLst/>
              <a:cxnLst/>
              <a:rect l="l" t="t" r="r" b="b"/>
              <a:pathLst>
                <a:path w="12437" h="12438" extrusionOk="0">
                  <a:moveTo>
                    <a:pt x="6219" y="12438"/>
                  </a:moveTo>
                  <a:cubicBezTo>
                    <a:pt x="9652" y="12438"/>
                    <a:pt x="12438" y="9651"/>
                    <a:pt x="12438" y="6219"/>
                  </a:cubicBezTo>
                  <a:cubicBezTo>
                    <a:pt x="12438" y="2787"/>
                    <a:pt x="9652" y="0"/>
                    <a:pt x="6219" y="0"/>
                  </a:cubicBezTo>
                  <a:cubicBezTo>
                    <a:pt x="2787" y="0"/>
                    <a:pt x="0" y="2787"/>
                    <a:pt x="0" y="6219"/>
                  </a:cubicBezTo>
                  <a:cubicBezTo>
                    <a:pt x="0" y="9651"/>
                    <a:pt x="2787" y="12438"/>
                    <a:pt x="6219" y="12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46" name="Google Shape;2360;p47"/>
            <p:cNvSpPr/>
            <p:nvPr/>
          </p:nvSpPr>
          <p:spPr>
            <a:xfrm>
              <a:off x="5997441" y="4780820"/>
              <a:ext cx="12438" cy="12438"/>
            </a:xfrm>
            <a:custGeom>
              <a:avLst/>
              <a:gdLst/>
              <a:ahLst/>
              <a:cxnLst/>
              <a:rect l="l" t="t" r="r" b="b"/>
              <a:pathLst>
                <a:path w="12438" h="12438" extrusionOk="0">
                  <a:moveTo>
                    <a:pt x="6219" y="12438"/>
                  </a:moveTo>
                  <a:cubicBezTo>
                    <a:pt x="9652" y="12438"/>
                    <a:pt x="12439" y="9651"/>
                    <a:pt x="12439" y="6219"/>
                  </a:cubicBezTo>
                  <a:cubicBezTo>
                    <a:pt x="12439" y="2787"/>
                    <a:pt x="9652" y="0"/>
                    <a:pt x="6219" y="0"/>
                  </a:cubicBezTo>
                  <a:cubicBezTo>
                    <a:pt x="2787" y="0"/>
                    <a:pt x="0" y="2787"/>
                    <a:pt x="0" y="6219"/>
                  </a:cubicBezTo>
                  <a:cubicBezTo>
                    <a:pt x="0" y="9651"/>
                    <a:pt x="2787" y="12438"/>
                    <a:pt x="6219" y="12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47" name="Google Shape;2361;p47"/>
            <p:cNvSpPr/>
            <p:nvPr/>
          </p:nvSpPr>
          <p:spPr>
            <a:xfrm>
              <a:off x="6090218" y="4780820"/>
              <a:ext cx="12437" cy="12438"/>
            </a:xfrm>
            <a:custGeom>
              <a:avLst/>
              <a:gdLst/>
              <a:ahLst/>
              <a:cxnLst/>
              <a:rect l="l" t="t" r="r" b="b"/>
              <a:pathLst>
                <a:path w="12437" h="12438" extrusionOk="0">
                  <a:moveTo>
                    <a:pt x="6219" y="12438"/>
                  </a:moveTo>
                  <a:cubicBezTo>
                    <a:pt x="9652" y="12438"/>
                    <a:pt x="12438" y="9651"/>
                    <a:pt x="12438" y="6219"/>
                  </a:cubicBezTo>
                  <a:cubicBezTo>
                    <a:pt x="12438" y="2787"/>
                    <a:pt x="9652" y="0"/>
                    <a:pt x="6219" y="0"/>
                  </a:cubicBezTo>
                  <a:cubicBezTo>
                    <a:pt x="2787" y="0"/>
                    <a:pt x="0" y="2787"/>
                    <a:pt x="0" y="6219"/>
                  </a:cubicBezTo>
                  <a:cubicBezTo>
                    <a:pt x="0" y="9651"/>
                    <a:pt x="2787" y="12438"/>
                    <a:pt x="6219" y="12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48" name="Google Shape;2362;p47"/>
            <p:cNvSpPr/>
            <p:nvPr/>
          </p:nvSpPr>
          <p:spPr>
            <a:xfrm>
              <a:off x="6182961" y="4780820"/>
              <a:ext cx="12437" cy="12438"/>
            </a:xfrm>
            <a:custGeom>
              <a:avLst/>
              <a:gdLst/>
              <a:ahLst/>
              <a:cxnLst/>
              <a:rect l="l" t="t" r="r" b="b"/>
              <a:pathLst>
                <a:path w="12437" h="12438" extrusionOk="0">
                  <a:moveTo>
                    <a:pt x="6219" y="12438"/>
                  </a:moveTo>
                  <a:cubicBezTo>
                    <a:pt x="9652" y="12438"/>
                    <a:pt x="12438" y="9651"/>
                    <a:pt x="12438" y="6219"/>
                  </a:cubicBezTo>
                  <a:cubicBezTo>
                    <a:pt x="12438" y="2787"/>
                    <a:pt x="9652" y="0"/>
                    <a:pt x="6219" y="0"/>
                  </a:cubicBezTo>
                  <a:cubicBezTo>
                    <a:pt x="2787" y="0"/>
                    <a:pt x="0" y="2787"/>
                    <a:pt x="0" y="6219"/>
                  </a:cubicBezTo>
                  <a:cubicBezTo>
                    <a:pt x="0" y="9651"/>
                    <a:pt x="2787" y="12438"/>
                    <a:pt x="6219" y="12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49" name="Google Shape;2363;p47"/>
            <p:cNvSpPr/>
            <p:nvPr/>
          </p:nvSpPr>
          <p:spPr>
            <a:xfrm>
              <a:off x="6249671" y="4869995"/>
              <a:ext cx="12438" cy="12438"/>
            </a:xfrm>
            <a:custGeom>
              <a:avLst/>
              <a:gdLst/>
              <a:ahLst/>
              <a:cxnLst/>
              <a:rect l="l" t="t" r="r" b="b"/>
              <a:pathLst>
                <a:path w="12438" h="12438" extrusionOk="0">
                  <a:moveTo>
                    <a:pt x="6219" y="12438"/>
                  </a:moveTo>
                  <a:cubicBezTo>
                    <a:pt x="9652" y="12438"/>
                    <a:pt x="12439" y="9651"/>
                    <a:pt x="12439" y="6219"/>
                  </a:cubicBezTo>
                  <a:cubicBezTo>
                    <a:pt x="12439" y="2787"/>
                    <a:pt x="9652" y="0"/>
                    <a:pt x="6219" y="0"/>
                  </a:cubicBezTo>
                  <a:cubicBezTo>
                    <a:pt x="2787" y="0"/>
                    <a:pt x="0" y="2787"/>
                    <a:pt x="0" y="6219"/>
                  </a:cubicBezTo>
                  <a:cubicBezTo>
                    <a:pt x="0" y="9651"/>
                    <a:pt x="2787" y="12438"/>
                    <a:pt x="6219" y="12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50" name="Google Shape;2364;p47"/>
            <p:cNvSpPr/>
            <p:nvPr/>
          </p:nvSpPr>
          <p:spPr>
            <a:xfrm>
              <a:off x="6156929" y="4869995"/>
              <a:ext cx="12437" cy="12438"/>
            </a:xfrm>
            <a:custGeom>
              <a:avLst/>
              <a:gdLst/>
              <a:ahLst/>
              <a:cxnLst/>
              <a:rect l="l" t="t" r="r" b="b"/>
              <a:pathLst>
                <a:path w="12437" h="12438" extrusionOk="0">
                  <a:moveTo>
                    <a:pt x="6219" y="12438"/>
                  </a:moveTo>
                  <a:cubicBezTo>
                    <a:pt x="9651" y="12438"/>
                    <a:pt x="12438" y="9651"/>
                    <a:pt x="12438" y="6219"/>
                  </a:cubicBezTo>
                  <a:cubicBezTo>
                    <a:pt x="12438" y="2787"/>
                    <a:pt x="9651" y="0"/>
                    <a:pt x="6219" y="0"/>
                  </a:cubicBezTo>
                  <a:cubicBezTo>
                    <a:pt x="2786" y="0"/>
                    <a:pt x="0" y="2787"/>
                    <a:pt x="0" y="6219"/>
                  </a:cubicBezTo>
                  <a:cubicBezTo>
                    <a:pt x="0" y="9651"/>
                    <a:pt x="2786" y="12438"/>
                    <a:pt x="6219" y="12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51" name="Google Shape;2365;p47"/>
            <p:cNvSpPr/>
            <p:nvPr/>
          </p:nvSpPr>
          <p:spPr>
            <a:xfrm>
              <a:off x="6064186" y="4869995"/>
              <a:ext cx="12437" cy="12438"/>
            </a:xfrm>
            <a:custGeom>
              <a:avLst/>
              <a:gdLst/>
              <a:ahLst/>
              <a:cxnLst/>
              <a:rect l="l" t="t" r="r" b="b"/>
              <a:pathLst>
                <a:path w="12437" h="12438" extrusionOk="0">
                  <a:moveTo>
                    <a:pt x="6219" y="12438"/>
                  </a:moveTo>
                  <a:cubicBezTo>
                    <a:pt x="9651" y="12438"/>
                    <a:pt x="12438" y="9651"/>
                    <a:pt x="12438" y="6219"/>
                  </a:cubicBezTo>
                  <a:cubicBezTo>
                    <a:pt x="12438" y="2787"/>
                    <a:pt x="9651" y="0"/>
                    <a:pt x="6219" y="0"/>
                  </a:cubicBezTo>
                  <a:cubicBezTo>
                    <a:pt x="2786" y="0"/>
                    <a:pt x="0" y="2787"/>
                    <a:pt x="0" y="6219"/>
                  </a:cubicBezTo>
                  <a:cubicBezTo>
                    <a:pt x="0" y="9651"/>
                    <a:pt x="2786" y="12438"/>
                    <a:pt x="6219" y="12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52" name="Google Shape;2366;p47"/>
            <p:cNvSpPr/>
            <p:nvPr/>
          </p:nvSpPr>
          <p:spPr>
            <a:xfrm>
              <a:off x="5970356" y="4869995"/>
              <a:ext cx="12438" cy="12438"/>
            </a:xfrm>
            <a:custGeom>
              <a:avLst/>
              <a:gdLst/>
              <a:ahLst/>
              <a:cxnLst/>
              <a:rect l="l" t="t" r="r" b="b"/>
              <a:pathLst>
                <a:path w="12438" h="12438" extrusionOk="0">
                  <a:moveTo>
                    <a:pt x="6219" y="12438"/>
                  </a:moveTo>
                  <a:cubicBezTo>
                    <a:pt x="9652" y="12438"/>
                    <a:pt x="12439" y="9651"/>
                    <a:pt x="12439" y="6219"/>
                  </a:cubicBezTo>
                  <a:cubicBezTo>
                    <a:pt x="12439" y="2787"/>
                    <a:pt x="9652" y="0"/>
                    <a:pt x="6219" y="0"/>
                  </a:cubicBezTo>
                  <a:cubicBezTo>
                    <a:pt x="2787" y="0"/>
                    <a:pt x="0" y="2787"/>
                    <a:pt x="0" y="6219"/>
                  </a:cubicBezTo>
                  <a:cubicBezTo>
                    <a:pt x="0" y="9651"/>
                    <a:pt x="2787" y="12438"/>
                    <a:pt x="6219" y="12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53" name="Google Shape;2367;p47"/>
            <p:cNvSpPr/>
            <p:nvPr/>
          </p:nvSpPr>
          <p:spPr>
            <a:xfrm>
              <a:off x="6020278" y="4780820"/>
              <a:ext cx="12438" cy="12438"/>
            </a:xfrm>
            <a:custGeom>
              <a:avLst/>
              <a:gdLst/>
              <a:ahLst/>
              <a:cxnLst/>
              <a:rect l="l" t="t" r="r" b="b"/>
              <a:pathLst>
                <a:path w="12438" h="12438" extrusionOk="0">
                  <a:moveTo>
                    <a:pt x="6219" y="12438"/>
                  </a:moveTo>
                  <a:cubicBezTo>
                    <a:pt x="9652" y="12438"/>
                    <a:pt x="12439" y="9651"/>
                    <a:pt x="12439" y="6219"/>
                  </a:cubicBezTo>
                  <a:cubicBezTo>
                    <a:pt x="12439" y="2787"/>
                    <a:pt x="9652" y="0"/>
                    <a:pt x="6219" y="0"/>
                  </a:cubicBezTo>
                  <a:cubicBezTo>
                    <a:pt x="2787" y="0"/>
                    <a:pt x="0" y="2787"/>
                    <a:pt x="0" y="6219"/>
                  </a:cubicBezTo>
                  <a:cubicBezTo>
                    <a:pt x="0" y="9651"/>
                    <a:pt x="2787" y="12438"/>
                    <a:pt x="6219" y="12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54" name="Google Shape;2368;p47"/>
            <p:cNvSpPr/>
            <p:nvPr/>
          </p:nvSpPr>
          <p:spPr>
            <a:xfrm>
              <a:off x="6113021" y="4780820"/>
              <a:ext cx="12438" cy="12438"/>
            </a:xfrm>
            <a:custGeom>
              <a:avLst/>
              <a:gdLst/>
              <a:ahLst/>
              <a:cxnLst/>
              <a:rect l="l" t="t" r="r" b="b"/>
              <a:pathLst>
                <a:path w="12438" h="12438" extrusionOk="0">
                  <a:moveTo>
                    <a:pt x="6219" y="12438"/>
                  </a:moveTo>
                  <a:cubicBezTo>
                    <a:pt x="9652" y="12438"/>
                    <a:pt x="12439" y="9651"/>
                    <a:pt x="12439" y="6219"/>
                  </a:cubicBezTo>
                  <a:cubicBezTo>
                    <a:pt x="12439" y="2787"/>
                    <a:pt x="9652" y="0"/>
                    <a:pt x="6219" y="0"/>
                  </a:cubicBezTo>
                  <a:cubicBezTo>
                    <a:pt x="2787" y="0"/>
                    <a:pt x="0" y="2787"/>
                    <a:pt x="0" y="6219"/>
                  </a:cubicBezTo>
                  <a:cubicBezTo>
                    <a:pt x="0" y="9651"/>
                    <a:pt x="2787" y="12438"/>
                    <a:pt x="6219" y="12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55" name="Google Shape;2369;p47"/>
            <p:cNvSpPr/>
            <p:nvPr/>
          </p:nvSpPr>
          <p:spPr>
            <a:xfrm>
              <a:off x="6205798" y="4780820"/>
              <a:ext cx="12437" cy="12438"/>
            </a:xfrm>
            <a:custGeom>
              <a:avLst/>
              <a:gdLst/>
              <a:ahLst/>
              <a:cxnLst/>
              <a:rect l="l" t="t" r="r" b="b"/>
              <a:pathLst>
                <a:path w="12437" h="12438" extrusionOk="0">
                  <a:moveTo>
                    <a:pt x="6219" y="12438"/>
                  </a:moveTo>
                  <a:cubicBezTo>
                    <a:pt x="9652" y="12438"/>
                    <a:pt x="12438" y="9651"/>
                    <a:pt x="12438" y="6219"/>
                  </a:cubicBezTo>
                  <a:cubicBezTo>
                    <a:pt x="12438" y="2787"/>
                    <a:pt x="9652" y="0"/>
                    <a:pt x="6219" y="0"/>
                  </a:cubicBezTo>
                  <a:cubicBezTo>
                    <a:pt x="2787" y="0"/>
                    <a:pt x="0" y="2787"/>
                    <a:pt x="0" y="6219"/>
                  </a:cubicBezTo>
                  <a:cubicBezTo>
                    <a:pt x="0" y="9651"/>
                    <a:pt x="2787" y="12438"/>
                    <a:pt x="6219" y="12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56" name="Google Shape;2370;p47"/>
            <p:cNvSpPr/>
            <p:nvPr/>
          </p:nvSpPr>
          <p:spPr>
            <a:xfrm>
              <a:off x="6226868" y="4869995"/>
              <a:ext cx="12438" cy="12438"/>
            </a:xfrm>
            <a:custGeom>
              <a:avLst/>
              <a:gdLst/>
              <a:ahLst/>
              <a:cxnLst/>
              <a:rect l="l" t="t" r="r" b="b"/>
              <a:pathLst>
                <a:path w="12438" h="12438" extrusionOk="0">
                  <a:moveTo>
                    <a:pt x="6219" y="12438"/>
                  </a:moveTo>
                  <a:cubicBezTo>
                    <a:pt x="9652" y="12438"/>
                    <a:pt x="12439" y="9651"/>
                    <a:pt x="12439" y="6219"/>
                  </a:cubicBezTo>
                  <a:cubicBezTo>
                    <a:pt x="12439" y="2787"/>
                    <a:pt x="9652" y="0"/>
                    <a:pt x="6219" y="0"/>
                  </a:cubicBezTo>
                  <a:cubicBezTo>
                    <a:pt x="2787" y="0"/>
                    <a:pt x="0" y="2787"/>
                    <a:pt x="0" y="6219"/>
                  </a:cubicBezTo>
                  <a:cubicBezTo>
                    <a:pt x="0" y="9651"/>
                    <a:pt x="2787" y="12438"/>
                    <a:pt x="6219" y="12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57" name="Google Shape;2371;p47"/>
            <p:cNvSpPr/>
            <p:nvPr/>
          </p:nvSpPr>
          <p:spPr>
            <a:xfrm>
              <a:off x="6134091" y="4869995"/>
              <a:ext cx="12438" cy="12438"/>
            </a:xfrm>
            <a:custGeom>
              <a:avLst/>
              <a:gdLst/>
              <a:ahLst/>
              <a:cxnLst/>
              <a:rect l="l" t="t" r="r" b="b"/>
              <a:pathLst>
                <a:path w="12438" h="12438" extrusionOk="0">
                  <a:moveTo>
                    <a:pt x="6219" y="12438"/>
                  </a:moveTo>
                  <a:cubicBezTo>
                    <a:pt x="9652" y="12438"/>
                    <a:pt x="12439" y="9651"/>
                    <a:pt x="12439" y="6219"/>
                  </a:cubicBezTo>
                  <a:cubicBezTo>
                    <a:pt x="12439" y="2787"/>
                    <a:pt x="9652" y="0"/>
                    <a:pt x="6219" y="0"/>
                  </a:cubicBezTo>
                  <a:cubicBezTo>
                    <a:pt x="2787" y="0"/>
                    <a:pt x="0" y="2787"/>
                    <a:pt x="0" y="6219"/>
                  </a:cubicBezTo>
                  <a:cubicBezTo>
                    <a:pt x="0" y="9651"/>
                    <a:pt x="2787" y="12438"/>
                    <a:pt x="6219" y="12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58" name="Google Shape;2372;p47"/>
            <p:cNvSpPr/>
            <p:nvPr/>
          </p:nvSpPr>
          <p:spPr>
            <a:xfrm>
              <a:off x="6041349" y="4869995"/>
              <a:ext cx="12437" cy="12438"/>
            </a:xfrm>
            <a:custGeom>
              <a:avLst/>
              <a:gdLst/>
              <a:ahLst/>
              <a:cxnLst/>
              <a:rect l="l" t="t" r="r" b="b"/>
              <a:pathLst>
                <a:path w="12437" h="12438" extrusionOk="0">
                  <a:moveTo>
                    <a:pt x="6219" y="12438"/>
                  </a:moveTo>
                  <a:cubicBezTo>
                    <a:pt x="9651" y="12438"/>
                    <a:pt x="12438" y="9651"/>
                    <a:pt x="12438" y="6219"/>
                  </a:cubicBezTo>
                  <a:cubicBezTo>
                    <a:pt x="12438" y="2787"/>
                    <a:pt x="9651" y="0"/>
                    <a:pt x="6219" y="0"/>
                  </a:cubicBezTo>
                  <a:cubicBezTo>
                    <a:pt x="2786" y="0"/>
                    <a:pt x="0" y="2787"/>
                    <a:pt x="0" y="6219"/>
                  </a:cubicBezTo>
                  <a:cubicBezTo>
                    <a:pt x="0" y="9651"/>
                    <a:pt x="2786" y="12438"/>
                    <a:pt x="6219" y="12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59" name="Google Shape;2373;p47"/>
            <p:cNvSpPr/>
            <p:nvPr/>
          </p:nvSpPr>
          <p:spPr>
            <a:xfrm>
              <a:off x="6279543" y="4781840"/>
              <a:ext cx="12438" cy="12437"/>
            </a:xfrm>
            <a:custGeom>
              <a:avLst/>
              <a:gdLst/>
              <a:ahLst/>
              <a:cxnLst/>
              <a:rect l="l" t="t" r="r" b="b"/>
              <a:pathLst>
                <a:path w="12438" h="12437" extrusionOk="0">
                  <a:moveTo>
                    <a:pt x="6219" y="12438"/>
                  </a:moveTo>
                  <a:cubicBezTo>
                    <a:pt x="9652" y="12438"/>
                    <a:pt x="12439" y="9651"/>
                    <a:pt x="12439" y="6219"/>
                  </a:cubicBezTo>
                  <a:cubicBezTo>
                    <a:pt x="12439" y="2787"/>
                    <a:pt x="9652" y="0"/>
                    <a:pt x="6219" y="0"/>
                  </a:cubicBezTo>
                  <a:cubicBezTo>
                    <a:pt x="2787" y="0"/>
                    <a:pt x="0" y="2787"/>
                    <a:pt x="0" y="6219"/>
                  </a:cubicBezTo>
                  <a:cubicBezTo>
                    <a:pt x="0" y="9651"/>
                    <a:pt x="2787" y="12438"/>
                    <a:pt x="6219" y="12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60" name="Google Shape;2374;p47"/>
            <p:cNvSpPr/>
            <p:nvPr/>
          </p:nvSpPr>
          <p:spPr>
            <a:xfrm>
              <a:off x="6043082" y="4780820"/>
              <a:ext cx="12471" cy="12438"/>
            </a:xfrm>
            <a:custGeom>
              <a:avLst/>
              <a:gdLst/>
              <a:ahLst/>
              <a:cxnLst/>
              <a:rect l="l" t="t" r="r" b="b"/>
              <a:pathLst>
                <a:path w="12471" h="12438" extrusionOk="0">
                  <a:moveTo>
                    <a:pt x="6253" y="12438"/>
                  </a:moveTo>
                  <a:cubicBezTo>
                    <a:pt x="9685" y="12438"/>
                    <a:pt x="12472" y="9651"/>
                    <a:pt x="12472" y="6219"/>
                  </a:cubicBezTo>
                  <a:cubicBezTo>
                    <a:pt x="12472" y="2787"/>
                    <a:pt x="9685" y="0"/>
                    <a:pt x="6253" y="0"/>
                  </a:cubicBezTo>
                  <a:cubicBezTo>
                    <a:pt x="2820" y="0"/>
                    <a:pt x="0" y="2787"/>
                    <a:pt x="0" y="6219"/>
                  </a:cubicBezTo>
                  <a:cubicBezTo>
                    <a:pt x="0" y="9651"/>
                    <a:pt x="2820" y="12438"/>
                    <a:pt x="6253" y="12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61" name="Google Shape;2375;p47"/>
            <p:cNvSpPr/>
            <p:nvPr/>
          </p:nvSpPr>
          <p:spPr>
            <a:xfrm>
              <a:off x="6135858" y="4780820"/>
              <a:ext cx="12438" cy="12438"/>
            </a:xfrm>
            <a:custGeom>
              <a:avLst/>
              <a:gdLst/>
              <a:ahLst/>
              <a:cxnLst/>
              <a:rect l="l" t="t" r="r" b="b"/>
              <a:pathLst>
                <a:path w="12438" h="12438" extrusionOk="0">
                  <a:moveTo>
                    <a:pt x="6219" y="12438"/>
                  </a:moveTo>
                  <a:cubicBezTo>
                    <a:pt x="9652" y="12438"/>
                    <a:pt x="12439" y="9651"/>
                    <a:pt x="12439" y="6219"/>
                  </a:cubicBezTo>
                  <a:cubicBezTo>
                    <a:pt x="12439" y="2787"/>
                    <a:pt x="9652" y="0"/>
                    <a:pt x="6219" y="0"/>
                  </a:cubicBezTo>
                  <a:cubicBezTo>
                    <a:pt x="2787" y="0"/>
                    <a:pt x="0" y="2787"/>
                    <a:pt x="0" y="6219"/>
                  </a:cubicBezTo>
                  <a:cubicBezTo>
                    <a:pt x="0" y="9651"/>
                    <a:pt x="2787" y="12438"/>
                    <a:pt x="6219" y="12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62" name="Google Shape;2376;p47"/>
            <p:cNvSpPr/>
            <p:nvPr/>
          </p:nvSpPr>
          <p:spPr>
            <a:xfrm>
              <a:off x="6228601" y="4780820"/>
              <a:ext cx="12438" cy="12438"/>
            </a:xfrm>
            <a:custGeom>
              <a:avLst/>
              <a:gdLst/>
              <a:ahLst/>
              <a:cxnLst/>
              <a:rect l="l" t="t" r="r" b="b"/>
              <a:pathLst>
                <a:path w="12438" h="12438" extrusionOk="0">
                  <a:moveTo>
                    <a:pt x="6219" y="12438"/>
                  </a:moveTo>
                  <a:cubicBezTo>
                    <a:pt x="9652" y="12438"/>
                    <a:pt x="12439" y="9651"/>
                    <a:pt x="12439" y="6219"/>
                  </a:cubicBezTo>
                  <a:cubicBezTo>
                    <a:pt x="12439" y="2787"/>
                    <a:pt x="9652" y="0"/>
                    <a:pt x="6219" y="0"/>
                  </a:cubicBezTo>
                  <a:cubicBezTo>
                    <a:pt x="2787" y="0"/>
                    <a:pt x="0" y="2787"/>
                    <a:pt x="0" y="6219"/>
                  </a:cubicBezTo>
                  <a:cubicBezTo>
                    <a:pt x="0" y="9651"/>
                    <a:pt x="2787" y="12438"/>
                    <a:pt x="6219" y="12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63" name="Google Shape;2377;p47"/>
            <p:cNvSpPr/>
            <p:nvPr/>
          </p:nvSpPr>
          <p:spPr>
            <a:xfrm>
              <a:off x="6204031" y="4869995"/>
              <a:ext cx="12438" cy="12438"/>
            </a:xfrm>
            <a:custGeom>
              <a:avLst/>
              <a:gdLst/>
              <a:ahLst/>
              <a:cxnLst/>
              <a:rect l="l" t="t" r="r" b="b"/>
              <a:pathLst>
                <a:path w="12438" h="12438" extrusionOk="0">
                  <a:moveTo>
                    <a:pt x="6219" y="12438"/>
                  </a:moveTo>
                  <a:cubicBezTo>
                    <a:pt x="9652" y="12438"/>
                    <a:pt x="12439" y="9651"/>
                    <a:pt x="12439" y="6219"/>
                  </a:cubicBezTo>
                  <a:cubicBezTo>
                    <a:pt x="12439" y="2787"/>
                    <a:pt x="9652" y="0"/>
                    <a:pt x="6219" y="0"/>
                  </a:cubicBezTo>
                  <a:cubicBezTo>
                    <a:pt x="2787" y="0"/>
                    <a:pt x="0" y="2787"/>
                    <a:pt x="0" y="6219"/>
                  </a:cubicBezTo>
                  <a:cubicBezTo>
                    <a:pt x="0" y="9651"/>
                    <a:pt x="2787" y="12438"/>
                    <a:pt x="6219" y="12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64" name="Google Shape;2378;p47"/>
            <p:cNvSpPr/>
            <p:nvPr/>
          </p:nvSpPr>
          <p:spPr>
            <a:xfrm>
              <a:off x="6111288" y="4869995"/>
              <a:ext cx="12438" cy="12438"/>
            </a:xfrm>
            <a:custGeom>
              <a:avLst/>
              <a:gdLst/>
              <a:ahLst/>
              <a:cxnLst/>
              <a:rect l="l" t="t" r="r" b="b"/>
              <a:pathLst>
                <a:path w="12438" h="12438" extrusionOk="0">
                  <a:moveTo>
                    <a:pt x="6219" y="12438"/>
                  </a:moveTo>
                  <a:cubicBezTo>
                    <a:pt x="9652" y="12438"/>
                    <a:pt x="12439" y="9651"/>
                    <a:pt x="12439" y="6219"/>
                  </a:cubicBezTo>
                  <a:cubicBezTo>
                    <a:pt x="12439" y="2787"/>
                    <a:pt x="9652" y="0"/>
                    <a:pt x="6219" y="0"/>
                  </a:cubicBezTo>
                  <a:cubicBezTo>
                    <a:pt x="2787" y="0"/>
                    <a:pt x="0" y="2787"/>
                    <a:pt x="0" y="6219"/>
                  </a:cubicBezTo>
                  <a:cubicBezTo>
                    <a:pt x="0" y="9651"/>
                    <a:pt x="2787" y="12438"/>
                    <a:pt x="6219" y="12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65" name="Google Shape;2379;p47"/>
            <p:cNvSpPr/>
            <p:nvPr/>
          </p:nvSpPr>
          <p:spPr>
            <a:xfrm>
              <a:off x="6018512" y="4869995"/>
              <a:ext cx="12437" cy="12438"/>
            </a:xfrm>
            <a:custGeom>
              <a:avLst/>
              <a:gdLst/>
              <a:ahLst/>
              <a:cxnLst/>
              <a:rect l="l" t="t" r="r" b="b"/>
              <a:pathLst>
                <a:path w="12437" h="12438" extrusionOk="0">
                  <a:moveTo>
                    <a:pt x="6219" y="12438"/>
                  </a:moveTo>
                  <a:cubicBezTo>
                    <a:pt x="9651" y="12438"/>
                    <a:pt x="12438" y="9651"/>
                    <a:pt x="12438" y="6219"/>
                  </a:cubicBezTo>
                  <a:cubicBezTo>
                    <a:pt x="12438" y="2787"/>
                    <a:pt x="9651" y="0"/>
                    <a:pt x="6219" y="0"/>
                  </a:cubicBezTo>
                  <a:cubicBezTo>
                    <a:pt x="2786" y="0"/>
                    <a:pt x="0" y="2787"/>
                    <a:pt x="0" y="6219"/>
                  </a:cubicBezTo>
                  <a:cubicBezTo>
                    <a:pt x="0" y="9651"/>
                    <a:pt x="2786" y="12438"/>
                    <a:pt x="6219" y="12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366" name="Google Shape;2380;p47"/>
            <p:cNvGrpSpPr/>
            <p:nvPr/>
          </p:nvGrpSpPr>
          <p:grpSpPr>
            <a:xfrm>
              <a:off x="5907621" y="4778997"/>
              <a:ext cx="423374" cy="112589"/>
              <a:chOff x="5907621" y="4775281"/>
              <a:chExt cx="423374" cy="112589"/>
            </a:xfrm>
          </p:grpSpPr>
          <p:sp>
            <p:nvSpPr>
              <p:cNvPr id="1417" name="Google Shape;2381;p47"/>
              <p:cNvSpPr/>
              <p:nvPr/>
            </p:nvSpPr>
            <p:spPr>
              <a:xfrm>
                <a:off x="5916525" y="4784219"/>
                <a:ext cx="413756" cy="94713"/>
              </a:xfrm>
              <a:custGeom>
                <a:avLst/>
                <a:gdLst/>
                <a:ahLst/>
                <a:cxnLst/>
                <a:rect l="l" t="t" r="r" b="b"/>
                <a:pathLst>
                  <a:path w="413756" h="94713" extrusionOk="0">
                    <a:moveTo>
                      <a:pt x="366382" y="0"/>
                    </a:moveTo>
                    <a:lnTo>
                      <a:pt x="366382" y="0"/>
                    </a:lnTo>
                    <a:cubicBezTo>
                      <a:pt x="366382" y="0"/>
                      <a:pt x="47374" y="0"/>
                      <a:pt x="47374" y="0"/>
                    </a:cubicBezTo>
                    <a:lnTo>
                      <a:pt x="47374" y="0"/>
                    </a:lnTo>
                    <a:cubicBezTo>
                      <a:pt x="21307" y="0"/>
                      <a:pt x="0" y="21308"/>
                      <a:pt x="0" y="47340"/>
                    </a:cubicBezTo>
                    <a:lnTo>
                      <a:pt x="0" y="47340"/>
                    </a:lnTo>
                    <a:cubicBezTo>
                      <a:pt x="0" y="73406"/>
                      <a:pt x="21307" y="94714"/>
                      <a:pt x="47374" y="94714"/>
                    </a:cubicBezTo>
                    <a:lnTo>
                      <a:pt x="47374" y="94714"/>
                    </a:lnTo>
                    <a:cubicBezTo>
                      <a:pt x="47374" y="94714"/>
                      <a:pt x="366382" y="94714"/>
                      <a:pt x="366382" y="94714"/>
                    </a:cubicBezTo>
                    <a:lnTo>
                      <a:pt x="366382" y="94714"/>
                    </a:lnTo>
                    <a:cubicBezTo>
                      <a:pt x="392449" y="94714"/>
                      <a:pt x="413757" y="73406"/>
                      <a:pt x="413757" y="47374"/>
                    </a:cubicBezTo>
                    <a:lnTo>
                      <a:pt x="413757" y="47374"/>
                    </a:lnTo>
                    <a:cubicBezTo>
                      <a:pt x="413757" y="21308"/>
                      <a:pt x="392449" y="0"/>
                      <a:pt x="3663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18" name="Google Shape;2382;p47"/>
              <p:cNvSpPr/>
              <p:nvPr/>
            </p:nvSpPr>
            <p:spPr>
              <a:xfrm>
                <a:off x="6312101" y="4841108"/>
                <a:ext cx="12437" cy="12438"/>
              </a:xfrm>
              <a:custGeom>
                <a:avLst/>
                <a:gdLst/>
                <a:ahLst/>
                <a:cxnLst/>
                <a:rect l="l" t="t" r="r" b="b"/>
                <a:pathLst>
                  <a:path w="12437" h="12438" extrusionOk="0">
                    <a:moveTo>
                      <a:pt x="6219" y="12438"/>
                    </a:moveTo>
                    <a:cubicBezTo>
                      <a:pt x="9652" y="12438"/>
                      <a:pt x="12438" y="9651"/>
                      <a:pt x="12438" y="6219"/>
                    </a:cubicBezTo>
                    <a:cubicBezTo>
                      <a:pt x="12438" y="2787"/>
                      <a:pt x="9652" y="0"/>
                      <a:pt x="6219" y="0"/>
                    </a:cubicBezTo>
                    <a:cubicBezTo>
                      <a:pt x="2787" y="0"/>
                      <a:pt x="0" y="2787"/>
                      <a:pt x="0" y="6219"/>
                    </a:cubicBezTo>
                    <a:cubicBezTo>
                      <a:pt x="0" y="9651"/>
                      <a:pt x="2787" y="12438"/>
                      <a:pt x="6219" y="1243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19" name="Google Shape;2383;p47"/>
              <p:cNvSpPr/>
              <p:nvPr/>
            </p:nvSpPr>
            <p:spPr>
              <a:xfrm>
                <a:off x="6314785" y="4817353"/>
                <a:ext cx="12437" cy="12438"/>
              </a:xfrm>
              <a:custGeom>
                <a:avLst/>
                <a:gdLst/>
                <a:ahLst/>
                <a:cxnLst/>
                <a:rect l="l" t="t" r="r" b="b"/>
                <a:pathLst>
                  <a:path w="12437" h="12438" extrusionOk="0">
                    <a:moveTo>
                      <a:pt x="6219" y="12438"/>
                    </a:moveTo>
                    <a:cubicBezTo>
                      <a:pt x="9651" y="12438"/>
                      <a:pt x="12438" y="9651"/>
                      <a:pt x="12438" y="6219"/>
                    </a:cubicBezTo>
                    <a:cubicBezTo>
                      <a:pt x="12438" y="2787"/>
                      <a:pt x="9651" y="0"/>
                      <a:pt x="6219" y="0"/>
                    </a:cubicBezTo>
                    <a:cubicBezTo>
                      <a:pt x="2787" y="0"/>
                      <a:pt x="0" y="2787"/>
                      <a:pt x="0" y="6219"/>
                    </a:cubicBezTo>
                    <a:cubicBezTo>
                      <a:pt x="0" y="9651"/>
                      <a:pt x="2787" y="12438"/>
                      <a:pt x="6219" y="1243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20" name="Google Shape;2384;p47"/>
              <p:cNvSpPr/>
              <p:nvPr/>
            </p:nvSpPr>
            <p:spPr>
              <a:xfrm rot="-552203">
                <a:off x="6301998" y="4796093"/>
                <a:ext cx="12443" cy="12443"/>
              </a:xfrm>
              <a:custGeom>
                <a:avLst/>
                <a:gdLst/>
                <a:ahLst/>
                <a:cxnLst/>
                <a:rect l="l" t="t" r="r" b="b"/>
                <a:pathLst>
                  <a:path w="12438" h="12438" extrusionOk="0">
                    <a:moveTo>
                      <a:pt x="12438" y="6219"/>
                    </a:moveTo>
                    <a:cubicBezTo>
                      <a:pt x="12438" y="9654"/>
                      <a:pt x="9654" y="12438"/>
                      <a:pt x="6219" y="12438"/>
                    </a:cubicBezTo>
                    <a:cubicBezTo>
                      <a:pt x="2784" y="12438"/>
                      <a:pt x="-1" y="9654"/>
                      <a:pt x="-1" y="6219"/>
                    </a:cubicBezTo>
                    <a:cubicBezTo>
                      <a:pt x="-1" y="2785"/>
                      <a:pt x="2784" y="0"/>
                      <a:pt x="6219" y="0"/>
                    </a:cubicBezTo>
                    <a:cubicBezTo>
                      <a:pt x="9654" y="0"/>
                      <a:pt x="12438" y="2785"/>
                      <a:pt x="12438" y="621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21" name="Google Shape;2385;p47"/>
              <p:cNvSpPr/>
              <p:nvPr/>
            </p:nvSpPr>
            <p:spPr>
              <a:xfrm>
                <a:off x="5907621" y="4775281"/>
                <a:ext cx="423374" cy="112589"/>
              </a:xfrm>
              <a:custGeom>
                <a:avLst/>
                <a:gdLst/>
                <a:ahLst/>
                <a:cxnLst/>
                <a:rect l="l" t="t" r="r" b="b"/>
                <a:pathLst>
                  <a:path w="423374" h="112589" extrusionOk="0">
                    <a:moveTo>
                      <a:pt x="56278" y="0"/>
                    </a:moveTo>
                    <a:lnTo>
                      <a:pt x="367097" y="0"/>
                    </a:lnTo>
                    <a:cubicBezTo>
                      <a:pt x="398057" y="0"/>
                      <a:pt x="423375" y="25352"/>
                      <a:pt x="423375" y="56312"/>
                    </a:cubicBezTo>
                    <a:lnTo>
                      <a:pt x="423375" y="56312"/>
                    </a:lnTo>
                    <a:cubicBezTo>
                      <a:pt x="423375" y="87271"/>
                      <a:pt x="398057" y="112589"/>
                      <a:pt x="367097" y="112589"/>
                    </a:cubicBezTo>
                    <a:lnTo>
                      <a:pt x="367097" y="112589"/>
                    </a:lnTo>
                    <a:cubicBezTo>
                      <a:pt x="367097" y="112589"/>
                      <a:pt x="56278" y="112589"/>
                      <a:pt x="56278" y="112589"/>
                    </a:cubicBezTo>
                    <a:lnTo>
                      <a:pt x="56278" y="112589"/>
                    </a:lnTo>
                    <a:cubicBezTo>
                      <a:pt x="25318" y="112589"/>
                      <a:pt x="0" y="87237"/>
                      <a:pt x="0" y="56278"/>
                    </a:cubicBezTo>
                    <a:lnTo>
                      <a:pt x="0" y="56278"/>
                    </a:lnTo>
                    <a:cubicBezTo>
                      <a:pt x="0" y="25318"/>
                      <a:pt x="25318" y="0"/>
                      <a:pt x="56278" y="0"/>
                    </a:cubicBezTo>
                    <a:lnTo>
                      <a:pt x="56278" y="0"/>
                    </a:lnTo>
                    <a:close/>
                    <a:moveTo>
                      <a:pt x="367097" y="8904"/>
                    </a:moveTo>
                    <a:lnTo>
                      <a:pt x="367097" y="8904"/>
                    </a:lnTo>
                    <a:cubicBezTo>
                      <a:pt x="367097" y="8904"/>
                      <a:pt x="56278" y="8904"/>
                      <a:pt x="56278" y="8904"/>
                    </a:cubicBezTo>
                    <a:lnTo>
                      <a:pt x="56278" y="8904"/>
                    </a:lnTo>
                    <a:cubicBezTo>
                      <a:pt x="30212" y="8904"/>
                      <a:pt x="8904" y="30212"/>
                      <a:pt x="8904" y="56244"/>
                    </a:cubicBezTo>
                    <a:lnTo>
                      <a:pt x="8904" y="56244"/>
                    </a:lnTo>
                    <a:cubicBezTo>
                      <a:pt x="8904" y="82309"/>
                      <a:pt x="30212" y="103618"/>
                      <a:pt x="56278" y="103618"/>
                    </a:cubicBezTo>
                    <a:lnTo>
                      <a:pt x="56278" y="103618"/>
                    </a:lnTo>
                    <a:cubicBezTo>
                      <a:pt x="56278" y="103618"/>
                      <a:pt x="367097" y="103618"/>
                      <a:pt x="367097" y="103618"/>
                    </a:cubicBezTo>
                    <a:lnTo>
                      <a:pt x="367097" y="103618"/>
                    </a:lnTo>
                    <a:cubicBezTo>
                      <a:pt x="393128" y="103618"/>
                      <a:pt x="414470" y="82309"/>
                      <a:pt x="414470" y="56278"/>
                    </a:cubicBezTo>
                    <a:lnTo>
                      <a:pt x="414470" y="56278"/>
                    </a:lnTo>
                    <a:cubicBezTo>
                      <a:pt x="414470" y="30212"/>
                      <a:pt x="393162" y="8904"/>
                      <a:pt x="367097" y="890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422" name="Google Shape;2386;p47"/>
              <p:cNvGrpSpPr/>
              <p:nvPr/>
            </p:nvGrpSpPr>
            <p:grpSpPr>
              <a:xfrm>
                <a:off x="5922405" y="4787847"/>
                <a:ext cx="87475" cy="87475"/>
                <a:chOff x="9258530" y="4998047"/>
                <a:chExt cx="87475" cy="87475"/>
              </a:xfrm>
            </p:grpSpPr>
            <p:sp>
              <p:nvSpPr>
                <p:cNvPr id="1428" name="Google Shape;2387;p47"/>
                <p:cNvSpPr/>
                <p:nvPr/>
              </p:nvSpPr>
              <p:spPr>
                <a:xfrm>
                  <a:off x="9258530" y="4998047"/>
                  <a:ext cx="87407" cy="8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407" h="87475" extrusionOk="0">
                      <a:moveTo>
                        <a:pt x="75988" y="54273"/>
                      </a:moveTo>
                      <a:lnTo>
                        <a:pt x="82955" y="62327"/>
                      </a:lnTo>
                      <a:lnTo>
                        <a:pt x="76566" y="72386"/>
                      </a:lnTo>
                      <a:lnTo>
                        <a:pt x="67051" y="69838"/>
                      </a:lnTo>
                      <a:lnTo>
                        <a:pt x="68852" y="79217"/>
                      </a:lnTo>
                      <a:lnTo>
                        <a:pt x="58282" y="84723"/>
                      </a:lnTo>
                      <a:lnTo>
                        <a:pt x="50568" y="77008"/>
                      </a:lnTo>
                      <a:lnTo>
                        <a:pt x="46931" y="87475"/>
                      </a:lnTo>
                      <a:lnTo>
                        <a:pt x="35037" y="86966"/>
                      </a:lnTo>
                      <a:lnTo>
                        <a:pt x="32319" y="76736"/>
                      </a:lnTo>
                      <a:lnTo>
                        <a:pt x="25148" y="82955"/>
                      </a:lnTo>
                      <a:lnTo>
                        <a:pt x="15089" y="76566"/>
                      </a:lnTo>
                      <a:lnTo>
                        <a:pt x="17706" y="66813"/>
                      </a:lnTo>
                      <a:lnTo>
                        <a:pt x="7204" y="68818"/>
                      </a:lnTo>
                      <a:lnTo>
                        <a:pt x="1665" y="58283"/>
                      </a:lnTo>
                      <a:lnTo>
                        <a:pt x="9651" y="50297"/>
                      </a:lnTo>
                      <a:lnTo>
                        <a:pt x="0" y="46966"/>
                      </a:lnTo>
                      <a:lnTo>
                        <a:pt x="475" y="35072"/>
                      </a:lnTo>
                      <a:lnTo>
                        <a:pt x="9855" y="32557"/>
                      </a:lnTo>
                      <a:lnTo>
                        <a:pt x="3398" y="25114"/>
                      </a:lnTo>
                      <a:lnTo>
                        <a:pt x="9787" y="15055"/>
                      </a:lnTo>
                      <a:lnTo>
                        <a:pt x="20628" y="17978"/>
                      </a:lnTo>
                      <a:lnTo>
                        <a:pt x="18555" y="7239"/>
                      </a:lnTo>
                      <a:lnTo>
                        <a:pt x="29124" y="1733"/>
                      </a:lnTo>
                      <a:lnTo>
                        <a:pt x="36295" y="8904"/>
                      </a:lnTo>
                      <a:lnTo>
                        <a:pt x="39387" y="0"/>
                      </a:lnTo>
                      <a:lnTo>
                        <a:pt x="51282" y="510"/>
                      </a:lnTo>
                      <a:lnTo>
                        <a:pt x="54000" y="10671"/>
                      </a:lnTo>
                      <a:lnTo>
                        <a:pt x="62292" y="3500"/>
                      </a:lnTo>
                      <a:lnTo>
                        <a:pt x="72352" y="9890"/>
                      </a:lnTo>
                      <a:lnTo>
                        <a:pt x="69497" y="20493"/>
                      </a:lnTo>
                      <a:lnTo>
                        <a:pt x="79148" y="18657"/>
                      </a:lnTo>
                      <a:lnTo>
                        <a:pt x="84654" y="29227"/>
                      </a:lnTo>
                      <a:lnTo>
                        <a:pt x="77721" y="36159"/>
                      </a:lnTo>
                      <a:lnTo>
                        <a:pt x="87407" y="39524"/>
                      </a:lnTo>
                      <a:lnTo>
                        <a:pt x="86897" y="51418"/>
                      </a:lnTo>
                      <a:lnTo>
                        <a:pt x="75920" y="54341"/>
                      </a:lnTo>
                      <a:lnTo>
                        <a:pt x="75920" y="54341"/>
                      </a:lnTo>
                      <a:close/>
                      <a:moveTo>
                        <a:pt x="45572" y="39965"/>
                      </a:moveTo>
                      <a:cubicBezTo>
                        <a:pt x="43499" y="38674"/>
                        <a:pt x="40781" y="39286"/>
                        <a:pt x="39455" y="41325"/>
                      </a:cubicBezTo>
                      <a:cubicBezTo>
                        <a:pt x="38164" y="43398"/>
                        <a:pt x="38776" y="46117"/>
                        <a:pt x="40849" y="47442"/>
                      </a:cubicBezTo>
                      <a:cubicBezTo>
                        <a:pt x="42922" y="48768"/>
                        <a:pt x="45640" y="48156"/>
                        <a:pt x="46965" y="46083"/>
                      </a:cubicBezTo>
                      <a:cubicBezTo>
                        <a:pt x="48257" y="44010"/>
                        <a:pt x="47646" y="41291"/>
                        <a:pt x="45606" y="399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429" name="Google Shape;2388;p47"/>
                <p:cNvSpPr/>
                <p:nvPr/>
              </p:nvSpPr>
              <p:spPr>
                <a:xfrm>
                  <a:off x="9262880" y="5021225"/>
                  <a:ext cx="83125" cy="642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125" h="64297" extrusionOk="0">
                      <a:moveTo>
                        <a:pt x="71638" y="31096"/>
                      </a:moveTo>
                      <a:lnTo>
                        <a:pt x="78605" y="39150"/>
                      </a:lnTo>
                      <a:lnTo>
                        <a:pt x="72216" y="49209"/>
                      </a:lnTo>
                      <a:lnTo>
                        <a:pt x="62701" y="46660"/>
                      </a:lnTo>
                      <a:lnTo>
                        <a:pt x="64502" y="56040"/>
                      </a:lnTo>
                      <a:lnTo>
                        <a:pt x="53932" y="61545"/>
                      </a:lnTo>
                      <a:lnTo>
                        <a:pt x="46218" y="53831"/>
                      </a:lnTo>
                      <a:lnTo>
                        <a:pt x="42581" y="64298"/>
                      </a:lnTo>
                      <a:lnTo>
                        <a:pt x="30687" y="63788"/>
                      </a:lnTo>
                      <a:lnTo>
                        <a:pt x="27969" y="53559"/>
                      </a:lnTo>
                      <a:lnTo>
                        <a:pt x="20798" y="59778"/>
                      </a:lnTo>
                      <a:lnTo>
                        <a:pt x="10739" y="53389"/>
                      </a:lnTo>
                      <a:lnTo>
                        <a:pt x="13356" y="43636"/>
                      </a:lnTo>
                      <a:lnTo>
                        <a:pt x="2854" y="45640"/>
                      </a:lnTo>
                      <a:lnTo>
                        <a:pt x="0" y="40169"/>
                      </a:lnTo>
                      <a:lnTo>
                        <a:pt x="34732" y="22090"/>
                      </a:lnTo>
                      <a:cubicBezTo>
                        <a:pt x="35071" y="22939"/>
                        <a:pt x="35649" y="23687"/>
                        <a:pt x="36499" y="24231"/>
                      </a:cubicBezTo>
                      <a:cubicBezTo>
                        <a:pt x="38572" y="25556"/>
                        <a:pt x="41290" y="24944"/>
                        <a:pt x="42615" y="22871"/>
                      </a:cubicBezTo>
                      <a:cubicBezTo>
                        <a:pt x="43567" y="21342"/>
                        <a:pt x="43499" y="19473"/>
                        <a:pt x="42547" y="18045"/>
                      </a:cubicBezTo>
                      <a:lnTo>
                        <a:pt x="77280" y="0"/>
                      </a:lnTo>
                      <a:lnTo>
                        <a:pt x="80372" y="5947"/>
                      </a:lnTo>
                      <a:lnTo>
                        <a:pt x="73439" y="12880"/>
                      </a:lnTo>
                      <a:lnTo>
                        <a:pt x="83125" y="16245"/>
                      </a:lnTo>
                      <a:lnTo>
                        <a:pt x="82615" y="28139"/>
                      </a:lnTo>
                      <a:lnTo>
                        <a:pt x="71638" y="3109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430" name="Google Shape;2389;p47"/>
                <p:cNvSpPr/>
                <p:nvPr/>
              </p:nvSpPr>
              <p:spPr>
                <a:xfrm>
                  <a:off x="9282540" y="5024506"/>
                  <a:ext cx="36292" cy="362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92" h="36291" extrusionOk="0">
                      <a:moveTo>
                        <a:pt x="18911" y="49"/>
                      </a:moveTo>
                      <a:cubicBezTo>
                        <a:pt x="28936" y="457"/>
                        <a:pt x="36684" y="8919"/>
                        <a:pt x="36277" y="18911"/>
                      </a:cubicBezTo>
                      <a:cubicBezTo>
                        <a:pt x="35869" y="28936"/>
                        <a:pt x="27407" y="36684"/>
                        <a:pt x="17382" y="36277"/>
                      </a:cubicBezTo>
                      <a:cubicBezTo>
                        <a:pt x="7356" y="35835"/>
                        <a:pt x="-392" y="27407"/>
                        <a:pt x="15" y="17381"/>
                      </a:cubicBezTo>
                      <a:cubicBezTo>
                        <a:pt x="424" y="7390"/>
                        <a:pt x="8886" y="-392"/>
                        <a:pt x="18911" y="15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431" name="Google Shape;2390;p47"/>
                <p:cNvSpPr/>
                <p:nvPr/>
              </p:nvSpPr>
              <p:spPr>
                <a:xfrm>
                  <a:off x="9291392" y="5031726"/>
                  <a:ext cx="19302" cy="215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02" h="21579" extrusionOk="0">
                      <a:moveTo>
                        <a:pt x="5234" y="0"/>
                      </a:moveTo>
                      <a:lnTo>
                        <a:pt x="19303" y="17332"/>
                      </a:lnTo>
                      <a:lnTo>
                        <a:pt x="14069" y="21580"/>
                      </a:lnTo>
                      <a:lnTo>
                        <a:pt x="0" y="4248"/>
                      </a:lnTo>
                      <a:lnTo>
                        <a:pt x="523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1423" name="Google Shape;2391;p47"/>
              <p:cNvGrpSpPr/>
              <p:nvPr/>
            </p:nvGrpSpPr>
            <p:grpSpPr>
              <a:xfrm>
                <a:off x="6228907" y="4787813"/>
                <a:ext cx="87577" cy="87475"/>
                <a:chOff x="9565032" y="4998013"/>
                <a:chExt cx="87577" cy="87475"/>
              </a:xfrm>
            </p:grpSpPr>
            <p:sp>
              <p:nvSpPr>
                <p:cNvPr id="1424" name="Google Shape;2392;p47"/>
                <p:cNvSpPr/>
                <p:nvPr/>
              </p:nvSpPr>
              <p:spPr>
                <a:xfrm>
                  <a:off x="9565032" y="4998013"/>
                  <a:ext cx="87543" cy="8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543" h="87475" extrusionOk="0">
                      <a:moveTo>
                        <a:pt x="76056" y="54511"/>
                      </a:moveTo>
                      <a:lnTo>
                        <a:pt x="82955" y="62599"/>
                      </a:lnTo>
                      <a:lnTo>
                        <a:pt x="76498" y="72625"/>
                      </a:lnTo>
                      <a:lnTo>
                        <a:pt x="66983" y="70008"/>
                      </a:lnTo>
                      <a:lnTo>
                        <a:pt x="68716" y="79387"/>
                      </a:lnTo>
                      <a:lnTo>
                        <a:pt x="58112" y="84825"/>
                      </a:lnTo>
                      <a:lnTo>
                        <a:pt x="50433" y="77042"/>
                      </a:lnTo>
                      <a:lnTo>
                        <a:pt x="46728" y="87476"/>
                      </a:lnTo>
                      <a:lnTo>
                        <a:pt x="34834" y="86898"/>
                      </a:lnTo>
                      <a:lnTo>
                        <a:pt x="32149" y="76668"/>
                      </a:lnTo>
                      <a:lnTo>
                        <a:pt x="24911" y="82853"/>
                      </a:lnTo>
                      <a:lnTo>
                        <a:pt x="14885" y="76397"/>
                      </a:lnTo>
                      <a:lnTo>
                        <a:pt x="17570" y="66677"/>
                      </a:lnTo>
                      <a:lnTo>
                        <a:pt x="7069" y="68614"/>
                      </a:lnTo>
                      <a:lnTo>
                        <a:pt x="1631" y="58011"/>
                      </a:lnTo>
                      <a:lnTo>
                        <a:pt x="9652" y="50093"/>
                      </a:lnTo>
                      <a:lnTo>
                        <a:pt x="0" y="46695"/>
                      </a:lnTo>
                      <a:lnTo>
                        <a:pt x="577" y="34800"/>
                      </a:lnTo>
                      <a:lnTo>
                        <a:pt x="9957" y="32353"/>
                      </a:lnTo>
                      <a:lnTo>
                        <a:pt x="3569" y="24877"/>
                      </a:lnTo>
                      <a:lnTo>
                        <a:pt x="10025" y="14851"/>
                      </a:lnTo>
                      <a:lnTo>
                        <a:pt x="20866" y="17842"/>
                      </a:lnTo>
                      <a:lnTo>
                        <a:pt x="18861" y="7069"/>
                      </a:lnTo>
                      <a:lnTo>
                        <a:pt x="29464" y="1632"/>
                      </a:lnTo>
                      <a:lnTo>
                        <a:pt x="36601" y="8870"/>
                      </a:lnTo>
                      <a:lnTo>
                        <a:pt x="39727" y="0"/>
                      </a:lnTo>
                      <a:lnTo>
                        <a:pt x="51622" y="578"/>
                      </a:lnTo>
                      <a:lnTo>
                        <a:pt x="54273" y="10739"/>
                      </a:lnTo>
                      <a:lnTo>
                        <a:pt x="62599" y="3603"/>
                      </a:lnTo>
                      <a:lnTo>
                        <a:pt x="72624" y="10060"/>
                      </a:lnTo>
                      <a:lnTo>
                        <a:pt x="69702" y="20663"/>
                      </a:lnTo>
                      <a:lnTo>
                        <a:pt x="79352" y="18861"/>
                      </a:lnTo>
                      <a:lnTo>
                        <a:pt x="84824" y="29464"/>
                      </a:lnTo>
                      <a:lnTo>
                        <a:pt x="77857" y="36329"/>
                      </a:lnTo>
                      <a:lnTo>
                        <a:pt x="87543" y="39762"/>
                      </a:lnTo>
                      <a:lnTo>
                        <a:pt x="86966" y="51656"/>
                      </a:lnTo>
                      <a:lnTo>
                        <a:pt x="75954" y="54511"/>
                      </a:lnTo>
                      <a:lnTo>
                        <a:pt x="75954" y="54511"/>
                      </a:lnTo>
                      <a:close/>
                      <a:moveTo>
                        <a:pt x="45709" y="39999"/>
                      </a:moveTo>
                      <a:cubicBezTo>
                        <a:pt x="43669" y="38674"/>
                        <a:pt x="40917" y="39252"/>
                        <a:pt x="39591" y="41325"/>
                      </a:cubicBezTo>
                      <a:cubicBezTo>
                        <a:pt x="38266" y="43364"/>
                        <a:pt x="38844" y="46117"/>
                        <a:pt x="40917" y="47442"/>
                      </a:cubicBezTo>
                      <a:cubicBezTo>
                        <a:pt x="42990" y="48768"/>
                        <a:pt x="45709" y="48190"/>
                        <a:pt x="47034" y="46117"/>
                      </a:cubicBezTo>
                      <a:cubicBezTo>
                        <a:pt x="48359" y="44044"/>
                        <a:pt x="47782" y="41325"/>
                        <a:pt x="45709" y="39999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425" name="Google Shape;2393;p47"/>
                <p:cNvSpPr/>
                <p:nvPr/>
              </p:nvSpPr>
              <p:spPr>
                <a:xfrm>
                  <a:off x="9569280" y="5021496"/>
                  <a:ext cx="83329" cy="639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329" h="63992" extrusionOk="0">
                      <a:moveTo>
                        <a:pt x="71808" y="31028"/>
                      </a:moveTo>
                      <a:lnTo>
                        <a:pt x="78707" y="39116"/>
                      </a:lnTo>
                      <a:lnTo>
                        <a:pt x="72250" y="49141"/>
                      </a:lnTo>
                      <a:lnTo>
                        <a:pt x="62735" y="46525"/>
                      </a:lnTo>
                      <a:lnTo>
                        <a:pt x="64468" y="55904"/>
                      </a:lnTo>
                      <a:lnTo>
                        <a:pt x="53864" y="61342"/>
                      </a:lnTo>
                      <a:lnTo>
                        <a:pt x="46185" y="53559"/>
                      </a:lnTo>
                      <a:lnTo>
                        <a:pt x="42480" y="63992"/>
                      </a:lnTo>
                      <a:lnTo>
                        <a:pt x="30586" y="63415"/>
                      </a:lnTo>
                      <a:lnTo>
                        <a:pt x="27901" y="53185"/>
                      </a:lnTo>
                      <a:lnTo>
                        <a:pt x="20663" y="59370"/>
                      </a:lnTo>
                      <a:lnTo>
                        <a:pt x="10637" y="52914"/>
                      </a:lnTo>
                      <a:lnTo>
                        <a:pt x="13322" y="43160"/>
                      </a:lnTo>
                      <a:lnTo>
                        <a:pt x="2821" y="45097"/>
                      </a:lnTo>
                      <a:lnTo>
                        <a:pt x="0" y="39626"/>
                      </a:lnTo>
                      <a:lnTo>
                        <a:pt x="34868" y="21818"/>
                      </a:lnTo>
                      <a:cubicBezTo>
                        <a:pt x="35173" y="22668"/>
                        <a:pt x="35785" y="23415"/>
                        <a:pt x="36601" y="23959"/>
                      </a:cubicBezTo>
                      <a:cubicBezTo>
                        <a:pt x="38674" y="25284"/>
                        <a:pt x="41392" y="24707"/>
                        <a:pt x="42718" y="22634"/>
                      </a:cubicBezTo>
                      <a:cubicBezTo>
                        <a:pt x="43703" y="21104"/>
                        <a:pt x="43636" y="19235"/>
                        <a:pt x="42718" y="17808"/>
                      </a:cubicBezTo>
                      <a:lnTo>
                        <a:pt x="77552" y="0"/>
                      </a:lnTo>
                      <a:lnTo>
                        <a:pt x="80610" y="5947"/>
                      </a:lnTo>
                      <a:lnTo>
                        <a:pt x="73643" y="12846"/>
                      </a:lnTo>
                      <a:lnTo>
                        <a:pt x="83329" y="16279"/>
                      </a:lnTo>
                      <a:lnTo>
                        <a:pt x="82751" y="28173"/>
                      </a:lnTo>
                      <a:lnTo>
                        <a:pt x="71740" y="3102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426" name="Google Shape;2394;p47"/>
                <p:cNvSpPr/>
                <p:nvPr/>
              </p:nvSpPr>
              <p:spPr>
                <a:xfrm>
                  <a:off x="9589171" y="5024531"/>
                  <a:ext cx="36275" cy="362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75" h="36271" extrusionOk="0">
                      <a:moveTo>
                        <a:pt x="19021" y="24"/>
                      </a:moveTo>
                      <a:cubicBezTo>
                        <a:pt x="29012" y="500"/>
                        <a:pt x="36761" y="9030"/>
                        <a:pt x="36251" y="19021"/>
                      </a:cubicBezTo>
                      <a:cubicBezTo>
                        <a:pt x="35775" y="29012"/>
                        <a:pt x="27245" y="36727"/>
                        <a:pt x="17254" y="36251"/>
                      </a:cubicBezTo>
                      <a:cubicBezTo>
                        <a:pt x="7263" y="35775"/>
                        <a:pt x="-486" y="27245"/>
                        <a:pt x="24" y="17254"/>
                      </a:cubicBezTo>
                      <a:cubicBezTo>
                        <a:pt x="500" y="7229"/>
                        <a:pt x="9030" y="-486"/>
                        <a:pt x="19021" y="2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427" name="Google Shape;2395;p47"/>
                <p:cNvSpPr/>
                <p:nvPr/>
              </p:nvSpPr>
              <p:spPr>
                <a:xfrm rot="-2322274">
                  <a:off x="9604313" y="5031395"/>
                  <a:ext cx="6725" cy="22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28" h="22327" extrusionOk="0">
                      <a:moveTo>
                        <a:pt x="0" y="0"/>
                      </a:moveTo>
                      <a:lnTo>
                        <a:pt x="6729" y="0"/>
                      </a:lnTo>
                      <a:lnTo>
                        <a:pt x="6729" y="22327"/>
                      </a:lnTo>
                      <a:lnTo>
                        <a:pt x="0" y="2232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  <p:sp>
          <p:nvSpPr>
            <p:cNvPr id="1367" name="Google Shape;2396;p47"/>
            <p:cNvSpPr/>
            <p:nvPr/>
          </p:nvSpPr>
          <p:spPr>
            <a:xfrm>
              <a:off x="4868012" y="4602030"/>
              <a:ext cx="31027" cy="587857"/>
            </a:xfrm>
            <a:custGeom>
              <a:avLst/>
              <a:gdLst/>
              <a:ahLst/>
              <a:cxnLst/>
              <a:rect l="l" t="t" r="r" b="b"/>
              <a:pathLst>
                <a:path w="31027" h="587857" extrusionOk="0">
                  <a:moveTo>
                    <a:pt x="0" y="0"/>
                  </a:moveTo>
                  <a:lnTo>
                    <a:pt x="31027" y="0"/>
                  </a:lnTo>
                  <a:lnTo>
                    <a:pt x="31027" y="587858"/>
                  </a:lnTo>
                  <a:lnTo>
                    <a:pt x="0" y="5878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68" name="Google Shape;2397;p47"/>
            <p:cNvSpPr/>
            <p:nvPr/>
          </p:nvSpPr>
          <p:spPr>
            <a:xfrm>
              <a:off x="4795872" y="4599821"/>
              <a:ext cx="175307" cy="21036"/>
            </a:xfrm>
            <a:custGeom>
              <a:avLst/>
              <a:gdLst/>
              <a:ahLst/>
              <a:cxnLst/>
              <a:rect l="l" t="t" r="r" b="b"/>
              <a:pathLst>
                <a:path w="175307" h="21036" extrusionOk="0">
                  <a:moveTo>
                    <a:pt x="10425" y="0"/>
                  </a:moveTo>
                  <a:lnTo>
                    <a:pt x="164883" y="0"/>
                  </a:lnTo>
                  <a:cubicBezTo>
                    <a:pt x="178782" y="0"/>
                    <a:pt x="178782" y="21036"/>
                    <a:pt x="164883" y="21036"/>
                  </a:cubicBezTo>
                  <a:lnTo>
                    <a:pt x="10425" y="21036"/>
                  </a:lnTo>
                  <a:cubicBezTo>
                    <a:pt x="-3475" y="21036"/>
                    <a:pt x="-3475" y="0"/>
                    <a:pt x="104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69" name="Google Shape;2398;p47"/>
            <p:cNvSpPr/>
            <p:nvPr/>
          </p:nvSpPr>
          <p:spPr>
            <a:xfrm>
              <a:off x="5167786" y="4602947"/>
              <a:ext cx="31027" cy="587857"/>
            </a:xfrm>
            <a:custGeom>
              <a:avLst/>
              <a:gdLst/>
              <a:ahLst/>
              <a:cxnLst/>
              <a:rect l="l" t="t" r="r" b="b"/>
              <a:pathLst>
                <a:path w="31027" h="587857" extrusionOk="0">
                  <a:moveTo>
                    <a:pt x="0" y="0"/>
                  </a:moveTo>
                  <a:lnTo>
                    <a:pt x="31028" y="0"/>
                  </a:lnTo>
                  <a:lnTo>
                    <a:pt x="31028" y="587858"/>
                  </a:lnTo>
                  <a:lnTo>
                    <a:pt x="0" y="5878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0" name="Google Shape;2399;p47"/>
            <p:cNvSpPr/>
            <p:nvPr/>
          </p:nvSpPr>
          <p:spPr>
            <a:xfrm>
              <a:off x="5095647" y="4600739"/>
              <a:ext cx="175273" cy="21035"/>
            </a:xfrm>
            <a:custGeom>
              <a:avLst/>
              <a:gdLst/>
              <a:ahLst/>
              <a:cxnLst/>
              <a:rect l="l" t="t" r="r" b="b"/>
              <a:pathLst>
                <a:path w="175273" h="21035" extrusionOk="0">
                  <a:moveTo>
                    <a:pt x="10425" y="0"/>
                  </a:moveTo>
                  <a:lnTo>
                    <a:pt x="164848" y="0"/>
                  </a:lnTo>
                  <a:cubicBezTo>
                    <a:pt x="178748" y="0"/>
                    <a:pt x="178748" y="21036"/>
                    <a:pt x="164848" y="21036"/>
                  </a:cubicBezTo>
                  <a:lnTo>
                    <a:pt x="10425" y="21036"/>
                  </a:lnTo>
                  <a:cubicBezTo>
                    <a:pt x="-3475" y="21036"/>
                    <a:pt x="-3475" y="0"/>
                    <a:pt x="104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1" name="Google Shape;2400;p47"/>
            <p:cNvSpPr/>
            <p:nvPr/>
          </p:nvSpPr>
          <p:spPr>
            <a:xfrm>
              <a:off x="5459336" y="4603287"/>
              <a:ext cx="31027" cy="587857"/>
            </a:xfrm>
            <a:custGeom>
              <a:avLst/>
              <a:gdLst/>
              <a:ahLst/>
              <a:cxnLst/>
              <a:rect l="l" t="t" r="r" b="b"/>
              <a:pathLst>
                <a:path w="31027" h="587857" extrusionOk="0">
                  <a:moveTo>
                    <a:pt x="0" y="0"/>
                  </a:moveTo>
                  <a:lnTo>
                    <a:pt x="31027" y="0"/>
                  </a:lnTo>
                  <a:lnTo>
                    <a:pt x="31027" y="587858"/>
                  </a:lnTo>
                  <a:lnTo>
                    <a:pt x="0" y="5878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2" name="Google Shape;2401;p47"/>
            <p:cNvSpPr/>
            <p:nvPr/>
          </p:nvSpPr>
          <p:spPr>
            <a:xfrm>
              <a:off x="5786808" y="4712139"/>
              <a:ext cx="31027" cy="442133"/>
            </a:xfrm>
            <a:custGeom>
              <a:avLst/>
              <a:gdLst/>
              <a:ahLst/>
              <a:cxnLst/>
              <a:rect l="l" t="t" r="r" b="b"/>
              <a:pathLst>
                <a:path w="31027" h="442133" extrusionOk="0">
                  <a:moveTo>
                    <a:pt x="0" y="0"/>
                  </a:moveTo>
                  <a:lnTo>
                    <a:pt x="31027" y="0"/>
                  </a:lnTo>
                  <a:lnTo>
                    <a:pt x="31027" y="442134"/>
                  </a:lnTo>
                  <a:lnTo>
                    <a:pt x="0" y="44213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3" name="Google Shape;2402;p47"/>
            <p:cNvSpPr/>
            <p:nvPr/>
          </p:nvSpPr>
          <p:spPr>
            <a:xfrm>
              <a:off x="5387209" y="4601078"/>
              <a:ext cx="175281" cy="21036"/>
            </a:xfrm>
            <a:custGeom>
              <a:avLst/>
              <a:gdLst/>
              <a:ahLst/>
              <a:cxnLst/>
              <a:rect l="l" t="t" r="r" b="b"/>
              <a:pathLst>
                <a:path w="175281" h="21036" extrusionOk="0">
                  <a:moveTo>
                    <a:pt x="10411" y="0"/>
                  </a:moveTo>
                  <a:lnTo>
                    <a:pt x="164870" y="0"/>
                  </a:lnTo>
                  <a:cubicBezTo>
                    <a:pt x="178769" y="0"/>
                    <a:pt x="178735" y="21036"/>
                    <a:pt x="164870" y="21036"/>
                  </a:cubicBezTo>
                  <a:lnTo>
                    <a:pt x="10411" y="21036"/>
                  </a:lnTo>
                  <a:cubicBezTo>
                    <a:pt x="-3453" y="21036"/>
                    <a:pt x="-3487" y="0"/>
                    <a:pt x="104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4" name="Google Shape;2403;p47"/>
            <p:cNvSpPr/>
            <p:nvPr/>
          </p:nvSpPr>
          <p:spPr>
            <a:xfrm>
              <a:off x="5714714" y="4709930"/>
              <a:ext cx="175247" cy="21035"/>
            </a:xfrm>
            <a:custGeom>
              <a:avLst/>
              <a:gdLst/>
              <a:ahLst/>
              <a:cxnLst/>
              <a:rect l="l" t="t" r="r" b="b"/>
              <a:pathLst>
                <a:path w="175247" h="21035" extrusionOk="0">
                  <a:moveTo>
                    <a:pt x="10412" y="0"/>
                  </a:moveTo>
                  <a:lnTo>
                    <a:pt x="164836" y="0"/>
                  </a:lnTo>
                  <a:cubicBezTo>
                    <a:pt x="178736" y="0"/>
                    <a:pt x="178702" y="21036"/>
                    <a:pt x="164836" y="21036"/>
                  </a:cubicBezTo>
                  <a:lnTo>
                    <a:pt x="10412" y="21036"/>
                  </a:lnTo>
                  <a:cubicBezTo>
                    <a:pt x="-3454" y="21036"/>
                    <a:pt x="-3488" y="0"/>
                    <a:pt x="104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5" name="Google Shape;2404;p47"/>
            <p:cNvSpPr/>
            <p:nvPr/>
          </p:nvSpPr>
          <p:spPr>
            <a:xfrm>
              <a:off x="4763817" y="4936502"/>
              <a:ext cx="1111655" cy="254439"/>
            </a:xfrm>
            <a:custGeom>
              <a:avLst/>
              <a:gdLst/>
              <a:ahLst/>
              <a:cxnLst/>
              <a:rect l="l" t="t" r="r" b="b"/>
              <a:pathLst>
                <a:path w="1111655" h="254439" extrusionOk="0">
                  <a:moveTo>
                    <a:pt x="0" y="254439"/>
                  </a:moveTo>
                  <a:lnTo>
                    <a:pt x="1111655" y="254439"/>
                  </a:lnTo>
                  <a:lnTo>
                    <a:pt x="1111655" y="63618"/>
                  </a:lnTo>
                  <a:cubicBezTo>
                    <a:pt x="1111655" y="28614"/>
                    <a:pt x="1083041" y="0"/>
                    <a:pt x="1048037" y="0"/>
                  </a:cubicBezTo>
                  <a:lnTo>
                    <a:pt x="63618" y="0"/>
                  </a:lnTo>
                  <a:cubicBezTo>
                    <a:pt x="28614" y="0"/>
                    <a:pt x="0" y="28614"/>
                    <a:pt x="0" y="63618"/>
                  </a:cubicBezTo>
                  <a:lnTo>
                    <a:pt x="0" y="25443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376" name="Google Shape;2405;p47"/>
            <p:cNvGrpSpPr/>
            <p:nvPr/>
          </p:nvGrpSpPr>
          <p:grpSpPr>
            <a:xfrm>
              <a:off x="4900603" y="4993397"/>
              <a:ext cx="175595" cy="175527"/>
              <a:chOff x="4900603" y="5343497"/>
              <a:chExt cx="175595" cy="175527"/>
            </a:xfrm>
          </p:grpSpPr>
          <p:sp>
            <p:nvSpPr>
              <p:cNvPr id="1415" name="Google Shape;2406;p47"/>
              <p:cNvSpPr/>
              <p:nvPr/>
            </p:nvSpPr>
            <p:spPr>
              <a:xfrm>
                <a:off x="4900603" y="5343497"/>
                <a:ext cx="175595" cy="175527"/>
              </a:xfrm>
              <a:custGeom>
                <a:avLst/>
                <a:gdLst/>
                <a:ahLst/>
                <a:cxnLst/>
                <a:rect l="l" t="t" r="r" b="b"/>
                <a:pathLst>
                  <a:path w="175595" h="175527" extrusionOk="0">
                    <a:moveTo>
                      <a:pt x="95325" y="15667"/>
                    </a:moveTo>
                    <a:cubicBezTo>
                      <a:pt x="96617" y="15802"/>
                      <a:pt x="97942" y="15938"/>
                      <a:pt x="99234" y="16176"/>
                    </a:cubicBezTo>
                    <a:lnTo>
                      <a:pt x="107050" y="2107"/>
                    </a:lnTo>
                    <a:lnTo>
                      <a:pt x="113949" y="3942"/>
                    </a:lnTo>
                    <a:lnTo>
                      <a:pt x="113779" y="20050"/>
                    </a:lnTo>
                    <a:cubicBezTo>
                      <a:pt x="115002" y="20526"/>
                      <a:pt x="116226" y="21036"/>
                      <a:pt x="117415" y="21546"/>
                    </a:cubicBezTo>
                    <a:lnTo>
                      <a:pt x="128596" y="9991"/>
                    </a:lnTo>
                    <a:lnTo>
                      <a:pt x="134781" y="13560"/>
                    </a:lnTo>
                    <a:lnTo>
                      <a:pt x="130431" y="29124"/>
                    </a:lnTo>
                    <a:cubicBezTo>
                      <a:pt x="131518" y="29872"/>
                      <a:pt x="132538" y="30687"/>
                      <a:pt x="133557" y="31503"/>
                    </a:cubicBezTo>
                    <a:lnTo>
                      <a:pt x="147355" y="23211"/>
                    </a:lnTo>
                    <a:lnTo>
                      <a:pt x="152385" y="28275"/>
                    </a:lnTo>
                    <a:lnTo>
                      <a:pt x="144160" y="42174"/>
                    </a:lnTo>
                    <a:cubicBezTo>
                      <a:pt x="144976" y="43194"/>
                      <a:pt x="145792" y="44213"/>
                      <a:pt x="146574" y="45267"/>
                    </a:cubicBezTo>
                    <a:lnTo>
                      <a:pt x="162070" y="40815"/>
                    </a:lnTo>
                    <a:lnTo>
                      <a:pt x="165639" y="46966"/>
                    </a:lnTo>
                    <a:lnTo>
                      <a:pt x="154084" y="58282"/>
                    </a:lnTo>
                    <a:cubicBezTo>
                      <a:pt x="154628" y="59472"/>
                      <a:pt x="155137" y="60696"/>
                      <a:pt x="155579" y="61919"/>
                    </a:cubicBezTo>
                    <a:lnTo>
                      <a:pt x="171654" y="61647"/>
                    </a:lnTo>
                    <a:lnTo>
                      <a:pt x="173523" y="68512"/>
                    </a:lnTo>
                    <a:lnTo>
                      <a:pt x="159453" y="76464"/>
                    </a:lnTo>
                    <a:cubicBezTo>
                      <a:pt x="159657" y="77755"/>
                      <a:pt x="159827" y="79047"/>
                      <a:pt x="159963" y="80338"/>
                    </a:cubicBezTo>
                    <a:lnTo>
                      <a:pt x="175596" y="84212"/>
                    </a:lnTo>
                    <a:lnTo>
                      <a:pt x="175596" y="91349"/>
                    </a:lnTo>
                    <a:lnTo>
                      <a:pt x="159929" y="95359"/>
                    </a:lnTo>
                    <a:cubicBezTo>
                      <a:pt x="159793" y="96651"/>
                      <a:pt x="159623" y="97976"/>
                      <a:pt x="159419" y="99234"/>
                    </a:cubicBezTo>
                    <a:lnTo>
                      <a:pt x="173523" y="107050"/>
                    </a:lnTo>
                    <a:lnTo>
                      <a:pt x="171654" y="113915"/>
                    </a:lnTo>
                    <a:lnTo>
                      <a:pt x="155511" y="113745"/>
                    </a:lnTo>
                    <a:cubicBezTo>
                      <a:pt x="155036" y="114968"/>
                      <a:pt x="154526" y="116192"/>
                      <a:pt x="154016" y="117381"/>
                    </a:cubicBezTo>
                    <a:lnTo>
                      <a:pt x="165605" y="128562"/>
                    </a:lnTo>
                    <a:lnTo>
                      <a:pt x="162036" y="134747"/>
                    </a:lnTo>
                    <a:lnTo>
                      <a:pt x="146438" y="130397"/>
                    </a:lnTo>
                    <a:cubicBezTo>
                      <a:pt x="145690" y="131450"/>
                      <a:pt x="144874" y="132504"/>
                      <a:pt x="144059" y="133489"/>
                    </a:cubicBezTo>
                    <a:lnTo>
                      <a:pt x="152385" y="147321"/>
                    </a:lnTo>
                    <a:lnTo>
                      <a:pt x="147355" y="152351"/>
                    </a:lnTo>
                    <a:lnTo>
                      <a:pt x="133422" y="144092"/>
                    </a:lnTo>
                    <a:cubicBezTo>
                      <a:pt x="132402" y="144908"/>
                      <a:pt x="131382" y="145724"/>
                      <a:pt x="130329" y="146506"/>
                    </a:cubicBezTo>
                    <a:lnTo>
                      <a:pt x="134815" y="162002"/>
                    </a:lnTo>
                    <a:lnTo>
                      <a:pt x="128630" y="165571"/>
                    </a:lnTo>
                    <a:lnTo>
                      <a:pt x="117313" y="154016"/>
                    </a:lnTo>
                    <a:cubicBezTo>
                      <a:pt x="116124" y="154560"/>
                      <a:pt x="114934" y="155069"/>
                      <a:pt x="113711" y="155511"/>
                    </a:cubicBezTo>
                    <a:lnTo>
                      <a:pt x="113983" y="171620"/>
                    </a:lnTo>
                    <a:lnTo>
                      <a:pt x="107084" y="173455"/>
                    </a:lnTo>
                    <a:lnTo>
                      <a:pt x="99131" y="159385"/>
                    </a:lnTo>
                    <a:cubicBezTo>
                      <a:pt x="97874" y="159589"/>
                      <a:pt x="96549" y="159759"/>
                      <a:pt x="95257" y="159895"/>
                    </a:cubicBezTo>
                    <a:lnTo>
                      <a:pt x="91383" y="175528"/>
                    </a:lnTo>
                    <a:lnTo>
                      <a:pt x="84246" y="175528"/>
                    </a:lnTo>
                    <a:lnTo>
                      <a:pt x="80237" y="159861"/>
                    </a:lnTo>
                    <a:cubicBezTo>
                      <a:pt x="78945" y="159725"/>
                      <a:pt x="77620" y="159555"/>
                      <a:pt x="76328" y="159351"/>
                    </a:cubicBezTo>
                    <a:lnTo>
                      <a:pt x="68546" y="173455"/>
                    </a:lnTo>
                    <a:lnTo>
                      <a:pt x="61647" y="171620"/>
                    </a:lnTo>
                    <a:lnTo>
                      <a:pt x="61817" y="155443"/>
                    </a:lnTo>
                    <a:cubicBezTo>
                      <a:pt x="60594" y="154968"/>
                      <a:pt x="59370" y="154492"/>
                      <a:pt x="58215" y="153948"/>
                    </a:cubicBezTo>
                    <a:lnTo>
                      <a:pt x="47034" y="165571"/>
                    </a:lnTo>
                    <a:lnTo>
                      <a:pt x="40849" y="162002"/>
                    </a:lnTo>
                    <a:lnTo>
                      <a:pt x="45199" y="146404"/>
                    </a:lnTo>
                    <a:cubicBezTo>
                      <a:pt x="44145" y="145622"/>
                      <a:pt x="43092" y="144840"/>
                      <a:pt x="42106" y="144024"/>
                    </a:cubicBezTo>
                    <a:lnTo>
                      <a:pt x="28275" y="152351"/>
                    </a:lnTo>
                    <a:lnTo>
                      <a:pt x="23245" y="147321"/>
                    </a:lnTo>
                    <a:lnTo>
                      <a:pt x="31469" y="133388"/>
                    </a:lnTo>
                    <a:cubicBezTo>
                      <a:pt x="30653" y="132368"/>
                      <a:pt x="29872" y="131348"/>
                      <a:pt x="29090" y="130295"/>
                    </a:cubicBezTo>
                    <a:lnTo>
                      <a:pt x="13594" y="134747"/>
                    </a:lnTo>
                    <a:lnTo>
                      <a:pt x="10025" y="128596"/>
                    </a:lnTo>
                    <a:lnTo>
                      <a:pt x="21546" y="117279"/>
                    </a:lnTo>
                    <a:cubicBezTo>
                      <a:pt x="21036" y="116090"/>
                      <a:pt x="20526" y="114900"/>
                      <a:pt x="20050" y="113677"/>
                    </a:cubicBezTo>
                    <a:lnTo>
                      <a:pt x="3942" y="113983"/>
                    </a:lnTo>
                    <a:lnTo>
                      <a:pt x="2073" y="107084"/>
                    </a:lnTo>
                    <a:lnTo>
                      <a:pt x="16142" y="99166"/>
                    </a:lnTo>
                    <a:cubicBezTo>
                      <a:pt x="15938" y="97874"/>
                      <a:pt x="15769" y="96583"/>
                      <a:pt x="15633" y="95257"/>
                    </a:cubicBezTo>
                    <a:lnTo>
                      <a:pt x="0" y="91383"/>
                    </a:lnTo>
                    <a:lnTo>
                      <a:pt x="0" y="84246"/>
                    </a:lnTo>
                    <a:lnTo>
                      <a:pt x="15667" y="80202"/>
                    </a:lnTo>
                    <a:cubicBezTo>
                      <a:pt x="15802" y="78911"/>
                      <a:pt x="15972" y="77620"/>
                      <a:pt x="16142" y="76328"/>
                    </a:cubicBezTo>
                    <a:lnTo>
                      <a:pt x="2039" y="68512"/>
                    </a:lnTo>
                    <a:lnTo>
                      <a:pt x="3908" y="61613"/>
                    </a:lnTo>
                    <a:lnTo>
                      <a:pt x="20050" y="61783"/>
                    </a:lnTo>
                    <a:cubicBezTo>
                      <a:pt x="20526" y="60560"/>
                      <a:pt x="21002" y="59336"/>
                      <a:pt x="21546" y="58147"/>
                    </a:cubicBezTo>
                    <a:lnTo>
                      <a:pt x="9957" y="46966"/>
                    </a:lnTo>
                    <a:lnTo>
                      <a:pt x="13526" y="40781"/>
                    </a:lnTo>
                    <a:lnTo>
                      <a:pt x="29090" y="45131"/>
                    </a:lnTo>
                    <a:cubicBezTo>
                      <a:pt x="29838" y="44077"/>
                      <a:pt x="30653" y="43024"/>
                      <a:pt x="31469" y="42038"/>
                    </a:cubicBezTo>
                    <a:lnTo>
                      <a:pt x="23143" y="28207"/>
                    </a:lnTo>
                    <a:lnTo>
                      <a:pt x="28173" y="23177"/>
                    </a:lnTo>
                    <a:lnTo>
                      <a:pt x="42106" y="31401"/>
                    </a:lnTo>
                    <a:cubicBezTo>
                      <a:pt x="43126" y="30586"/>
                      <a:pt x="44145" y="29804"/>
                      <a:pt x="45199" y="29022"/>
                    </a:cubicBezTo>
                    <a:lnTo>
                      <a:pt x="40747" y="13560"/>
                    </a:lnTo>
                    <a:lnTo>
                      <a:pt x="46932" y="9991"/>
                    </a:lnTo>
                    <a:lnTo>
                      <a:pt x="58215" y="21512"/>
                    </a:lnTo>
                    <a:cubicBezTo>
                      <a:pt x="59404" y="21002"/>
                      <a:pt x="60628" y="20492"/>
                      <a:pt x="61851" y="20016"/>
                    </a:cubicBezTo>
                    <a:lnTo>
                      <a:pt x="61545" y="3942"/>
                    </a:lnTo>
                    <a:lnTo>
                      <a:pt x="68444" y="2107"/>
                    </a:lnTo>
                    <a:lnTo>
                      <a:pt x="76362" y="16142"/>
                    </a:lnTo>
                    <a:cubicBezTo>
                      <a:pt x="77654" y="15938"/>
                      <a:pt x="78945" y="15768"/>
                      <a:pt x="80271" y="15633"/>
                    </a:cubicBezTo>
                    <a:lnTo>
                      <a:pt x="84145" y="0"/>
                    </a:lnTo>
                    <a:lnTo>
                      <a:pt x="91281" y="0"/>
                    </a:lnTo>
                    <a:lnTo>
                      <a:pt x="95325" y="15633"/>
                    </a:lnTo>
                    <a:lnTo>
                      <a:pt x="95325" y="15633"/>
                    </a:lnTo>
                    <a:close/>
                    <a:moveTo>
                      <a:pt x="87781" y="76464"/>
                    </a:moveTo>
                    <a:cubicBezTo>
                      <a:pt x="81528" y="76464"/>
                      <a:pt x="76464" y="81528"/>
                      <a:pt x="76464" y="87815"/>
                    </a:cubicBezTo>
                    <a:cubicBezTo>
                      <a:pt x="76464" y="94102"/>
                      <a:pt x="81528" y="99131"/>
                      <a:pt x="87781" y="99131"/>
                    </a:cubicBezTo>
                    <a:cubicBezTo>
                      <a:pt x="94034" y="99131"/>
                      <a:pt x="99097" y="94068"/>
                      <a:pt x="99097" y="87815"/>
                    </a:cubicBezTo>
                    <a:cubicBezTo>
                      <a:pt x="99097" y="81562"/>
                      <a:pt x="94034" y="76464"/>
                      <a:pt x="87781" y="76464"/>
                    </a:cubicBezTo>
                    <a:lnTo>
                      <a:pt x="87781" y="76464"/>
                    </a:lnTo>
                    <a:close/>
                    <a:moveTo>
                      <a:pt x="91995" y="64536"/>
                    </a:moveTo>
                    <a:cubicBezTo>
                      <a:pt x="95393" y="65147"/>
                      <a:pt x="98554" y="66507"/>
                      <a:pt x="101307" y="68410"/>
                    </a:cubicBezTo>
                    <a:lnTo>
                      <a:pt x="118299" y="51554"/>
                    </a:lnTo>
                    <a:cubicBezTo>
                      <a:pt x="111060" y="45437"/>
                      <a:pt x="101986" y="41460"/>
                      <a:pt x="91995" y="40577"/>
                    </a:cubicBezTo>
                    <a:lnTo>
                      <a:pt x="91995" y="64502"/>
                    </a:lnTo>
                    <a:lnTo>
                      <a:pt x="91995" y="64502"/>
                    </a:lnTo>
                    <a:close/>
                    <a:moveTo>
                      <a:pt x="107220" y="74425"/>
                    </a:moveTo>
                    <a:cubicBezTo>
                      <a:pt x="109089" y="77110"/>
                      <a:pt x="110414" y="80237"/>
                      <a:pt x="110992" y="83567"/>
                    </a:cubicBezTo>
                    <a:lnTo>
                      <a:pt x="134951" y="83567"/>
                    </a:lnTo>
                    <a:cubicBezTo>
                      <a:pt x="134067" y="73711"/>
                      <a:pt x="130193" y="64740"/>
                      <a:pt x="124212" y="57535"/>
                    </a:cubicBezTo>
                    <a:lnTo>
                      <a:pt x="107220" y="74391"/>
                    </a:lnTo>
                    <a:lnTo>
                      <a:pt x="107220" y="74391"/>
                    </a:lnTo>
                    <a:close/>
                    <a:moveTo>
                      <a:pt x="110992" y="92029"/>
                    </a:moveTo>
                    <a:cubicBezTo>
                      <a:pt x="110380" y="95427"/>
                      <a:pt x="109055" y="98554"/>
                      <a:pt x="107152" y="101238"/>
                    </a:cubicBezTo>
                    <a:lnTo>
                      <a:pt x="124076" y="118163"/>
                    </a:lnTo>
                    <a:cubicBezTo>
                      <a:pt x="130125" y="110958"/>
                      <a:pt x="134033" y="101918"/>
                      <a:pt x="134917" y="91995"/>
                    </a:cubicBezTo>
                    <a:lnTo>
                      <a:pt x="110958" y="91995"/>
                    </a:lnTo>
                    <a:close/>
                    <a:moveTo>
                      <a:pt x="101204" y="107254"/>
                    </a:moveTo>
                    <a:cubicBezTo>
                      <a:pt x="98452" y="109123"/>
                      <a:pt x="95325" y="110448"/>
                      <a:pt x="91961" y="111060"/>
                    </a:cubicBezTo>
                    <a:lnTo>
                      <a:pt x="91961" y="135019"/>
                    </a:lnTo>
                    <a:cubicBezTo>
                      <a:pt x="101884" y="134169"/>
                      <a:pt x="110890" y="130227"/>
                      <a:pt x="118095" y="124178"/>
                    </a:cubicBezTo>
                    <a:lnTo>
                      <a:pt x="101170" y="107254"/>
                    </a:lnTo>
                    <a:lnTo>
                      <a:pt x="101170" y="107254"/>
                    </a:lnTo>
                    <a:close/>
                    <a:moveTo>
                      <a:pt x="83499" y="111060"/>
                    </a:moveTo>
                    <a:cubicBezTo>
                      <a:pt x="80066" y="110448"/>
                      <a:pt x="76906" y="109089"/>
                      <a:pt x="74187" y="107186"/>
                    </a:cubicBezTo>
                    <a:lnTo>
                      <a:pt x="57195" y="124042"/>
                    </a:lnTo>
                    <a:cubicBezTo>
                      <a:pt x="64434" y="130159"/>
                      <a:pt x="73508" y="134135"/>
                      <a:pt x="83499" y="135019"/>
                    </a:cubicBezTo>
                    <a:lnTo>
                      <a:pt x="83499" y="111060"/>
                    </a:lnTo>
                    <a:lnTo>
                      <a:pt x="83499" y="111060"/>
                    </a:lnTo>
                    <a:close/>
                    <a:moveTo>
                      <a:pt x="68240" y="101170"/>
                    </a:moveTo>
                    <a:cubicBezTo>
                      <a:pt x="66405" y="98486"/>
                      <a:pt x="65079" y="95393"/>
                      <a:pt x="64468" y="92029"/>
                    </a:cubicBezTo>
                    <a:lnTo>
                      <a:pt x="40543" y="92029"/>
                    </a:lnTo>
                    <a:cubicBezTo>
                      <a:pt x="41392" y="101884"/>
                      <a:pt x="45301" y="110856"/>
                      <a:pt x="51248" y="118027"/>
                    </a:cubicBezTo>
                    <a:lnTo>
                      <a:pt x="68240" y="101170"/>
                    </a:lnTo>
                    <a:lnTo>
                      <a:pt x="68240" y="101170"/>
                    </a:lnTo>
                    <a:close/>
                    <a:moveTo>
                      <a:pt x="64468" y="83601"/>
                    </a:moveTo>
                    <a:cubicBezTo>
                      <a:pt x="65079" y="80202"/>
                      <a:pt x="66405" y="77076"/>
                      <a:pt x="68308" y="74391"/>
                    </a:cubicBezTo>
                    <a:lnTo>
                      <a:pt x="51350" y="57467"/>
                    </a:lnTo>
                    <a:cubicBezTo>
                      <a:pt x="45335" y="64672"/>
                      <a:pt x="41392" y="73711"/>
                      <a:pt x="40509" y="83635"/>
                    </a:cubicBezTo>
                    <a:lnTo>
                      <a:pt x="64434" y="83635"/>
                    </a:lnTo>
                    <a:close/>
                    <a:moveTo>
                      <a:pt x="74289" y="68376"/>
                    </a:moveTo>
                    <a:cubicBezTo>
                      <a:pt x="77008" y="66507"/>
                      <a:pt x="80134" y="65147"/>
                      <a:pt x="83499" y="64536"/>
                    </a:cubicBezTo>
                    <a:lnTo>
                      <a:pt x="83499" y="40611"/>
                    </a:lnTo>
                    <a:cubicBezTo>
                      <a:pt x="73609" y="41495"/>
                      <a:pt x="64570" y="45403"/>
                      <a:pt x="57365" y="51452"/>
                    </a:cubicBezTo>
                    <a:lnTo>
                      <a:pt x="74289" y="6837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16" name="Google Shape;2407;p47"/>
              <p:cNvSpPr/>
              <p:nvPr/>
            </p:nvSpPr>
            <p:spPr>
              <a:xfrm>
                <a:off x="4923814" y="5370548"/>
                <a:ext cx="152350" cy="148442"/>
              </a:xfrm>
              <a:custGeom>
                <a:avLst/>
                <a:gdLst/>
                <a:ahLst/>
                <a:cxnLst/>
                <a:rect l="l" t="t" r="r" b="b"/>
                <a:pathLst>
                  <a:path w="152350" h="148442" extrusionOk="0">
                    <a:moveTo>
                      <a:pt x="128086" y="102"/>
                    </a:moveTo>
                    <a:lnTo>
                      <a:pt x="129140" y="1189"/>
                    </a:lnTo>
                    <a:lnTo>
                      <a:pt x="120915" y="15089"/>
                    </a:lnTo>
                    <a:cubicBezTo>
                      <a:pt x="121731" y="16108"/>
                      <a:pt x="122547" y="17128"/>
                      <a:pt x="123329" y="18181"/>
                    </a:cubicBezTo>
                    <a:lnTo>
                      <a:pt x="138825" y="13730"/>
                    </a:lnTo>
                    <a:lnTo>
                      <a:pt x="142394" y="19881"/>
                    </a:lnTo>
                    <a:lnTo>
                      <a:pt x="130839" y="31197"/>
                    </a:lnTo>
                    <a:cubicBezTo>
                      <a:pt x="131383" y="32387"/>
                      <a:pt x="131893" y="33610"/>
                      <a:pt x="132334" y="34834"/>
                    </a:cubicBezTo>
                    <a:lnTo>
                      <a:pt x="148409" y="34562"/>
                    </a:lnTo>
                    <a:lnTo>
                      <a:pt x="150278" y="41426"/>
                    </a:lnTo>
                    <a:lnTo>
                      <a:pt x="136208" y="49379"/>
                    </a:lnTo>
                    <a:cubicBezTo>
                      <a:pt x="136412" y="50670"/>
                      <a:pt x="136582" y="51962"/>
                      <a:pt x="136718" y="53253"/>
                    </a:cubicBezTo>
                    <a:lnTo>
                      <a:pt x="152351" y="57127"/>
                    </a:lnTo>
                    <a:lnTo>
                      <a:pt x="152351" y="64264"/>
                    </a:lnTo>
                    <a:lnTo>
                      <a:pt x="136684" y="68274"/>
                    </a:lnTo>
                    <a:cubicBezTo>
                      <a:pt x="136548" y="69565"/>
                      <a:pt x="136378" y="70891"/>
                      <a:pt x="136174" y="72148"/>
                    </a:cubicBezTo>
                    <a:lnTo>
                      <a:pt x="150278" y="79965"/>
                    </a:lnTo>
                    <a:lnTo>
                      <a:pt x="148409" y="86829"/>
                    </a:lnTo>
                    <a:lnTo>
                      <a:pt x="132266" y="86660"/>
                    </a:lnTo>
                    <a:cubicBezTo>
                      <a:pt x="131791" y="87883"/>
                      <a:pt x="131281" y="89106"/>
                      <a:pt x="130771" y="90296"/>
                    </a:cubicBezTo>
                    <a:lnTo>
                      <a:pt x="142360" y="101477"/>
                    </a:lnTo>
                    <a:lnTo>
                      <a:pt x="138791" y="107662"/>
                    </a:lnTo>
                    <a:lnTo>
                      <a:pt x="123193" y="103312"/>
                    </a:lnTo>
                    <a:cubicBezTo>
                      <a:pt x="122445" y="104365"/>
                      <a:pt x="121629" y="105419"/>
                      <a:pt x="120814" y="106404"/>
                    </a:cubicBezTo>
                    <a:lnTo>
                      <a:pt x="129140" y="120236"/>
                    </a:lnTo>
                    <a:lnTo>
                      <a:pt x="124110" y="125266"/>
                    </a:lnTo>
                    <a:lnTo>
                      <a:pt x="110177" y="117007"/>
                    </a:lnTo>
                    <a:cubicBezTo>
                      <a:pt x="109157" y="117823"/>
                      <a:pt x="108137" y="118639"/>
                      <a:pt x="107084" y="119420"/>
                    </a:cubicBezTo>
                    <a:lnTo>
                      <a:pt x="111570" y="134917"/>
                    </a:lnTo>
                    <a:lnTo>
                      <a:pt x="105385" y="138485"/>
                    </a:lnTo>
                    <a:lnTo>
                      <a:pt x="94068" y="126931"/>
                    </a:lnTo>
                    <a:cubicBezTo>
                      <a:pt x="92879" y="127475"/>
                      <a:pt x="91689" y="127984"/>
                      <a:pt x="90466" y="128426"/>
                    </a:cubicBezTo>
                    <a:lnTo>
                      <a:pt x="90737" y="144535"/>
                    </a:lnTo>
                    <a:lnTo>
                      <a:pt x="83839" y="146370"/>
                    </a:lnTo>
                    <a:lnTo>
                      <a:pt x="75886" y="132300"/>
                    </a:lnTo>
                    <a:cubicBezTo>
                      <a:pt x="74629" y="132504"/>
                      <a:pt x="73304" y="132674"/>
                      <a:pt x="72012" y="132810"/>
                    </a:cubicBezTo>
                    <a:lnTo>
                      <a:pt x="68138" y="148443"/>
                    </a:lnTo>
                    <a:lnTo>
                      <a:pt x="61001" y="148443"/>
                    </a:lnTo>
                    <a:lnTo>
                      <a:pt x="56991" y="132776"/>
                    </a:lnTo>
                    <a:cubicBezTo>
                      <a:pt x="55700" y="132640"/>
                      <a:pt x="54375" y="132470"/>
                      <a:pt x="53083" y="132266"/>
                    </a:cubicBezTo>
                    <a:lnTo>
                      <a:pt x="45301" y="146370"/>
                    </a:lnTo>
                    <a:lnTo>
                      <a:pt x="38402" y="144535"/>
                    </a:lnTo>
                    <a:lnTo>
                      <a:pt x="38572" y="128358"/>
                    </a:lnTo>
                    <a:cubicBezTo>
                      <a:pt x="37349" y="127882"/>
                      <a:pt x="36125" y="127407"/>
                      <a:pt x="34970" y="126863"/>
                    </a:cubicBezTo>
                    <a:lnTo>
                      <a:pt x="23789" y="138485"/>
                    </a:lnTo>
                    <a:lnTo>
                      <a:pt x="17604" y="134917"/>
                    </a:lnTo>
                    <a:lnTo>
                      <a:pt x="21954" y="119318"/>
                    </a:lnTo>
                    <a:cubicBezTo>
                      <a:pt x="20900" y="118537"/>
                      <a:pt x="19847" y="117755"/>
                      <a:pt x="18861" y="116940"/>
                    </a:cubicBezTo>
                    <a:lnTo>
                      <a:pt x="5030" y="125266"/>
                    </a:lnTo>
                    <a:lnTo>
                      <a:pt x="0" y="120236"/>
                    </a:lnTo>
                    <a:lnTo>
                      <a:pt x="816" y="118842"/>
                    </a:lnTo>
                    <a:lnTo>
                      <a:pt x="55700" y="67629"/>
                    </a:lnTo>
                    <a:cubicBezTo>
                      <a:pt x="57773" y="70245"/>
                      <a:pt x="60967" y="71944"/>
                      <a:pt x="64604" y="71944"/>
                    </a:cubicBezTo>
                    <a:cubicBezTo>
                      <a:pt x="70857" y="71944"/>
                      <a:pt x="75920" y="66881"/>
                      <a:pt x="75920" y="60628"/>
                    </a:cubicBezTo>
                    <a:cubicBezTo>
                      <a:pt x="75920" y="57297"/>
                      <a:pt x="74493" y="54307"/>
                      <a:pt x="72182" y="52234"/>
                    </a:cubicBezTo>
                    <a:lnTo>
                      <a:pt x="128120" y="0"/>
                    </a:lnTo>
                    <a:lnTo>
                      <a:pt x="128120" y="0"/>
                    </a:lnTo>
                    <a:close/>
                    <a:moveTo>
                      <a:pt x="84043" y="47374"/>
                    </a:moveTo>
                    <a:cubicBezTo>
                      <a:pt x="85912" y="50059"/>
                      <a:pt x="87237" y="53185"/>
                      <a:pt x="87815" y="56516"/>
                    </a:cubicBezTo>
                    <a:lnTo>
                      <a:pt x="111774" y="56516"/>
                    </a:lnTo>
                    <a:cubicBezTo>
                      <a:pt x="110890" y="46660"/>
                      <a:pt x="107016" y="37688"/>
                      <a:pt x="101035" y="30484"/>
                    </a:cubicBezTo>
                    <a:lnTo>
                      <a:pt x="84043" y="47340"/>
                    </a:lnTo>
                    <a:lnTo>
                      <a:pt x="84043" y="47340"/>
                    </a:lnTo>
                    <a:close/>
                    <a:moveTo>
                      <a:pt x="87815" y="64978"/>
                    </a:moveTo>
                    <a:cubicBezTo>
                      <a:pt x="87203" y="68376"/>
                      <a:pt x="85878" y="71503"/>
                      <a:pt x="83975" y="74187"/>
                    </a:cubicBezTo>
                    <a:lnTo>
                      <a:pt x="100899" y="91111"/>
                    </a:lnTo>
                    <a:cubicBezTo>
                      <a:pt x="106948" y="83907"/>
                      <a:pt x="110856" y="74867"/>
                      <a:pt x="111740" y="64944"/>
                    </a:cubicBezTo>
                    <a:lnTo>
                      <a:pt x="87781" y="64944"/>
                    </a:lnTo>
                    <a:close/>
                    <a:moveTo>
                      <a:pt x="78027" y="80202"/>
                    </a:moveTo>
                    <a:cubicBezTo>
                      <a:pt x="75275" y="82072"/>
                      <a:pt x="72148" y="83397"/>
                      <a:pt x="68784" y="84009"/>
                    </a:cubicBezTo>
                    <a:lnTo>
                      <a:pt x="68784" y="107968"/>
                    </a:lnTo>
                    <a:cubicBezTo>
                      <a:pt x="78707" y="107118"/>
                      <a:pt x="87713" y="103176"/>
                      <a:pt x="94918" y="97127"/>
                    </a:cubicBezTo>
                    <a:lnTo>
                      <a:pt x="77993" y="80202"/>
                    </a:lnTo>
                    <a:lnTo>
                      <a:pt x="77993" y="80202"/>
                    </a:lnTo>
                    <a:close/>
                    <a:moveTo>
                      <a:pt x="60322" y="84009"/>
                    </a:moveTo>
                    <a:cubicBezTo>
                      <a:pt x="56889" y="83397"/>
                      <a:pt x="53729" y="82038"/>
                      <a:pt x="51010" y="80134"/>
                    </a:cubicBezTo>
                    <a:lnTo>
                      <a:pt x="34018" y="96991"/>
                    </a:lnTo>
                    <a:cubicBezTo>
                      <a:pt x="41257" y="103108"/>
                      <a:pt x="50331" y="107084"/>
                      <a:pt x="60322" y="107968"/>
                    </a:cubicBezTo>
                    <a:lnTo>
                      <a:pt x="60322" y="8400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377" name="Google Shape;2408;p47"/>
            <p:cNvGrpSpPr/>
            <p:nvPr/>
          </p:nvGrpSpPr>
          <p:grpSpPr>
            <a:xfrm>
              <a:off x="5070082" y="4948504"/>
              <a:ext cx="196122" cy="208933"/>
              <a:chOff x="5070082" y="5298604"/>
              <a:chExt cx="196122" cy="208933"/>
            </a:xfrm>
          </p:grpSpPr>
          <p:sp>
            <p:nvSpPr>
              <p:cNvPr id="1407" name="Google Shape;2409;p47"/>
              <p:cNvSpPr/>
              <p:nvPr/>
            </p:nvSpPr>
            <p:spPr>
              <a:xfrm>
                <a:off x="5145051" y="5298604"/>
                <a:ext cx="48359" cy="32182"/>
              </a:xfrm>
              <a:custGeom>
                <a:avLst/>
                <a:gdLst/>
                <a:ahLst/>
                <a:cxnLst/>
                <a:rect l="l" t="t" r="r" b="b"/>
                <a:pathLst>
                  <a:path w="48359" h="32182" extrusionOk="0">
                    <a:moveTo>
                      <a:pt x="0" y="32183"/>
                    </a:moveTo>
                    <a:lnTo>
                      <a:pt x="48359" y="32183"/>
                    </a:lnTo>
                    <a:lnTo>
                      <a:pt x="38266" y="0"/>
                    </a:lnTo>
                    <a:lnTo>
                      <a:pt x="9685" y="0"/>
                    </a:lnTo>
                    <a:lnTo>
                      <a:pt x="0" y="3218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08" name="Google Shape;2410;p47"/>
              <p:cNvSpPr/>
              <p:nvPr/>
            </p:nvSpPr>
            <p:spPr>
              <a:xfrm>
                <a:off x="5070966" y="5337685"/>
                <a:ext cx="47237" cy="49242"/>
              </a:xfrm>
              <a:custGeom>
                <a:avLst/>
                <a:gdLst/>
                <a:ahLst/>
                <a:cxnLst/>
                <a:rect l="l" t="t" r="r" b="b"/>
                <a:pathLst>
                  <a:path w="47237" h="49242" extrusionOk="0">
                    <a:moveTo>
                      <a:pt x="23041" y="49243"/>
                    </a:moveTo>
                    <a:lnTo>
                      <a:pt x="47238" y="7375"/>
                    </a:lnTo>
                    <a:lnTo>
                      <a:pt x="14307" y="0"/>
                    </a:lnTo>
                    <a:lnTo>
                      <a:pt x="0" y="24775"/>
                    </a:lnTo>
                    <a:lnTo>
                      <a:pt x="23041" y="4924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09" name="Google Shape;2411;p47"/>
              <p:cNvSpPr/>
              <p:nvPr/>
            </p:nvSpPr>
            <p:spPr>
              <a:xfrm>
                <a:off x="5070082" y="5417310"/>
                <a:ext cx="46999" cy="49616"/>
              </a:xfrm>
              <a:custGeom>
                <a:avLst/>
                <a:gdLst/>
                <a:ahLst/>
                <a:cxnLst/>
                <a:rect l="l" t="t" r="r" b="b"/>
                <a:pathLst>
                  <a:path w="46999" h="49616" extrusionOk="0">
                    <a:moveTo>
                      <a:pt x="47000" y="41868"/>
                    </a:moveTo>
                    <a:lnTo>
                      <a:pt x="22837" y="0"/>
                    </a:lnTo>
                    <a:lnTo>
                      <a:pt x="0" y="24842"/>
                    </a:lnTo>
                    <a:lnTo>
                      <a:pt x="14273" y="49617"/>
                    </a:lnTo>
                    <a:lnTo>
                      <a:pt x="47000" y="4186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10" name="Google Shape;2412;p47"/>
              <p:cNvSpPr/>
              <p:nvPr/>
            </p:nvSpPr>
            <p:spPr>
              <a:xfrm>
                <a:off x="5142876" y="5475321"/>
                <a:ext cx="48359" cy="32216"/>
              </a:xfrm>
              <a:custGeom>
                <a:avLst/>
                <a:gdLst/>
                <a:ahLst/>
                <a:cxnLst/>
                <a:rect l="l" t="t" r="r" b="b"/>
                <a:pathLst>
                  <a:path w="48359" h="32216" extrusionOk="0">
                    <a:moveTo>
                      <a:pt x="48359" y="0"/>
                    </a:moveTo>
                    <a:lnTo>
                      <a:pt x="0" y="0"/>
                    </a:lnTo>
                    <a:lnTo>
                      <a:pt x="10094" y="32217"/>
                    </a:lnTo>
                    <a:lnTo>
                      <a:pt x="38674" y="32217"/>
                    </a:lnTo>
                    <a:lnTo>
                      <a:pt x="4835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11" name="Google Shape;2413;p47"/>
              <p:cNvSpPr/>
              <p:nvPr/>
            </p:nvSpPr>
            <p:spPr>
              <a:xfrm>
                <a:off x="5218117" y="5419213"/>
                <a:ext cx="47204" cy="49208"/>
              </a:xfrm>
              <a:custGeom>
                <a:avLst/>
                <a:gdLst/>
                <a:ahLst/>
                <a:cxnLst/>
                <a:rect l="l" t="t" r="r" b="b"/>
                <a:pathLst>
                  <a:path w="47204" h="49208" extrusionOk="0">
                    <a:moveTo>
                      <a:pt x="24163" y="0"/>
                    </a:moveTo>
                    <a:lnTo>
                      <a:pt x="0" y="41869"/>
                    </a:lnTo>
                    <a:lnTo>
                      <a:pt x="32897" y="49209"/>
                    </a:lnTo>
                    <a:lnTo>
                      <a:pt x="47204" y="24469"/>
                    </a:lnTo>
                    <a:lnTo>
                      <a:pt x="241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12" name="Google Shape;2414;p47"/>
              <p:cNvSpPr/>
              <p:nvPr/>
            </p:nvSpPr>
            <p:spPr>
              <a:xfrm>
                <a:off x="5219205" y="5339215"/>
                <a:ext cx="46999" cy="49582"/>
              </a:xfrm>
              <a:custGeom>
                <a:avLst/>
                <a:gdLst/>
                <a:ahLst/>
                <a:cxnLst/>
                <a:rect l="l" t="t" r="r" b="b"/>
                <a:pathLst>
                  <a:path w="46999" h="49582" extrusionOk="0">
                    <a:moveTo>
                      <a:pt x="0" y="7714"/>
                    </a:moveTo>
                    <a:lnTo>
                      <a:pt x="24163" y="49583"/>
                    </a:lnTo>
                    <a:lnTo>
                      <a:pt x="47000" y="24740"/>
                    </a:lnTo>
                    <a:lnTo>
                      <a:pt x="32727" y="0"/>
                    </a:lnTo>
                    <a:lnTo>
                      <a:pt x="0" y="77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13" name="Google Shape;2415;p47"/>
              <p:cNvSpPr/>
              <p:nvPr/>
            </p:nvSpPr>
            <p:spPr>
              <a:xfrm>
                <a:off x="5087069" y="5321979"/>
                <a:ext cx="162159" cy="162183"/>
              </a:xfrm>
              <a:custGeom>
                <a:avLst/>
                <a:gdLst/>
                <a:ahLst/>
                <a:cxnLst/>
                <a:rect l="l" t="t" r="r" b="b"/>
                <a:pathLst>
                  <a:path w="162159" h="162183" extrusionOk="0">
                    <a:moveTo>
                      <a:pt x="121600" y="10880"/>
                    </a:moveTo>
                    <a:cubicBezTo>
                      <a:pt x="160376" y="33276"/>
                      <a:pt x="173664" y="82859"/>
                      <a:pt x="151303" y="121635"/>
                    </a:cubicBezTo>
                    <a:cubicBezTo>
                      <a:pt x="128907" y="160411"/>
                      <a:pt x="79324" y="173698"/>
                      <a:pt x="40548" y="151303"/>
                    </a:cubicBezTo>
                    <a:cubicBezTo>
                      <a:pt x="1773" y="128907"/>
                      <a:pt x="-11515" y="79324"/>
                      <a:pt x="10880" y="40549"/>
                    </a:cubicBezTo>
                    <a:cubicBezTo>
                      <a:pt x="33276" y="1773"/>
                      <a:pt x="82859" y="-11515"/>
                      <a:pt x="121634" y="10880"/>
                    </a:cubicBezTo>
                    <a:lnTo>
                      <a:pt x="121634" y="10880"/>
                    </a:lnTo>
                    <a:close/>
                    <a:moveTo>
                      <a:pt x="86393" y="71882"/>
                    </a:moveTo>
                    <a:cubicBezTo>
                      <a:pt x="81329" y="68925"/>
                      <a:pt x="74839" y="70692"/>
                      <a:pt x="71882" y="75756"/>
                    </a:cubicBezTo>
                    <a:cubicBezTo>
                      <a:pt x="68925" y="80820"/>
                      <a:pt x="70692" y="87345"/>
                      <a:pt x="75756" y="90267"/>
                    </a:cubicBezTo>
                    <a:cubicBezTo>
                      <a:pt x="80853" y="93224"/>
                      <a:pt x="87345" y="91457"/>
                      <a:pt x="90267" y="86393"/>
                    </a:cubicBezTo>
                    <a:cubicBezTo>
                      <a:pt x="93190" y="81296"/>
                      <a:pt x="91456" y="74804"/>
                      <a:pt x="86393" y="7188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14" name="Google Shape;2416;p47"/>
              <p:cNvSpPr/>
              <p:nvPr/>
            </p:nvSpPr>
            <p:spPr>
              <a:xfrm>
                <a:off x="5097507" y="5362766"/>
                <a:ext cx="151728" cy="121396"/>
              </a:xfrm>
              <a:custGeom>
                <a:avLst/>
                <a:gdLst/>
                <a:ahLst/>
                <a:cxnLst/>
                <a:rect l="l" t="t" r="r" b="b"/>
                <a:pathLst>
                  <a:path w="151728" h="121396" extrusionOk="0">
                    <a:moveTo>
                      <a:pt x="141000" y="0"/>
                    </a:moveTo>
                    <a:cubicBezTo>
                      <a:pt x="154832" y="24231"/>
                      <a:pt x="155817" y="54953"/>
                      <a:pt x="140865" y="80848"/>
                    </a:cubicBezTo>
                    <a:cubicBezTo>
                      <a:pt x="118469" y="119624"/>
                      <a:pt x="68886" y="132912"/>
                      <a:pt x="30110" y="110517"/>
                    </a:cubicBezTo>
                    <a:cubicBezTo>
                      <a:pt x="17060" y="102972"/>
                      <a:pt x="6899" y="92335"/>
                      <a:pt x="0" y="80067"/>
                    </a:cubicBezTo>
                    <a:lnTo>
                      <a:pt x="61239" y="45301"/>
                    </a:lnTo>
                    <a:cubicBezTo>
                      <a:pt x="62157" y="47000"/>
                      <a:pt x="63517" y="48495"/>
                      <a:pt x="65317" y="49549"/>
                    </a:cubicBezTo>
                    <a:cubicBezTo>
                      <a:pt x="70415" y="52472"/>
                      <a:pt x="76906" y="50739"/>
                      <a:pt x="79829" y="45641"/>
                    </a:cubicBezTo>
                    <a:cubicBezTo>
                      <a:pt x="81834" y="42174"/>
                      <a:pt x="81664" y="37994"/>
                      <a:pt x="79727" y="34800"/>
                    </a:cubicBezTo>
                    <a:lnTo>
                      <a:pt x="1410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378" name="Google Shape;2417;p47"/>
            <p:cNvGrpSpPr/>
            <p:nvPr/>
          </p:nvGrpSpPr>
          <p:grpSpPr>
            <a:xfrm>
              <a:off x="4811701" y="4971239"/>
              <a:ext cx="105112" cy="105112"/>
              <a:chOff x="4811701" y="5321339"/>
              <a:chExt cx="105112" cy="105112"/>
            </a:xfrm>
          </p:grpSpPr>
          <p:sp>
            <p:nvSpPr>
              <p:cNvPr id="1394" name="Google Shape;2418;p47"/>
              <p:cNvSpPr/>
              <p:nvPr/>
            </p:nvSpPr>
            <p:spPr>
              <a:xfrm>
                <a:off x="4822818" y="5333087"/>
                <a:ext cx="81602" cy="81583"/>
              </a:xfrm>
              <a:custGeom>
                <a:avLst/>
                <a:gdLst/>
                <a:ahLst/>
                <a:cxnLst/>
                <a:rect l="l" t="t" r="r" b="b"/>
                <a:pathLst>
                  <a:path w="81602" h="81583" extrusionOk="0">
                    <a:moveTo>
                      <a:pt x="61201" y="5482"/>
                    </a:moveTo>
                    <a:cubicBezTo>
                      <a:pt x="80708" y="16731"/>
                      <a:pt x="87403" y="41675"/>
                      <a:pt x="76120" y="61182"/>
                    </a:cubicBezTo>
                    <a:cubicBezTo>
                      <a:pt x="64871" y="80689"/>
                      <a:pt x="39893" y="87384"/>
                      <a:pt x="20386" y="76101"/>
                    </a:cubicBezTo>
                    <a:cubicBezTo>
                      <a:pt x="879" y="64852"/>
                      <a:pt x="-5782" y="39908"/>
                      <a:pt x="5467" y="20401"/>
                    </a:cubicBezTo>
                    <a:cubicBezTo>
                      <a:pt x="16716" y="894"/>
                      <a:pt x="41694" y="-5800"/>
                      <a:pt x="61201" y="5482"/>
                    </a:cubicBezTo>
                    <a:lnTo>
                      <a:pt x="61201" y="5482"/>
                    </a:lnTo>
                    <a:close/>
                    <a:moveTo>
                      <a:pt x="43461" y="36170"/>
                    </a:moveTo>
                    <a:cubicBezTo>
                      <a:pt x="40912" y="34674"/>
                      <a:pt x="37650" y="35558"/>
                      <a:pt x="36155" y="38107"/>
                    </a:cubicBezTo>
                    <a:cubicBezTo>
                      <a:pt x="34660" y="40690"/>
                      <a:pt x="35543" y="43952"/>
                      <a:pt x="38126" y="45414"/>
                    </a:cubicBezTo>
                    <a:cubicBezTo>
                      <a:pt x="40675" y="46875"/>
                      <a:pt x="43937" y="45991"/>
                      <a:pt x="45433" y="43477"/>
                    </a:cubicBezTo>
                    <a:cubicBezTo>
                      <a:pt x="46928" y="40928"/>
                      <a:pt x="46010" y="37631"/>
                      <a:pt x="43495" y="3617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95" name="Google Shape;2419;p47"/>
              <p:cNvSpPr/>
              <p:nvPr/>
            </p:nvSpPr>
            <p:spPr>
              <a:xfrm>
                <a:off x="4852006" y="5321339"/>
                <a:ext cx="24332" cy="16210"/>
              </a:xfrm>
              <a:custGeom>
                <a:avLst/>
                <a:gdLst/>
                <a:ahLst/>
                <a:cxnLst/>
                <a:rect l="l" t="t" r="r" b="b"/>
                <a:pathLst>
                  <a:path w="24332" h="16210" extrusionOk="0">
                    <a:moveTo>
                      <a:pt x="0" y="16211"/>
                    </a:moveTo>
                    <a:lnTo>
                      <a:pt x="24333" y="16211"/>
                    </a:lnTo>
                    <a:lnTo>
                      <a:pt x="19269" y="0"/>
                    </a:lnTo>
                    <a:lnTo>
                      <a:pt x="4860" y="0"/>
                    </a:lnTo>
                    <a:lnTo>
                      <a:pt x="0" y="1621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96" name="Google Shape;2420;p47"/>
              <p:cNvSpPr/>
              <p:nvPr/>
            </p:nvSpPr>
            <p:spPr>
              <a:xfrm>
                <a:off x="4872396" y="5324364"/>
                <a:ext cx="24740" cy="23754"/>
              </a:xfrm>
              <a:custGeom>
                <a:avLst/>
                <a:gdLst/>
                <a:ahLst/>
                <a:cxnLst/>
                <a:rect l="l" t="t" r="r" b="b"/>
                <a:pathLst>
                  <a:path w="24740" h="23754" extrusionOk="0">
                    <a:moveTo>
                      <a:pt x="0" y="11588"/>
                    </a:moveTo>
                    <a:lnTo>
                      <a:pt x="21036" y="23755"/>
                    </a:lnTo>
                    <a:lnTo>
                      <a:pt x="24741" y="7205"/>
                    </a:lnTo>
                    <a:lnTo>
                      <a:pt x="12302" y="0"/>
                    </a:lnTo>
                    <a:lnTo>
                      <a:pt x="0" y="1158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97" name="Google Shape;2421;p47"/>
              <p:cNvSpPr/>
              <p:nvPr/>
            </p:nvSpPr>
            <p:spPr>
              <a:xfrm>
                <a:off x="4814725" y="5341016"/>
                <a:ext cx="23754" cy="24774"/>
              </a:xfrm>
              <a:custGeom>
                <a:avLst/>
                <a:gdLst/>
                <a:ahLst/>
                <a:cxnLst/>
                <a:rect l="l" t="t" r="r" b="b"/>
                <a:pathLst>
                  <a:path w="23754" h="24774" extrusionOk="0">
                    <a:moveTo>
                      <a:pt x="11622" y="24775"/>
                    </a:moveTo>
                    <a:lnTo>
                      <a:pt x="23755" y="3705"/>
                    </a:lnTo>
                    <a:lnTo>
                      <a:pt x="7205" y="0"/>
                    </a:lnTo>
                    <a:lnTo>
                      <a:pt x="0" y="12438"/>
                    </a:lnTo>
                    <a:lnTo>
                      <a:pt x="11622" y="2477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98" name="Google Shape;2422;p47"/>
              <p:cNvSpPr/>
              <p:nvPr/>
            </p:nvSpPr>
            <p:spPr>
              <a:xfrm>
                <a:off x="4832125" y="5323922"/>
                <a:ext cx="24944" cy="23652"/>
              </a:xfrm>
              <a:custGeom>
                <a:avLst/>
                <a:gdLst/>
                <a:ahLst/>
                <a:cxnLst/>
                <a:rect l="l" t="t" r="r" b="b"/>
                <a:pathLst>
                  <a:path w="24944" h="23652" extrusionOk="0">
                    <a:moveTo>
                      <a:pt x="3874" y="23653"/>
                    </a:moveTo>
                    <a:lnTo>
                      <a:pt x="24944" y="11487"/>
                    </a:lnTo>
                    <a:lnTo>
                      <a:pt x="12438" y="0"/>
                    </a:lnTo>
                    <a:lnTo>
                      <a:pt x="0" y="7171"/>
                    </a:lnTo>
                    <a:lnTo>
                      <a:pt x="3874" y="2365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99" name="Google Shape;2423;p47"/>
              <p:cNvSpPr/>
              <p:nvPr/>
            </p:nvSpPr>
            <p:spPr>
              <a:xfrm>
                <a:off x="4814283" y="5381083"/>
                <a:ext cx="23652" cy="24944"/>
              </a:xfrm>
              <a:custGeom>
                <a:avLst/>
                <a:gdLst/>
                <a:ahLst/>
                <a:cxnLst/>
                <a:rect l="l" t="t" r="r" b="b"/>
                <a:pathLst>
                  <a:path w="23652" h="24944" extrusionOk="0">
                    <a:moveTo>
                      <a:pt x="23653" y="21070"/>
                    </a:moveTo>
                    <a:lnTo>
                      <a:pt x="11487" y="0"/>
                    </a:lnTo>
                    <a:lnTo>
                      <a:pt x="0" y="12506"/>
                    </a:lnTo>
                    <a:lnTo>
                      <a:pt x="7205" y="24944"/>
                    </a:lnTo>
                    <a:lnTo>
                      <a:pt x="23653" y="2107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00" name="Google Shape;2424;p47"/>
              <p:cNvSpPr/>
              <p:nvPr/>
            </p:nvSpPr>
            <p:spPr>
              <a:xfrm>
                <a:off x="4811701" y="5360557"/>
                <a:ext cx="16176" cy="24298"/>
              </a:xfrm>
              <a:custGeom>
                <a:avLst/>
                <a:gdLst/>
                <a:ahLst/>
                <a:cxnLst/>
                <a:rect l="l" t="t" r="r" b="b"/>
                <a:pathLst>
                  <a:path w="16176" h="24298" extrusionOk="0">
                    <a:moveTo>
                      <a:pt x="16176" y="24299"/>
                    </a:moveTo>
                    <a:lnTo>
                      <a:pt x="16176" y="0"/>
                    </a:lnTo>
                    <a:lnTo>
                      <a:pt x="0" y="5064"/>
                    </a:lnTo>
                    <a:lnTo>
                      <a:pt x="0" y="19439"/>
                    </a:lnTo>
                    <a:lnTo>
                      <a:pt x="16176" y="2429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01" name="Google Shape;2425;p47"/>
              <p:cNvSpPr/>
              <p:nvPr/>
            </p:nvSpPr>
            <p:spPr>
              <a:xfrm>
                <a:off x="4850918" y="5410275"/>
                <a:ext cx="24332" cy="16176"/>
              </a:xfrm>
              <a:custGeom>
                <a:avLst/>
                <a:gdLst/>
                <a:ahLst/>
                <a:cxnLst/>
                <a:rect l="l" t="t" r="r" b="b"/>
                <a:pathLst>
                  <a:path w="24332" h="16176" extrusionOk="0">
                    <a:moveTo>
                      <a:pt x="24332" y="0"/>
                    </a:moveTo>
                    <a:lnTo>
                      <a:pt x="0" y="0"/>
                    </a:lnTo>
                    <a:lnTo>
                      <a:pt x="5098" y="16176"/>
                    </a:lnTo>
                    <a:lnTo>
                      <a:pt x="19439" y="16176"/>
                    </a:lnTo>
                    <a:lnTo>
                      <a:pt x="2433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02" name="Google Shape;2426;p47"/>
              <p:cNvSpPr/>
              <p:nvPr/>
            </p:nvSpPr>
            <p:spPr>
              <a:xfrm>
                <a:off x="4831344" y="5398381"/>
                <a:ext cx="24774" cy="23788"/>
              </a:xfrm>
              <a:custGeom>
                <a:avLst/>
                <a:gdLst/>
                <a:ahLst/>
                <a:cxnLst/>
                <a:rect l="l" t="t" r="r" b="b"/>
                <a:pathLst>
                  <a:path w="24774" h="23788" extrusionOk="0">
                    <a:moveTo>
                      <a:pt x="24774" y="12201"/>
                    </a:moveTo>
                    <a:lnTo>
                      <a:pt x="3704" y="0"/>
                    </a:lnTo>
                    <a:lnTo>
                      <a:pt x="0" y="16584"/>
                    </a:lnTo>
                    <a:lnTo>
                      <a:pt x="12472" y="23789"/>
                    </a:lnTo>
                    <a:lnTo>
                      <a:pt x="24774" y="1220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03" name="Google Shape;2427;p47"/>
              <p:cNvSpPr/>
              <p:nvPr/>
            </p:nvSpPr>
            <p:spPr>
              <a:xfrm>
                <a:off x="4888776" y="5382001"/>
                <a:ext cx="23755" cy="24808"/>
              </a:xfrm>
              <a:custGeom>
                <a:avLst/>
                <a:gdLst/>
                <a:ahLst/>
                <a:cxnLst/>
                <a:rect l="l" t="t" r="r" b="b"/>
                <a:pathLst>
                  <a:path w="23755" h="24808" extrusionOk="0">
                    <a:moveTo>
                      <a:pt x="12167" y="0"/>
                    </a:moveTo>
                    <a:lnTo>
                      <a:pt x="0" y="21070"/>
                    </a:lnTo>
                    <a:lnTo>
                      <a:pt x="16551" y="24808"/>
                    </a:lnTo>
                    <a:lnTo>
                      <a:pt x="23755" y="12336"/>
                    </a:lnTo>
                    <a:lnTo>
                      <a:pt x="121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04" name="Google Shape;2428;p47"/>
              <p:cNvSpPr/>
              <p:nvPr/>
            </p:nvSpPr>
            <p:spPr>
              <a:xfrm>
                <a:off x="4871445" y="5398959"/>
                <a:ext cx="24944" cy="23618"/>
              </a:xfrm>
              <a:custGeom>
                <a:avLst/>
                <a:gdLst/>
                <a:ahLst/>
                <a:cxnLst/>
                <a:rect l="l" t="t" r="r" b="b"/>
                <a:pathLst>
                  <a:path w="24944" h="23618" extrusionOk="0">
                    <a:moveTo>
                      <a:pt x="21070" y="0"/>
                    </a:moveTo>
                    <a:lnTo>
                      <a:pt x="0" y="12132"/>
                    </a:lnTo>
                    <a:lnTo>
                      <a:pt x="12472" y="23619"/>
                    </a:lnTo>
                    <a:lnTo>
                      <a:pt x="24945" y="16448"/>
                    </a:lnTo>
                    <a:lnTo>
                      <a:pt x="2107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05" name="Google Shape;2429;p47"/>
              <p:cNvSpPr/>
              <p:nvPr/>
            </p:nvSpPr>
            <p:spPr>
              <a:xfrm>
                <a:off x="4889320" y="5341764"/>
                <a:ext cx="23653" cy="24944"/>
              </a:xfrm>
              <a:custGeom>
                <a:avLst/>
                <a:gdLst/>
                <a:ahLst/>
                <a:cxnLst/>
                <a:rect l="l" t="t" r="r" b="b"/>
                <a:pathLst>
                  <a:path w="23653" h="24944" extrusionOk="0">
                    <a:moveTo>
                      <a:pt x="0" y="3874"/>
                    </a:moveTo>
                    <a:lnTo>
                      <a:pt x="12167" y="24944"/>
                    </a:lnTo>
                    <a:lnTo>
                      <a:pt x="23653" y="12472"/>
                    </a:lnTo>
                    <a:lnTo>
                      <a:pt x="16482" y="0"/>
                    </a:lnTo>
                    <a:lnTo>
                      <a:pt x="0" y="387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06" name="Google Shape;2430;p47"/>
              <p:cNvSpPr/>
              <p:nvPr/>
            </p:nvSpPr>
            <p:spPr>
              <a:xfrm>
                <a:off x="4900637" y="5361644"/>
                <a:ext cx="16176" cy="24332"/>
              </a:xfrm>
              <a:custGeom>
                <a:avLst/>
                <a:gdLst/>
                <a:ahLst/>
                <a:cxnLst/>
                <a:rect l="l" t="t" r="r" b="b"/>
                <a:pathLst>
                  <a:path w="16176" h="24332" extrusionOk="0">
                    <a:moveTo>
                      <a:pt x="0" y="0"/>
                    </a:moveTo>
                    <a:lnTo>
                      <a:pt x="0" y="24333"/>
                    </a:lnTo>
                    <a:lnTo>
                      <a:pt x="16176" y="19269"/>
                    </a:lnTo>
                    <a:lnTo>
                      <a:pt x="16176" y="48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379" name="Google Shape;2431;p47"/>
            <p:cNvGrpSpPr/>
            <p:nvPr/>
          </p:nvGrpSpPr>
          <p:grpSpPr>
            <a:xfrm>
              <a:off x="5258082" y="5047092"/>
              <a:ext cx="143650" cy="144738"/>
              <a:chOff x="5258082" y="5397192"/>
              <a:chExt cx="143650" cy="144738"/>
            </a:xfrm>
          </p:grpSpPr>
          <p:sp>
            <p:nvSpPr>
              <p:cNvPr id="1392" name="Google Shape;2432;p47"/>
              <p:cNvSpPr/>
              <p:nvPr/>
            </p:nvSpPr>
            <p:spPr>
              <a:xfrm>
                <a:off x="5258082" y="5397192"/>
                <a:ext cx="143650" cy="144738"/>
              </a:xfrm>
              <a:custGeom>
                <a:avLst/>
                <a:gdLst/>
                <a:ahLst/>
                <a:cxnLst/>
                <a:rect l="l" t="t" r="r" b="b"/>
                <a:pathLst>
                  <a:path w="143650" h="144738" extrusionOk="0">
                    <a:moveTo>
                      <a:pt x="78130" y="12506"/>
                    </a:moveTo>
                    <a:cubicBezTo>
                      <a:pt x="80882" y="12778"/>
                      <a:pt x="83533" y="13254"/>
                      <a:pt x="86150" y="13899"/>
                    </a:cubicBezTo>
                    <a:lnTo>
                      <a:pt x="93457" y="3093"/>
                    </a:lnTo>
                    <a:lnTo>
                      <a:pt x="99471" y="5302"/>
                    </a:lnTo>
                    <a:lnTo>
                      <a:pt x="98214" y="18283"/>
                    </a:lnTo>
                    <a:cubicBezTo>
                      <a:pt x="100661" y="19473"/>
                      <a:pt x="103006" y="20832"/>
                      <a:pt x="105249" y="22361"/>
                    </a:cubicBezTo>
                    <a:lnTo>
                      <a:pt x="115784" y="14681"/>
                    </a:lnTo>
                    <a:lnTo>
                      <a:pt x="120678" y="18793"/>
                    </a:lnTo>
                    <a:lnTo>
                      <a:pt x="115036" y="30552"/>
                    </a:lnTo>
                    <a:cubicBezTo>
                      <a:pt x="116940" y="32489"/>
                      <a:pt x="118673" y="34562"/>
                      <a:pt x="120270" y="36771"/>
                    </a:cubicBezTo>
                    <a:lnTo>
                      <a:pt x="132810" y="33169"/>
                    </a:lnTo>
                    <a:lnTo>
                      <a:pt x="136038" y="38742"/>
                    </a:lnTo>
                    <a:lnTo>
                      <a:pt x="126693" y="47850"/>
                    </a:lnTo>
                    <a:cubicBezTo>
                      <a:pt x="127780" y="50297"/>
                      <a:pt x="128732" y="52846"/>
                      <a:pt x="129480" y="55496"/>
                    </a:cubicBezTo>
                    <a:lnTo>
                      <a:pt x="142496" y="56414"/>
                    </a:lnTo>
                    <a:lnTo>
                      <a:pt x="143617" y="62735"/>
                    </a:lnTo>
                    <a:lnTo>
                      <a:pt x="131723" y="68138"/>
                    </a:lnTo>
                    <a:cubicBezTo>
                      <a:pt x="131824" y="69498"/>
                      <a:pt x="131858" y="70891"/>
                      <a:pt x="131858" y="72284"/>
                    </a:cubicBezTo>
                    <a:cubicBezTo>
                      <a:pt x="131858" y="73678"/>
                      <a:pt x="131858" y="74935"/>
                      <a:pt x="131756" y="76261"/>
                    </a:cubicBezTo>
                    <a:lnTo>
                      <a:pt x="143651" y="81562"/>
                    </a:lnTo>
                    <a:lnTo>
                      <a:pt x="142564" y="87883"/>
                    </a:lnTo>
                    <a:lnTo>
                      <a:pt x="129548" y="88903"/>
                    </a:lnTo>
                    <a:cubicBezTo>
                      <a:pt x="128800" y="91519"/>
                      <a:pt x="127882" y="94068"/>
                      <a:pt x="126795" y="96549"/>
                    </a:cubicBezTo>
                    <a:lnTo>
                      <a:pt x="136174" y="105589"/>
                    </a:lnTo>
                    <a:lnTo>
                      <a:pt x="132946" y="111128"/>
                    </a:lnTo>
                    <a:lnTo>
                      <a:pt x="120372" y="107628"/>
                    </a:lnTo>
                    <a:cubicBezTo>
                      <a:pt x="118775" y="109803"/>
                      <a:pt x="117042" y="111910"/>
                      <a:pt x="115206" y="113847"/>
                    </a:cubicBezTo>
                    <a:lnTo>
                      <a:pt x="120949" y="125605"/>
                    </a:lnTo>
                    <a:lnTo>
                      <a:pt x="116022" y="129718"/>
                    </a:lnTo>
                    <a:lnTo>
                      <a:pt x="105385" y="122139"/>
                    </a:lnTo>
                    <a:cubicBezTo>
                      <a:pt x="103142" y="123634"/>
                      <a:pt x="100831" y="125028"/>
                      <a:pt x="98384" y="126217"/>
                    </a:cubicBezTo>
                    <a:lnTo>
                      <a:pt x="99743" y="139199"/>
                    </a:lnTo>
                    <a:lnTo>
                      <a:pt x="93728" y="141374"/>
                    </a:lnTo>
                    <a:lnTo>
                      <a:pt x="86354" y="130635"/>
                    </a:lnTo>
                    <a:cubicBezTo>
                      <a:pt x="83771" y="131281"/>
                      <a:pt x="81086" y="131757"/>
                      <a:pt x="78367" y="132062"/>
                    </a:cubicBezTo>
                    <a:lnTo>
                      <a:pt x="75207" y="144738"/>
                    </a:lnTo>
                    <a:lnTo>
                      <a:pt x="68784" y="144738"/>
                    </a:lnTo>
                    <a:lnTo>
                      <a:pt x="65521" y="132096"/>
                    </a:lnTo>
                    <a:cubicBezTo>
                      <a:pt x="62803" y="131791"/>
                      <a:pt x="60152" y="131349"/>
                      <a:pt x="57535" y="130703"/>
                    </a:cubicBezTo>
                    <a:lnTo>
                      <a:pt x="50229" y="141510"/>
                    </a:lnTo>
                    <a:lnTo>
                      <a:pt x="44213" y="139301"/>
                    </a:lnTo>
                    <a:lnTo>
                      <a:pt x="45471" y="126319"/>
                    </a:lnTo>
                    <a:cubicBezTo>
                      <a:pt x="43024" y="125130"/>
                      <a:pt x="40679" y="123770"/>
                      <a:pt x="38436" y="122275"/>
                    </a:cubicBezTo>
                    <a:lnTo>
                      <a:pt x="27867" y="129955"/>
                    </a:lnTo>
                    <a:lnTo>
                      <a:pt x="22939" y="125843"/>
                    </a:lnTo>
                    <a:lnTo>
                      <a:pt x="28581" y="114051"/>
                    </a:lnTo>
                    <a:cubicBezTo>
                      <a:pt x="26711" y="112114"/>
                      <a:pt x="24944" y="110041"/>
                      <a:pt x="23347" y="107866"/>
                    </a:cubicBezTo>
                    <a:lnTo>
                      <a:pt x="10807" y="111468"/>
                    </a:lnTo>
                    <a:lnTo>
                      <a:pt x="7612" y="105929"/>
                    </a:lnTo>
                    <a:lnTo>
                      <a:pt x="16924" y="96787"/>
                    </a:lnTo>
                    <a:cubicBezTo>
                      <a:pt x="15837" y="94340"/>
                      <a:pt x="14885" y="91791"/>
                      <a:pt x="14138" y="89174"/>
                    </a:cubicBezTo>
                    <a:lnTo>
                      <a:pt x="1121" y="88257"/>
                    </a:lnTo>
                    <a:lnTo>
                      <a:pt x="34" y="81936"/>
                    </a:lnTo>
                    <a:lnTo>
                      <a:pt x="11928" y="76566"/>
                    </a:lnTo>
                    <a:cubicBezTo>
                      <a:pt x="11826" y="75173"/>
                      <a:pt x="11792" y="73813"/>
                      <a:pt x="11792" y="72386"/>
                    </a:cubicBezTo>
                    <a:cubicBezTo>
                      <a:pt x="11792" y="71061"/>
                      <a:pt x="11860" y="69770"/>
                      <a:pt x="11928" y="68444"/>
                    </a:cubicBezTo>
                    <a:lnTo>
                      <a:pt x="0" y="63142"/>
                    </a:lnTo>
                    <a:lnTo>
                      <a:pt x="1121" y="56821"/>
                    </a:lnTo>
                    <a:lnTo>
                      <a:pt x="14138" y="55802"/>
                    </a:lnTo>
                    <a:cubicBezTo>
                      <a:pt x="14885" y="53185"/>
                      <a:pt x="15803" y="50636"/>
                      <a:pt x="16890" y="48190"/>
                    </a:cubicBezTo>
                    <a:lnTo>
                      <a:pt x="7510" y="39150"/>
                    </a:lnTo>
                    <a:lnTo>
                      <a:pt x="10705" y="33576"/>
                    </a:lnTo>
                    <a:lnTo>
                      <a:pt x="23279" y="37077"/>
                    </a:lnTo>
                    <a:cubicBezTo>
                      <a:pt x="24877" y="34868"/>
                      <a:pt x="26609" y="32795"/>
                      <a:pt x="28479" y="30857"/>
                    </a:cubicBezTo>
                    <a:lnTo>
                      <a:pt x="22736" y="19133"/>
                    </a:lnTo>
                    <a:lnTo>
                      <a:pt x="27663" y="15021"/>
                    </a:lnTo>
                    <a:lnTo>
                      <a:pt x="38300" y="22600"/>
                    </a:lnTo>
                    <a:cubicBezTo>
                      <a:pt x="40543" y="21070"/>
                      <a:pt x="42888" y="19711"/>
                      <a:pt x="45301" y="18522"/>
                    </a:cubicBezTo>
                    <a:lnTo>
                      <a:pt x="43908" y="5573"/>
                    </a:lnTo>
                    <a:lnTo>
                      <a:pt x="49957" y="3364"/>
                    </a:lnTo>
                    <a:lnTo>
                      <a:pt x="57331" y="14104"/>
                    </a:lnTo>
                    <a:cubicBezTo>
                      <a:pt x="59948" y="13458"/>
                      <a:pt x="62599" y="12982"/>
                      <a:pt x="65318" y="12676"/>
                    </a:cubicBezTo>
                    <a:lnTo>
                      <a:pt x="68444" y="0"/>
                    </a:lnTo>
                    <a:lnTo>
                      <a:pt x="74867" y="0"/>
                    </a:lnTo>
                    <a:lnTo>
                      <a:pt x="78130" y="12642"/>
                    </a:lnTo>
                    <a:lnTo>
                      <a:pt x="78130" y="12642"/>
                    </a:lnTo>
                    <a:close/>
                    <a:moveTo>
                      <a:pt x="71809" y="62701"/>
                    </a:moveTo>
                    <a:cubicBezTo>
                      <a:pt x="66575" y="62701"/>
                      <a:pt x="62293" y="66983"/>
                      <a:pt x="62293" y="72216"/>
                    </a:cubicBezTo>
                    <a:cubicBezTo>
                      <a:pt x="62293" y="77450"/>
                      <a:pt x="66575" y="81732"/>
                      <a:pt x="71809" y="81732"/>
                    </a:cubicBezTo>
                    <a:cubicBezTo>
                      <a:pt x="77042" y="81732"/>
                      <a:pt x="81324" y="77484"/>
                      <a:pt x="81324" y="72216"/>
                    </a:cubicBezTo>
                    <a:cubicBezTo>
                      <a:pt x="81324" y="66949"/>
                      <a:pt x="77076" y="62701"/>
                      <a:pt x="71809" y="62701"/>
                    </a:cubicBezTo>
                    <a:lnTo>
                      <a:pt x="71809" y="62701"/>
                    </a:lnTo>
                    <a:close/>
                    <a:moveTo>
                      <a:pt x="80611" y="56991"/>
                    </a:moveTo>
                    <a:lnTo>
                      <a:pt x="101783" y="31775"/>
                    </a:lnTo>
                    <a:cubicBezTo>
                      <a:pt x="98724" y="29498"/>
                      <a:pt x="95393" y="27595"/>
                      <a:pt x="91893" y="26066"/>
                    </a:cubicBezTo>
                    <a:lnTo>
                      <a:pt x="80611" y="56991"/>
                    </a:lnTo>
                    <a:lnTo>
                      <a:pt x="80611" y="56991"/>
                    </a:lnTo>
                    <a:close/>
                    <a:moveTo>
                      <a:pt x="86116" y="23959"/>
                    </a:moveTo>
                    <a:cubicBezTo>
                      <a:pt x="82513" y="22905"/>
                      <a:pt x="78741" y="22226"/>
                      <a:pt x="74867" y="22022"/>
                    </a:cubicBezTo>
                    <a:lnTo>
                      <a:pt x="74867" y="54918"/>
                    </a:lnTo>
                    <a:lnTo>
                      <a:pt x="86116" y="23993"/>
                    </a:lnTo>
                    <a:lnTo>
                      <a:pt x="86116" y="23993"/>
                    </a:lnTo>
                    <a:close/>
                    <a:moveTo>
                      <a:pt x="85300" y="60900"/>
                    </a:moveTo>
                    <a:lnTo>
                      <a:pt x="113813" y="44451"/>
                    </a:lnTo>
                    <a:cubicBezTo>
                      <a:pt x="111706" y="41257"/>
                      <a:pt x="109225" y="38334"/>
                      <a:pt x="106472" y="35717"/>
                    </a:cubicBezTo>
                    <a:lnTo>
                      <a:pt x="85334" y="60900"/>
                    </a:lnTo>
                    <a:lnTo>
                      <a:pt x="85334" y="60900"/>
                    </a:lnTo>
                    <a:close/>
                    <a:moveTo>
                      <a:pt x="88359" y="66167"/>
                    </a:moveTo>
                    <a:lnTo>
                      <a:pt x="120745" y="60492"/>
                    </a:lnTo>
                    <a:cubicBezTo>
                      <a:pt x="119829" y="56720"/>
                      <a:pt x="118503" y="53117"/>
                      <a:pt x="116838" y="49753"/>
                    </a:cubicBezTo>
                    <a:lnTo>
                      <a:pt x="88359" y="66167"/>
                    </a:lnTo>
                    <a:lnTo>
                      <a:pt x="88359" y="66167"/>
                    </a:lnTo>
                    <a:close/>
                    <a:moveTo>
                      <a:pt x="89412" y="72216"/>
                    </a:moveTo>
                    <a:lnTo>
                      <a:pt x="121833" y="77926"/>
                    </a:lnTo>
                    <a:cubicBezTo>
                      <a:pt x="122037" y="76057"/>
                      <a:pt x="122139" y="74154"/>
                      <a:pt x="122139" y="72216"/>
                    </a:cubicBezTo>
                    <a:cubicBezTo>
                      <a:pt x="122139" y="70279"/>
                      <a:pt x="122037" y="68376"/>
                      <a:pt x="121833" y="66507"/>
                    </a:cubicBezTo>
                    <a:lnTo>
                      <a:pt x="89412" y="72216"/>
                    </a:lnTo>
                    <a:lnTo>
                      <a:pt x="89412" y="72216"/>
                    </a:lnTo>
                    <a:close/>
                    <a:moveTo>
                      <a:pt x="88359" y="78232"/>
                    </a:moveTo>
                    <a:lnTo>
                      <a:pt x="116838" y="94680"/>
                    </a:lnTo>
                    <a:cubicBezTo>
                      <a:pt x="118537" y="91281"/>
                      <a:pt x="119829" y="87713"/>
                      <a:pt x="120745" y="83941"/>
                    </a:cubicBezTo>
                    <a:lnTo>
                      <a:pt x="88359" y="78198"/>
                    </a:lnTo>
                    <a:lnTo>
                      <a:pt x="88359" y="78198"/>
                    </a:lnTo>
                    <a:close/>
                    <a:moveTo>
                      <a:pt x="85300" y="83533"/>
                    </a:moveTo>
                    <a:lnTo>
                      <a:pt x="106438" y="108715"/>
                    </a:lnTo>
                    <a:cubicBezTo>
                      <a:pt x="109225" y="106098"/>
                      <a:pt x="111672" y="103142"/>
                      <a:pt x="113779" y="99982"/>
                    </a:cubicBezTo>
                    <a:lnTo>
                      <a:pt x="85300" y="83533"/>
                    </a:lnTo>
                    <a:lnTo>
                      <a:pt x="85300" y="83533"/>
                    </a:lnTo>
                    <a:close/>
                    <a:moveTo>
                      <a:pt x="80611" y="87475"/>
                    </a:moveTo>
                    <a:lnTo>
                      <a:pt x="91893" y="118401"/>
                    </a:lnTo>
                    <a:cubicBezTo>
                      <a:pt x="95393" y="116872"/>
                      <a:pt x="98724" y="114935"/>
                      <a:pt x="101749" y="112658"/>
                    </a:cubicBezTo>
                    <a:lnTo>
                      <a:pt x="80611" y="87475"/>
                    </a:lnTo>
                    <a:lnTo>
                      <a:pt x="80611" y="87475"/>
                    </a:lnTo>
                    <a:close/>
                    <a:moveTo>
                      <a:pt x="74901" y="89548"/>
                    </a:moveTo>
                    <a:lnTo>
                      <a:pt x="74901" y="122445"/>
                    </a:lnTo>
                    <a:cubicBezTo>
                      <a:pt x="78775" y="122207"/>
                      <a:pt x="82547" y="121527"/>
                      <a:pt x="86150" y="120474"/>
                    </a:cubicBezTo>
                    <a:lnTo>
                      <a:pt x="74901" y="89548"/>
                    </a:lnTo>
                    <a:lnTo>
                      <a:pt x="74901" y="89548"/>
                    </a:lnTo>
                    <a:close/>
                    <a:moveTo>
                      <a:pt x="68784" y="89548"/>
                    </a:moveTo>
                    <a:lnTo>
                      <a:pt x="57535" y="120474"/>
                    </a:lnTo>
                    <a:cubicBezTo>
                      <a:pt x="61138" y="121527"/>
                      <a:pt x="64910" y="122207"/>
                      <a:pt x="68784" y="122445"/>
                    </a:cubicBezTo>
                    <a:lnTo>
                      <a:pt x="68784" y="89548"/>
                    </a:lnTo>
                    <a:lnTo>
                      <a:pt x="68784" y="89548"/>
                    </a:lnTo>
                    <a:close/>
                    <a:moveTo>
                      <a:pt x="63040" y="87475"/>
                    </a:moveTo>
                    <a:lnTo>
                      <a:pt x="41902" y="112658"/>
                    </a:lnTo>
                    <a:cubicBezTo>
                      <a:pt x="44961" y="114935"/>
                      <a:pt x="48258" y="116838"/>
                      <a:pt x="51792" y="118367"/>
                    </a:cubicBezTo>
                    <a:lnTo>
                      <a:pt x="63040" y="87441"/>
                    </a:lnTo>
                    <a:lnTo>
                      <a:pt x="63040" y="87441"/>
                    </a:lnTo>
                    <a:close/>
                    <a:moveTo>
                      <a:pt x="58351" y="83533"/>
                    </a:moveTo>
                    <a:lnTo>
                      <a:pt x="29872" y="99982"/>
                    </a:lnTo>
                    <a:cubicBezTo>
                      <a:pt x="31979" y="103176"/>
                      <a:pt x="34460" y="106098"/>
                      <a:pt x="37213" y="108715"/>
                    </a:cubicBezTo>
                    <a:lnTo>
                      <a:pt x="58351" y="83533"/>
                    </a:lnTo>
                    <a:lnTo>
                      <a:pt x="58351" y="83533"/>
                    </a:lnTo>
                    <a:close/>
                    <a:moveTo>
                      <a:pt x="55292" y="78232"/>
                    </a:moveTo>
                    <a:lnTo>
                      <a:pt x="22871" y="83975"/>
                    </a:lnTo>
                    <a:cubicBezTo>
                      <a:pt x="23789" y="87747"/>
                      <a:pt x="25114" y="91315"/>
                      <a:pt x="26814" y="94714"/>
                    </a:cubicBezTo>
                    <a:lnTo>
                      <a:pt x="55292" y="78266"/>
                    </a:lnTo>
                    <a:lnTo>
                      <a:pt x="55292" y="78266"/>
                    </a:lnTo>
                    <a:close/>
                    <a:moveTo>
                      <a:pt x="54239" y="72216"/>
                    </a:moveTo>
                    <a:lnTo>
                      <a:pt x="21852" y="66507"/>
                    </a:lnTo>
                    <a:cubicBezTo>
                      <a:pt x="21648" y="68376"/>
                      <a:pt x="21546" y="70313"/>
                      <a:pt x="21546" y="72216"/>
                    </a:cubicBezTo>
                    <a:cubicBezTo>
                      <a:pt x="21546" y="74120"/>
                      <a:pt x="21648" y="76057"/>
                      <a:pt x="21886" y="77926"/>
                    </a:cubicBezTo>
                    <a:lnTo>
                      <a:pt x="54273" y="72216"/>
                    </a:lnTo>
                    <a:lnTo>
                      <a:pt x="54273" y="72216"/>
                    </a:lnTo>
                    <a:close/>
                    <a:moveTo>
                      <a:pt x="55292" y="66167"/>
                    </a:moveTo>
                    <a:lnTo>
                      <a:pt x="26814" y="49753"/>
                    </a:lnTo>
                    <a:cubicBezTo>
                      <a:pt x="25114" y="53151"/>
                      <a:pt x="23789" y="56720"/>
                      <a:pt x="22871" y="60492"/>
                    </a:cubicBezTo>
                    <a:lnTo>
                      <a:pt x="55292" y="66167"/>
                    </a:lnTo>
                    <a:lnTo>
                      <a:pt x="55292" y="66167"/>
                    </a:lnTo>
                    <a:close/>
                    <a:moveTo>
                      <a:pt x="58351" y="60900"/>
                    </a:moveTo>
                    <a:lnTo>
                      <a:pt x="37213" y="35717"/>
                    </a:lnTo>
                    <a:cubicBezTo>
                      <a:pt x="34460" y="38334"/>
                      <a:pt x="31979" y="41257"/>
                      <a:pt x="29872" y="44451"/>
                    </a:cubicBezTo>
                    <a:lnTo>
                      <a:pt x="58351" y="60900"/>
                    </a:lnTo>
                    <a:lnTo>
                      <a:pt x="58351" y="60900"/>
                    </a:lnTo>
                    <a:close/>
                    <a:moveTo>
                      <a:pt x="63040" y="56957"/>
                    </a:moveTo>
                    <a:lnTo>
                      <a:pt x="51792" y="26032"/>
                    </a:lnTo>
                    <a:cubicBezTo>
                      <a:pt x="48291" y="27561"/>
                      <a:pt x="44961" y="29464"/>
                      <a:pt x="41902" y="31741"/>
                    </a:cubicBezTo>
                    <a:lnTo>
                      <a:pt x="63040" y="56957"/>
                    </a:lnTo>
                    <a:lnTo>
                      <a:pt x="63040" y="56957"/>
                    </a:lnTo>
                    <a:close/>
                    <a:moveTo>
                      <a:pt x="68784" y="54850"/>
                    </a:moveTo>
                    <a:lnTo>
                      <a:pt x="68784" y="21954"/>
                    </a:lnTo>
                    <a:cubicBezTo>
                      <a:pt x="64910" y="22158"/>
                      <a:pt x="61138" y="22837"/>
                      <a:pt x="57535" y="23891"/>
                    </a:cubicBezTo>
                    <a:lnTo>
                      <a:pt x="68784" y="5481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93" name="Google Shape;2433;p47"/>
              <p:cNvSpPr/>
              <p:nvPr/>
            </p:nvSpPr>
            <p:spPr>
              <a:xfrm>
                <a:off x="5268141" y="5433317"/>
                <a:ext cx="133558" cy="108579"/>
              </a:xfrm>
              <a:custGeom>
                <a:avLst/>
                <a:gdLst/>
                <a:ahLst/>
                <a:cxnLst/>
                <a:rect l="l" t="t" r="r" b="b"/>
                <a:pathLst>
                  <a:path w="133558" h="108579" extrusionOk="0">
                    <a:moveTo>
                      <a:pt x="124450" y="0"/>
                    </a:moveTo>
                    <a:lnTo>
                      <a:pt x="125945" y="2583"/>
                    </a:lnTo>
                    <a:lnTo>
                      <a:pt x="116599" y="11691"/>
                    </a:lnTo>
                    <a:cubicBezTo>
                      <a:pt x="117687" y="14138"/>
                      <a:pt x="118639" y="16686"/>
                      <a:pt x="119386" y="19337"/>
                    </a:cubicBezTo>
                    <a:lnTo>
                      <a:pt x="132403" y="20254"/>
                    </a:lnTo>
                    <a:lnTo>
                      <a:pt x="133524" y="26576"/>
                    </a:lnTo>
                    <a:lnTo>
                      <a:pt x="121630" y="31979"/>
                    </a:lnTo>
                    <a:cubicBezTo>
                      <a:pt x="121731" y="33339"/>
                      <a:pt x="121765" y="34732"/>
                      <a:pt x="121765" y="36125"/>
                    </a:cubicBezTo>
                    <a:cubicBezTo>
                      <a:pt x="121765" y="37519"/>
                      <a:pt x="121765" y="38776"/>
                      <a:pt x="121664" y="40101"/>
                    </a:cubicBezTo>
                    <a:lnTo>
                      <a:pt x="133558" y="45403"/>
                    </a:lnTo>
                    <a:lnTo>
                      <a:pt x="132471" y="51724"/>
                    </a:lnTo>
                    <a:lnTo>
                      <a:pt x="119454" y="52743"/>
                    </a:lnTo>
                    <a:cubicBezTo>
                      <a:pt x="118707" y="55360"/>
                      <a:pt x="117789" y="57909"/>
                      <a:pt x="116701" y="60390"/>
                    </a:cubicBezTo>
                    <a:lnTo>
                      <a:pt x="126081" y="69430"/>
                    </a:lnTo>
                    <a:lnTo>
                      <a:pt x="122853" y="74969"/>
                    </a:lnTo>
                    <a:lnTo>
                      <a:pt x="110279" y="71469"/>
                    </a:lnTo>
                    <a:cubicBezTo>
                      <a:pt x="108682" y="73644"/>
                      <a:pt x="106948" y="75751"/>
                      <a:pt x="105113" y="77688"/>
                    </a:cubicBezTo>
                    <a:lnTo>
                      <a:pt x="110856" y="89446"/>
                    </a:lnTo>
                    <a:lnTo>
                      <a:pt x="105929" y="93558"/>
                    </a:lnTo>
                    <a:lnTo>
                      <a:pt x="95292" y="85980"/>
                    </a:lnTo>
                    <a:cubicBezTo>
                      <a:pt x="93049" y="87475"/>
                      <a:pt x="90738" y="88869"/>
                      <a:pt x="88291" y="90058"/>
                    </a:cubicBezTo>
                    <a:lnTo>
                      <a:pt x="89650" y="103040"/>
                    </a:lnTo>
                    <a:lnTo>
                      <a:pt x="83635" y="105215"/>
                    </a:lnTo>
                    <a:lnTo>
                      <a:pt x="76261" y="94476"/>
                    </a:lnTo>
                    <a:cubicBezTo>
                      <a:pt x="73678" y="95122"/>
                      <a:pt x="70993" y="95597"/>
                      <a:pt x="68274" y="95903"/>
                    </a:cubicBezTo>
                    <a:lnTo>
                      <a:pt x="65114" y="108579"/>
                    </a:lnTo>
                    <a:lnTo>
                      <a:pt x="58691" y="108579"/>
                    </a:lnTo>
                    <a:lnTo>
                      <a:pt x="55428" y="95937"/>
                    </a:lnTo>
                    <a:cubicBezTo>
                      <a:pt x="52710" y="95631"/>
                      <a:pt x="50059" y="95190"/>
                      <a:pt x="47442" y="94544"/>
                    </a:cubicBezTo>
                    <a:lnTo>
                      <a:pt x="40135" y="105351"/>
                    </a:lnTo>
                    <a:lnTo>
                      <a:pt x="34120" y="103142"/>
                    </a:lnTo>
                    <a:lnTo>
                      <a:pt x="35378" y="90160"/>
                    </a:lnTo>
                    <a:cubicBezTo>
                      <a:pt x="32931" y="88971"/>
                      <a:pt x="30586" y="87611"/>
                      <a:pt x="28343" y="86116"/>
                    </a:cubicBezTo>
                    <a:lnTo>
                      <a:pt x="17774" y="93796"/>
                    </a:lnTo>
                    <a:lnTo>
                      <a:pt x="12846" y="89684"/>
                    </a:lnTo>
                    <a:lnTo>
                      <a:pt x="18488" y="77892"/>
                    </a:lnTo>
                    <a:cubicBezTo>
                      <a:pt x="16618" y="75954"/>
                      <a:pt x="14851" y="73881"/>
                      <a:pt x="13254" y="71706"/>
                    </a:cubicBezTo>
                    <a:lnTo>
                      <a:pt x="714" y="75309"/>
                    </a:lnTo>
                    <a:lnTo>
                      <a:pt x="0" y="74052"/>
                    </a:lnTo>
                    <a:lnTo>
                      <a:pt x="54069" y="41902"/>
                    </a:lnTo>
                    <a:cubicBezTo>
                      <a:pt x="55836" y="44213"/>
                      <a:pt x="58589" y="45709"/>
                      <a:pt x="61681" y="45709"/>
                    </a:cubicBezTo>
                    <a:cubicBezTo>
                      <a:pt x="66949" y="45709"/>
                      <a:pt x="71197" y="41460"/>
                      <a:pt x="71197" y="36193"/>
                    </a:cubicBezTo>
                    <a:cubicBezTo>
                      <a:pt x="71197" y="34766"/>
                      <a:pt x="70891" y="33440"/>
                      <a:pt x="70313" y="32217"/>
                    </a:cubicBezTo>
                    <a:lnTo>
                      <a:pt x="124382" y="102"/>
                    </a:lnTo>
                    <a:lnTo>
                      <a:pt x="124382" y="102"/>
                    </a:lnTo>
                    <a:close/>
                    <a:moveTo>
                      <a:pt x="78300" y="30042"/>
                    </a:moveTo>
                    <a:lnTo>
                      <a:pt x="110686" y="24367"/>
                    </a:lnTo>
                    <a:cubicBezTo>
                      <a:pt x="109769" y="20595"/>
                      <a:pt x="108444" y="16992"/>
                      <a:pt x="106778" y="13628"/>
                    </a:cubicBezTo>
                    <a:lnTo>
                      <a:pt x="78300" y="30042"/>
                    </a:lnTo>
                    <a:lnTo>
                      <a:pt x="78300" y="30042"/>
                    </a:lnTo>
                    <a:close/>
                    <a:moveTo>
                      <a:pt x="79353" y="36091"/>
                    </a:moveTo>
                    <a:lnTo>
                      <a:pt x="111774" y="41801"/>
                    </a:lnTo>
                    <a:cubicBezTo>
                      <a:pt x="111978" y="39931"/>
                      <a:pt x="112080" y="38028"/>
                      <a:pt x="112080" y="36091"/>
                    </a:cubicBezTo>
                    <a:cubicBezTo>
                      <a:pt x="112080" y="34154"/>
                      <a:pt x="111978" y="32251"/>
                      <a:pt x="111774" y="30382"/>
                    </a:cubicBezTo>
                    <a:lnTo>
                      <a:pt x="79353" y="36091"/>
                    </a:lnTo>
                    <a:lnTo>
                      <a:pt x="79353" y="36091"/>
                    </a:lnTo>
                    <a:close/>
                    <a:moveTo>
                      <a:pt x="78300" y="42106"/>
                    </a:moveTo>
                    <a:lnTo>
                      <a:pt x="106778" y="58555"/>
                    </a:lnTo>
                    <a:cubicBezTo>
                      <a:pt x="108478" y="55156"/>
                      <a:pt x="109769" y="51588"/>
                      <a:pt x="110686" y="47816"/>
                    </a:cubicBezTo>
                    <a:lnTo>
                      <a:pt x="78300" y="42072"/>
                    </a:lnTo>
                    <a:lnTo>
                      <a:pt x="78300" y="42072"/>
                    </a:lnTo>
                    <a:close/>
                    <a:moveTo>
                      <a:pt x="75241" y="47408"/>
                    </a:moveTo>
                    <a:lnTo>
                      <a:pt x="96379" y="72590"/>
                    </a:lnTo>
                    <a:cubicBezTo>
                      <a:pt x="99166" y="69973"/>
                      <a:pt x="101613" y="67017"/>
                      <a:pt x="103720" y="63856"/>
                    </a:cubicBezTo>
                    <a:lnTo>
                      <a:pt x="75241" y="47408"/>
                    </a:lnTo>
                    <a:lnTo>
                      <a:pt x="75241" y="47408"/>
                    </a:lnTo>
                    <a:close/>
                    <a:moveTo>
                      <a:pt x="70552" y="51350"/>
                    </a:moveTo>
                    <a:lnTo>
                      <a:pt x="81834" y="82275"/>
                    </a:lnTo>
                    <a:cubicBezTo>
                      <a:pt x="85334" y="80746"/>
                      <a:pt x="88665" y="78809"/>
                      <a:pt x="91690" y="76532"/>
                    </a:cubicBezTo>
                    <a:lnTo>
                      <a:pt x="70552" y="51350"/>
                    </a:lnTo>
                    <a:lnTo>
                      <a:pt x="70552" y="51350"/>
                    </a:lnTo>
                    <a:close/>
                    <a:moveTo>
                      <a:pt x="64842" y="53423"/>
                    </a:moveTo>
                    <a:lnTo>
                      <a:pt x="64842" y="86320"/>
                    </a:lnTo>
                    <a:cubicBezTo>
                      <a:pt x="68716" y="86082"/>
                      <a:pt x="72488" y="85402"/>
                      <a:pt x="76091" y="84349"/>
                    </a:cubicBezTo>
                    <a:lnTo>
                      <a:pt x="64842" y="53423"/>
                    </a:lnTo>
                    <a:lnTo>
                      <a:pt x="64842" y="53423"/>
                    </a:lnTo>
                    <a:close/>
                    <a:moveTo>
                      <a:pt x="58725" y="53423"/>
                    </a:moveTo>
                    <a:lnTo>
                      <a:pt x="47476" y="84349"/>
                    </a:lnTo>
                    <a:cubicBezTo>
                      <a:pt x="51079" y="85402"/>
                      <a:pt x="54850" y="86082"/>
                      <a:pt x="58725" y="86320"/>
                    </a:cubicBezTo>
                    <a:lnTo>
                      <a:pt x="58725" y="53423"/>
                    </a:lnTo>
                    <a:lnTo>
                      <a:pt x="58725" y="53423"/>
                    </a:lnTo>
                    <a:close/>
                    <a:moveTo>
                      <a:pt x="52981" y="51350"/>
                    </a:moveTo>
                    <a:lnTo>
                      <a:pt x="31843" y="76532"/>
                    </a:lnTo>
                    <a:cubicBezTo>
                      <a:pt x="34902" y="78809"/>
                      <a:pt x="38199" y="80712"/>
                      <a:pt x="41733" y="82241"/>
                    </a:cubicBezTo>
                    <a:lnTo>
                      <a:pt x="52981" y="51316"/>
                    </a:lnTo>
                    <a:lnTo>
                      <a:pt x="52981" y="51316"/>
                    </a:lnTo>
                    <a:close/>
                    <a:moveTo>
                      <a:pt x="48292" y="47408"/>
                    </a:moveTo>
                    <a:lnTo>
                      <a:pt x="19813" y="63856"/>
                    </a:lnTo>
                    <a:cubicBezTo>
                      <a:pt x="21920" y="67051"/>
                      <a:pt x="24401" y="69973"/>
                      <a:pt x="27154" y="72590"/>
                    </a:cubicBezTo>
                    <a:lnTo>
                      <a:pt x="48292" y="4740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380" name="Google Shape;2434;p47"/>
            <p:cNvGrpSpPr/>
            <p:nvPr/>
          </p:nvGrpSpPr>
          <p:grpSpPr>
            <a:xfrm>
              <a:off x="5355888" y="4976201"/>
              <a:ext cx="102190" cy="108885"/>
              <a:chOff x="5355888" y="5326301"/>
              <a:chExt cx="102190" cy="108885"/>
            </a:xfrm>
          </p:grpSpPr>
          <p:sp>
            <p:nvSpPr>
              <p:cNvPr id="1390" name="Google Shape;2435;p47"/>
              <p:cNvSpPr/>
              <p:nvPr/>
            </p:nvSpPr>
            <p:spPr>
              <a:xfrm>
                <a:off x="5355888" y="5326301"/>
                <a:ext cx="102190" cy="108885"/>
              </a:xfrm>
              <a:custGeom>
                <a:avLst/>
                <a:gdLst/>
                <a:ahLst/>
                <a:cxnLst/>
                <a:rect l="l" t="t" r="r" b="b"/>
                <a:pathLst>
                  <a:path w="102190" h="108885" extrusionOk="0">
                    <a:moveTo>
                      <a:pt x="72182" y="17842"/>
                    </a:moveTo>
                    <a:cubicBezTo>
                      <a:pt x="75411" y="19711"/>
                      <a:pt x="78300" y="21920"/>
                      <a:pt x="80814" y="24434"/>
                    </a:cubicBezTo>
                    <a:lnTo>
                      <a:pt x="94714" y="21138"/>
                    </a:lnTo>
                    <a:lnTo>
                      <a:pt x="102191" y="34052"/>
                    </a:lnTo>
                    <a:lnTo>
                      <a:pt x="92233" y="44893"/>
                    </a:lnTo>
                    <a:cubicBezTo>
                      <a:pt x="93763" y="51486"/>
                      <a:pt x="93729" y="58453"/>
                      <a:pt x="91927" y="65215"/>
                    </a:cubicBezTo>
                    <a:lnTo>
                      <a:pt x="101715" y="75615"/>
                    </a:lnTo>
                    <a:lnTo>
                      <a:pt x="94272" y="88495"/>
                    </a:lnTo>
                    <a:lnTo>
                      <a:pt x="79931" y="85300"/>
                    </a:lnTo>
                    <a:cubicBezTo>
                      <a:pt x="74833" y="90058"/>
                      <a:pt x="68717" y="93422"/>
                      <a:pt x="62191" y="95190"/>
                    </a:cubicBezTo>
                    <a:lnTo>
                      <a:pt x="58079" y="108885"/>
                    </a:lnTo>
                    <a:lnTo>
                      <a:pt x="43195" y="108885"/>
                    </a:lnTo>
                    <a:lnTo>
                      <a:pt x="38810" y="94850"/>
                    </a:lnTo>
                    <a:cubicBezTo>
                      <a:pt x="35785" y="93932"/>
                      <a:pt x="32829" y="92675"/>
                      <a:pt x="29974" y="91044"/>
                    </a:cubicBezTo>
                    <a:cubicBezTo>
                      <a:pt x="26746" y="89174"/>
                      <a:pt x="23857" y="86931"/>
                      <a:pt x="21342" y="84451"/>
                    </a:cubicBezTo>
                    <a:lnTo>
                      <a:pt x="7443" y="87713"/>
                    </a:lnTo>
                    <a:lnTo>
                      <a:pt x="0" y="74833"/>
                    </a:lnTo>
                    <a:lnTo>
                      <a:pt x="9958" y="63992"/>
                    </a:lnTo>
                    <a:cubicBezTo>
                      <a:pt x="8429" y="57365"/>
                      <a:pt x="8462" y="50398"/>
                      <a:pt x="10263" y="43670"/>
                    </a:cubicBezTo>
                    <a:lnTo>
                      <a:pt x="476" y="33271"/>
                    </a:lnTo>
                    <a:lnTo>
                      <a:pt x="7919" y="20390"/>
                    </a:lnTo>
                    <a:lnTo>
                      <a:pt x="22260" y="23585"/>
                    </a:lnTo>
                    <a:cubicBezTo>
                      <a:pt x="27357" y="18827"/>
                      <a:pt x="33475" y="15463"/>
                      <a:pt x="40033" y="13696"/>
                    </a:cubicBezTo>
                    <a:lnTo>
                      <a:pt x="44145" y="0"/>
                    </a:lnTo>
                    <a:lnTo>
                      <a:pt x="59031" y="0"/>
                    </a:lnTo>
                    <a:lnTo>
                      <a:pt x="63415" y="14035"/>
                    </a:lnTo>
                    <a:cubicBezTo>
                      <a:pt x="66439" y="14953"/>
                      <a:pt x="69396" y="16211"/>
                      <a:pt x="72250" y="17876"/>
                    </a:cubicBezTo>
                    <a:lnTo>
                      <a:pt x="72250" y="17876"/>
                    </a:lnTo>
                    <a:close/>
                    <a:moveTo>
                      <a:pt x="53831" y="49651"/>
                    </a:moveTo>
                    <a:cubicBezTo>
                      <a:pt x="51180" y="48122"/>
                      <a:pt x="47816" y="49039"/>
                      <a:pt x="46287" y="51690"/>
                    </a:cubicBezTo>
                    <a:cubicBezTo>
                      <a:pt x="44758" y="54341"/>
                      <a:pt x="45675" y="57705"/>
                      <a:pt x="48326" y="59268"/>
                    </a:cubicBezTo>
                    <a:cubicBezTo>
                      <a:pt x="50976" y="60798"/>
                      <a:pt x="54341" y="59880"/>
                      <a:pt x="55871" y="57229"/>
                    </a:cubicBezTo>
                    <a:cubicBezTo>
                      <a:pt x="57400" y="54579"/>
                      <a:pt x="56482" y="51214"/>
                      <a:pt x="53831" y="49651"/>
                    </a:cubicBezTo>
                    <a:lnTo>
                      <a:pt x="53831" y="49651"/>
                    </a:lnTo>
                    <a:close/>
                    <a:moveTo>
                      <a:pt x="85946" y="54443"/>
                    </a:moveTo>
                    <a:cubicBezTo>
                      <a:pt x="85946" y="49821"/>
                      <a:pt x="82174" y="46049"/>
                      <a:pt x="77552" y="46049"/>
                    </a:cubicBezTo>
                    <a:cubicBezTo>
                      <a:pt x="72931" y="46049"/>
                      <a:pt x="69158" y="49821"/>
                      <a:pt x="69158" y="54443"/>
                    </a:cubicBezTo>
                    <a:cubicBezTo>
                      <a:pt x="69158" y="59064"/>
                      <a:pt x="72931" y="62837"/>
                      <a:pt x="77552" y="62837"/>
                    </a:cubicBezTo>
                    <a:cubicBezTo>
                      <a:pt x="82174" y="62837"/>
                      <a:pt x="85946" y="59064"/>
                      <a:pt x="85946" y="54443"/>
                    </a:cubicBezTo>
                    <a:lnTo>
                      <a:pt x="85946" y="54443"/>
                    </a:lnTo>
                    <a:close/>
                    <a:moveTo>
                      <a:pt x="68513" y="84655"/>
                    </a:moveTo>
                    <a:cubicBezTo>
                      <a:pt x="72522" y="82344"/>
                      <a:pt x="73916" y="77178"/>
                      <a:pt x="71605" y="73202"/>
                    </a:cubicBezTo>
                    <a:cubicBezTo>
                      <a:pt x="69294" y="69192"/>
                      <a:pt x="64162" y="67798"/>
                      <a:pt x="60153" y="70143"/>
                    </a:cubicBezTo>
                    <a:cubicBezTo>
                      <a:pt x="56142" y="72454"/>
                      <a:pt x="54749" y="77586"/>
                      <a:pt x="57060" y="81596"/>
                    </a:cubicBezTo>
                    <a:cubicBezTo>
                      <a:pt x="59371" y="85606"/>
                      <a:pt x="64503" y="86965"/>
                      <a:pt x="68513" y="84689"/>
                    </a:cubicBezTo>
                    <a:lnTo>
                      <a:pt x="68513" y="84689"/>
                    </a:lnTo>
                    <a:close/>
                    <a:moveTo>
                      <a:pt x="33611" y="84655"/>
                    </a:moveTo>
                    <a:cubicBezTo>
                      <a:pt x="37621" y="86965"/>
                      <a:pt x="42752" y="85572"/>
                      <a:pt x="45063" y="81562"/>
                    </a:cubicBezTo>
                    <a:cubicBezTo>
                      <a:pt x="47375" y="77586"/>
                      <a:pt x="46015" y="72420"/>
                      <a:pt x="42005" y="70109"/>
                    </a:cubicBezTo>
                    <a:cubicBezTo>
                      <a:pt x="37995" y="67798"/>
                      <a:pt x="32863" y="69158"/>
                      <a:pt x="30552" y="73168"/>
                    </a:cubicBezTo>
                    <a:cubicBezTo>
                      <a:pt x="28241" y="77178"/>
                      <a:pt x="29601" y="82309"/>
                      <a:pt x="33645" y="84621"/>
                    </a:cubicBezTo>
                    <a:lnTo>
                      <a:pt x="33645" y="84621"/>
                    </a:lnTo>
                    <a:close/>
                    <a:moveTo>
                      <a:pt x="16176" y="54443"/>
                    </a:moveTo>
                    <a:cubicBezTo>
                      <a:pt x="16176" y="59064"/>
                      <a:pt x="19949" y="62837"/>
                      <a:pt x="24571" y="62837"/>
                    </a:cubicBezTo>
                    <a:cubicBezTo>
                      <a:pt x="29193" y="62837"/>
                      <a:pt x="32965" y="59064"/>
                      <a:pt x="32965" y="54443"/>
                    </a:cubicBezTo>
                    <a:cubicBezTo>
                      <a:pt x="32965" y="49821"/>
                      <a:pt x="29193" y="46049"/>
                      <a:pt x="24571" y="46049"/>
                    </a:cubicBezTo>
                    <a:cubicBezTo>
                      <a:pt x="19949" y="46049"/>
                      <a:pt x="16176" y="49821"/>
                      <a:pt x="16176" y="54443"/>
                    </a:cubicBezTo>
                    <a:lnTo>
                      <a:pt x="16176" y="54443"/>
                    </a:lnTo>
                    <a:close/>
                    <a:moveTo>
                      <a:pt x="33611" y="24265"/>
                    </a:moveTo>
                    <a:cubicBezTo>
                      <a:pt x="29601" y="26575"/>
                      <a:pt x="28241" y="31707"/>
                      <a:pt x="30519" y="35717"/>
                    </a:cubicBezTo>
                    <a:cubicBezTo>
                      <a:pt x="32829" y="39727"/>
                      <a:pt x="37961" y="41121"/>
                      <a:pt x="41971" y="38810"/>
                    </a:cubicBezTo>
                    <a:cubicBezTo>
                      <a:pt x="45981" y="36465"/>
                      <a:pt x="47375" y="31367"/>
                      <a:pt x="45029" y="27323"/>
                    </a:cubicBezTo>
                    <a:cubicBezTo>
                      <a:pt x="42718" y="23313"/>
                      <a:pt x="37587" y="21954"/>
                      <a:pt x="33577" y="24265"/>
                    </a:cubicBezTo>
                    <a:lnTo>
                      <a:pt x="33577" y="24265"/>
                    </a:lnTo>
                    <a:close/>
                    <a:moveTo>
                      <a:pt x="68513" y="24265"/>
                    </a:moveTo>
                    <a:cubicBezTo>
                      <a:pt x="64503" y="21954"/>
                      <a:pt x="59371" y="23313"/>
                      <a:pt x="57060" y="27323"/>
                    </a:cubicBezTo>
                    <a:cubicBezTo>
                      <a:pt x="54749" y="31333"/>
                      <a:pt x="56108" y="36465"/>
                      <a:pt x="60153" y="38776"/>
                    </a:cubicBezTo>
                    <a:cubicBezTo>
                      <a:pt x="64162" y="41121"/>
                      <a:pt x="69294" y="39727"/>
                      <a:pt x="71605" y="35717"/>
                    </a:cubicBezTo>
                    <a:cubicBezTo>
                      <a:pt x="73916" y="31707"/>
                      <a:pt x="72556" y="26575"/>
                      <a:pt x="68513" y="242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91" name="Google Shape;2436;p47"/>
              <p:cNvSpPr/>
              <p:nvPr/>
            </p:nvSpPr>
            <p:spPr>
              <a:xfrm>
                <a:off x="5359559" y="5353726"/>
                <a:ext cx="98519" cy="81460"/>
              </a:xfrm>
              <a:custGeom>
                <a:avLst/>
                <a:gdLst/>
                <a:ahLst/>
                <a:cxnLst/>
                <a:rect l="l" t="t" r="r" b="b"/>
                <a:pathLst>
                  <a:path w="98519" h="81460" extrusionOk="0">
                    <a:moveTo>
                      <a:pt x="94680" y="0"/>
                    </a:moveTo>
                    <a:lnTo>
                      <a:pt x="98520" y="6627"/>
                    </a:lnTo>
                    <a:lnTo>
                      <a:pt x="88563" y="17468"/>
                    </a:lnTo>
                    <a:cubicBezTo>
                      <a:pt x="90092" y="24061"/>
                      <a:pt x="90058" y="31028"/>
                      <a:pt x="88257" y="37790"/>
                    </a:cubicBezTo>
                    <a:lnTo>
                      <a:pt x="98045" y="48190"/>
                    </a:lnTo>
                    <a:lnTo>
                      <a:pt x="90601" y="61070"/>
                    </a:lnTo>
                    <a:lnTo>
                      <a:pt x="76260" y="57875"/>
                    </a:lnTo>
                    <a:cubicBezTo>
                      <a:pt x="71163" y="62633"/>
                      <a:pt x="65046" y="65997"/>
                      <a:pt x="58521" y="67765"/>
                    </a:cubicBezTo>
                    <a:lnTo>
                      <a:pt x="54409" y="81460"/>
                    </a:lnTo>
                    <a:lnTo>
                      <a:pt x="39524" y="81460"/>
                    </a:lnTo>
                    <a:lnTo>
                      <a:pt x="35140" y="67425"/>
                    </a:lnTo>
                    <a:cubicBezTo>
                      <a:pt x="32115" y="66507"/>
                      <a:pt x="29159" y="65250"/>
                      <a:pt x="26304" y="63619"/>
                    </a:cubicBezTo>
                    <a:cubicBezTo>
                      <a:pt x="23075" y="61749"/>
                      <a:pt x="20186" y="59506"/>
                      <a:pt x="17672" y="57025"/>
                    </a:cubicBezTo>
                    <a:lnTo>
                      <a:pt x="3773" y="60288"/>
                    </a:lnTo>
                    <a:lnTo>
                      <a:pt x="0" y="53797"/>
                    </a:lnTo>
                    <a:lnTo>
                      <a:pt x="42514" y="29669"/>
                    </a:lnTo>
                    <a:cubicBezTo>
                      <a:pt x="42990" y="30552"/>
                      <a:pt x="43704" y="31300"/>
                      <a:pt x="44622" y="31843"/>
                    </a:cubicBezTo>
                    <a:cubicBezTo>
                      <a:pt x="47272" y="33373"/>
                      <a:pt x="50637" y="32455"/>
                      <a:pt x="52166" y="29804"/>
                    </a:cubicBezTo>
                    <a:cubicBezTo>
                      <a:pt x="53219" y="28003"/>
                      <a:pt x="53118" y="25828"/>
                      <a:pt x="52166" y="24197"/>
                    </a:cubicBezTo>
                    <a:lnTo>
                      <a:pt x="94680" y="34"/>
                    </a:lnTo>
                    <a:lnTo>
                      <a:pt x="94680" y="34"/>
                    </a:lnTo>
                    <a:close/>
                    <a:moveTo>
                      <a:pt x="82275" y="26984"/>
                    </a:moveTo>
                    <a:cubicBezTo>
                      <a:pt x="82275" y="22362"/>
                      <a:pt x="78504" y="18590"/>
                      <a:pt x="73881" y="18590"/>
                    </a:cubicBezTo>
                    <a:cubicBezTo>
                      <a:pt x="69260" y="18590"/>
                      <a:pt x="65488" y="22362"/>
                      <a:pt x="65488" y="26984"/>
                    </a:cubicBezTo>
                    <a:cubicBezTo>
                      <a:pt x="65488" y="31605"/>
                      <a:pt x="69260" y="35378"/>
                      <a:pt x="73881" y="35378"/>
                    </a:cubicBezTo>
                    <a:cubicBezTo>
                      <a:pt x="78504" y="35378"/>
                      <a:pt x="82275" y="31605"/>
                      <a:pt x="82275" y="26984"/>
                    </a:cubicBezTo>
                    <a:lnTo>
                      <a:pt x="82275" y="26984"/>
                    </a:lnTo>
                    <a:close/>
                    <a:moveTo>
                      <a:pt x="64842" y="57196"/>
                    </a:moveTo>
                    <a:cubicBezTo>
                      <a:pt x="68852" y="54884"/>
                      <a:pt x="70245" y="49719"/>
                      <a:pt x="67934" y="45743"/>
                    </a:cubicBezTo>
                    <a:cubicBezTo>
                      <a:pt x="65624" y="41733"/>
                      <a:pt x="60492" y="40339"/>
                      <a:pt x="56482" y="42684"/>
                    </a:cubicBezTo>
                    <a:cubicBezTo>
                      <a:pt x="52471" y="44995"/>
                      <a:pt x="51078" y="50127"/>
                      <a:pt x="53389" y="54137"/>
                    </a:cubicBezTo>
                    <a:cubicBezTo>
                      <a:pt x="55700" y="58147"/>
                      <a:pt x="60832" y="59506"/>
                      <a:pt x="64842" y="57230"/>
                    </a:cubicBezTo>
                    <a:lnTo>
                      <a:pt x="64842" y="57230"/>
                    </a:lnTo>
                    <a:close/>
                    <a:moveTo>
                      <a:pt x="29940" y="57196"/>
                    </a:moveTo>
                    <a:cubicBezTo>
                      <a:pt x="33950" y="59506"/>
                      <a:pt x="39082" y="58113"/>
                      <a:pt x="41392" y="54103"/>
                    </a:cubicBezTo>
                    <a:cubicBezTo>
                      <a:pt x="43704" y="50127"/>
                      <a:pt x="42344" y="44961"/>
                      <a:pt x="38334" y="42650"/>
                    </a:cubicBezTo>
                    <a:cubicBezTo>
                      <a:pt x="34324" y="40339"/>
                      <a:pt x="29193" y="41699"/>
                      <a:pt x="26881" y="45709"/>
                    </a:cubicBezTo>
                    <a:cubicBezTo>
                      <a:pt x="24570" y="49719"/>
                      <a:pt x="25930" y="54850"/>
                      <a:pt x="29974" y="5716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381" name="Google Shape;2437;p47"/>
            <p:cNvGrpSpPr/>
            <p:nvPr/>
          </p:nvGrpSpPr>
          <p:grpSpPr>
            <a:xfrm>
              <a:off x="5455123" y="4939600"/>
              <a:ext cx="244277" cy="246113"/>
              <a:chOff x="5455123" y="5289700"/>
              <a:chExt cx="244277" cy="246113"/>
            </a:xfrm>
          </p:grpSpPr>
          <p:sp>
            <p:nvSpPr>
              <p:cNvPr id="1388" name="Google Shape;2438;p47"/>
              <p:cNvSpPr/>
              <p:nvPr/>
            </p:nvSpPr>
            <p:spPr>
              <a:xfrm>
                <a:off x="5455123" y="5289700"/>
                <a:ext cx="244277" cy="246045"/>
              </a:xfrm>
              <a:custGeom>
                <a:avLst/>
                <a:gdLst/>
                <a:ahLst/>
                <a:cxnLst/>
                <a:rect l="l" t="t" r="r" b="b"/>
                <a:pathLst>
                  <a:path w="244277" h="246045" extrusionOk="0">
                    <a:moveTo>
                      <a:pt x="132775" y="21580"/>
                    </a:moveTo>
                    <a:cubicBezTo>
                      <a:pt x="137432" y="22056"/>
                      <a:pt x="141952" y="22837"/>
                      <a:pt x="146403" y="23925"/>
                    </a:cubicBezTo>
                    <a:lnTo>
                      <a:pt x="158774" y="5539"/>
                    </a:lnTo>
                    <a:lnTo>
                      <a:pt x="169037" y="9278"/>
                    </a:lnTo>
                    <a:lnTo>
                      <a:pt x="166862" y="31333"/>
                    </a:lnTo>
                    <a:cubicBezTo>
                      <a:pt x="171042" y="33373"/>
                      <a:pt x="175018" y="35683"/>
                      <a:pt x="178824" y="38232"/>
                    </a:cubicBezTo>
                    <a:lnTo>
                      <a:pt x="196768" y="25182"/>
                    </a:lnTo>
                    <a:lnTo>
                      <a:pt x="205128" y="32183"/>
                    </a:lnTo>
                    <a:lnTo>
                      <a:pt x="195544" y="52200"/>
                    </a:lnTo>
                    <a:cubicBezTo>
                      <a:pt x="198739" y="55496"/>
                      <a:pt x="201729" y="59030"/>
                      <a:pt x="204448" y="62735"/>
                    </a:cubicBezTo>
                    <a:lnTo>
                      <a:pt x="225756" y="56618"/>
                    </a:lnTo>
                    <a:lnTo>
                      <a:pt x="231227" y="66065"/>
                    </a:lnTo>
                    <a:lnTo>
                      <a:pt x="215391" y="81596"/>
                    </a:lnTo>
                    <a:cubicBezTo>
                      <a:pt x="217260" y="85776"/>
                      <a:pt x="218858" y="90092"/>
                      <a:pt x="220149" y="94544"/>
                    </a:cubicBezTo>
                    <a:lnTo>
                      <a:pt x="242272" y="96073"/>
                    </a:lnTo>
                    <a:lnTo>
                      <a:pt x="244176" y="106812"/>
                    </a:lnTo>
                    <a:lnTo>
                      <a:pt x="223989" y="115988"/>
                    </a:lnTo>
                    <a:cubicBezTo>
                      <a:pt x="224159" y="118333"/>
                      <a:pt x="224227" y="120678"/>
                      <a:pt x="224227" y="123056"/>
                    </a:cubicBezTo>
                    <a:cubicBezTo>
                      <a:pt x="224227" y="125436"/>
                      <a:pt x="224159" y="127543"/>
                      <a:pt x="223989" y="129786"/>
                    </a:cubicBezTo>
                    <a:lnTo>
                      <a:pt x="244278" y="138791"/>
                    </a:lnTo>
                    <a:lnTo>
                      <a:pt x="242374" y="149530"/>
                    </a:lnTo>
                    <a:lnTo>
                      <a:pt x="220251" y="151229"/>
                    </a:lnTo>
                    <a:cubicBezTo>
                      <a:pt x="218960" y="155682"/>
                      <a:pt x="217396" y="160031"/>
                      <a:pt x="215561" y="164212"/>
                    </a:cubicBezTo>
                    <a:lnTo>
                      <a:pt x="231534" y="179606"/>
                    </a:lnTo>
                    <a:lnTo>
                      <a:pt x="226063" y="189054"/>
                    </a:lnTo>
                    <a:lnTo>
                      <a:pt x="204652" y="183073"/>
                    </a:lnTo>
                    <a:cubicBezTo>
                      <a:pt x="201934" y="186811"/>
                      <a:pt x="199011" y="190345"/>
                      <a:pt x="195816" y="193642"/>
                    </a:cubicBezTo>
                    <a:lnTo>
                      <a:pt x="205570" y="213590"/>
                    </a:lnTo>
                    <a:lnTo>
                      <a:pt x="197210" y="220625"/>
                    </a:lnTo>
                    <a:lnTo>
                      <a:pt x="179164" y="207711"/>
                    </a:lnTo>
                    <a:cubicBezTo>
                      <a:pt x="175358" y="210260"/>
                      <a:pt x="171382" y="212605"/>
                      <a:pt x="167236" y="214610"/>
                    </a:cubicBezTo>
                    <a:lnTo>
                      <a:pt x="169581" y="236700"/>
                    </a:lnTo>
                    <a:lnTo>
                      <a:pt x="159317" y="240404"/>
                    </a:lnTo>
                    <a:lnTo>
                      <a:pt x="146777" y="222120"/>
                    </a:lnTo>
                    <a:cubicBezTo>
                      <a:pt x="142359" y="223208"/>
                      <a:pt x="137839" y="224024"/>
                      <a:pt x="133218" y="224533"/>
                    </a:cubicBezTo>
                    <a:lnTo>
                      <a:pt x="127882" y="246045"/>
                    </a:lnTo>
                    <a:lnTo>
                      <a:pt x="116939" y="246045"/>
                    </a:lnTo>
                    <a:lnTo>
                      <a:pt x="111433" y="224567"/>
                    </a:lnTo>
                    <a:cubicBezTo>
                      <a:pt x="106812" y="224092"/>
                      <a:pt x="102258" y="223276"/>
                      <a:pt x="97840" y="222188"/>
                    </a:cubicBezTo>
                    <a:lnTo>
                      <a:pt x="85470" y="240574"/>
                    </a:lnTo>
                    <a:lnTo>
                      <a:pt x="75207" y="236836"/>
                    </a:lnTo>
                    <a:lnTo>
                      <a:pt x="77348" y="214746"/>
                    </a:lnTo>
                    <a:cubicBezTo>
                      <a:pt x="73235" y="212707"/>
                      <a:pt x="69225" y="210430"/>
                      <a:pt x="65419" y="207847"/>
                    </a:cubicBezTo>
                    <a:lnTo>
                      <a:pt x="47476" y="220897"/>
                    </a:lnTo>
                    <a:lnTo>
                      <a:pt x="39150" y="213896"/>
                    </a:lnTo>
                    <a:lnTo>
                      <a:pt x="48767" y="193846"/>
                    </a:lnTo>
                    <a:cubicBezTo>
                      <a:pt x="45572" y="190549"/>
                      <a:pt x="42582" y="187015"/>
                      <a:pt x="39863" y="183311"/>
                    </a:cubicBezTo>
                    <a:lnTo>
                      <a:pt x="18521" y="189428"/>
                    </a:lnTo>
                    <a:lnTo>
                      <a:pt x="13049" y="179980"/>
                    </a:lnTo>
                    <a:lnTo>
                      <a:pt x="28887" y="164449"/>
                    </a:lnTo>
                    <a:cubicBezTo>
                      <a:pt x="27017" y="160269"/>
                      <a:pt x="25420" y="155953"/>
                      <a:pt x="24128" y="151502"/>
                    </a:cubicBezTo>
                    <a:lnTo>
                      <a:pt x="2005" y="149972"/>
                    </a:lnTo>
                    <a:lnTo>
                      <a:pt x="102" y="139233"/>
                    </a:lnTo>
                    <a:lnTo>
                      <a:pt x="20288" y="130057"/>
                    </a:lnTo>
                    <a:cubicBezTo>
                      <a:pt x="20118" y="127713"/>
                      <a:pt x="20016" y="125368"/>
                      <a:pt x="20016" y="122989"/>
                    </a:cubicBezTo>
                    <a:cubicBezTo>
                      <a:pt x="20016" y="120746"/>
                      <a:pt x="20084" y="118503"/>
                      <a:pt x="20254" y="116260"/>
                    </a:cubicBezTo>
                    <a:lnTo>
                      <a:pt x="0" y="107254"/>
                    </a:lnTo>
                    <a:lnTo>
                      <a:pt x="1902" y="96515"/>
                    </a:lnTo>
                    <a:lnTo>
                      <a:pt x="24026" y="94816"/>
                    </a:lnTo>
                    <a:cubicBezTo>
                      <a:pt x="25284" y="90364"/>
                      <a:pt x="26881" y="86014"/>
                      <a:pt x="28716" y="81834"/>
                    </a:cubicBezTo>
                    <a:lnTo>
                      <a:pt x="12778" y="66439"/>
                    </a:lnTo>
                    <a:lnTo>
                      <a:pt x="18215" y="56991"/>
                    </a:lnTo>
                    <a:lnTo>
                      <a:pt x="39591" y="62973"/>
                    </a:lnTo>
                    <a:cubicBezTo>
                      <a:pt x="42310" y="59235"/>
                      <a:pt x="45232" y="55700"/>
                      <a:pt x="48427" y="52404"/>
                    </a:cubicBezTo>
                    <a:lnTo>
                      <a:pt x="38708" y="32455"/>
                    </a:lnTo>
                    <a:lnTo>
                      <a:pt x="47068" y="25454"/>
                    </a:lnTo>
                    <a:lnTo>
                      <a:pt x="65113" y="38368"/>
                    </a:lnTo>
                    <a:cubicBezTo>
                      <a:pt x="68920" y="35785"/>
                      <a:pt x="72896" y="33474"/>
                      <a:pt x="77042" y="31435"/>
                    </a:cubicBezTo>
                    <a:lnTo>
                      <a:pt x="74697" y="9414"/>
                    </a:lnTo>
                    <a:lnTo>
                      <a:pt x="84960" y="5676"/>
                    </a:lnTo>
                    <a:lnTo>
                      <a:pt x="97500" y="23925"/>
                    </a:lnTo>
                    <a:cubicBezTo>
                      <a:pt x="101918" y="22837"/>
                      <a:pt x="106472" y="22022"/>
                      <a:pt x="111094" y="21512"/>
                    </a:cubicBezTo>
                    <a:lnTo>
                      <a:pt x="116464" y="0"/>
                    </a:lnTo>
                    <a:lnTo>
                      <a:pt x="127373" y="0"/>
                    </a:lnTo>
                    <a:lnTo>
                      <a:pt x="132878" y="21478"/>
                    </a:lnTo>
                    <a:lnTo>
                      <a:pt x="132878" y="21478"/>
                    </a:lnTo>
                    <a:close/>
                    <a:moveTo>
                      <a:pt x="122071" y="106948"/>
                    </a:moveTo>
                    <a:cubicBezTo>
                      <a:pt x="113133" y="106948"/>
                      <a:pt x="105894" y="114187"/>
                      <a:pt x="105894" y="123124"/>
                    </a:cubicBezTo>
                    <a:cubicBezTo>
                      <a:pt x="105894" y="132062"/>
                      <a:pt x="113133" y="139301"/>
                      <a:pt x="122071" y="139301"/>
                    </a:cubicBezTo>
                    <a:cubicBezTo>
                      <a:pt x="131008" y="139301"/>
                      <a:pt x="138247" y="132062"/>
                      <a:pt x="138247" y="123124"/>
                    </a:cubicBezTo>
                    <a:cubicBezTo>
                      <a:pt x="138247" y="114187"/>
                      <a:pt x="131008" y="106948"/>
                      <a:pt x="122071" y="106948"/>
                    </a:cubicBezTo>
                    <a:lnTo>
                      <a:pt x="122071" y="106948"/>
                    </a:lnTo>
                    <a:close/>
                    <a:moveTo>
                      <a:pt x="137023" y="97195"/>
                    </a:moveTo>
                    <a:lnTo>
                      <a:pt x="172979" y="54341"/>
                    </a:lnTo>
                    <a:cubicBezTo>
                      <a:pt x="167779" y="50500"/>
                      <a:pt x="162138" y="47204"/>
                      <a:pt x="156157" y="44621"/>
                    </a:cubicBezTo>
                    <a:lnTo>
                      <a:pt x="137023" y="97195"/>
                    </a:lnTo>
                    <a:lnTo>
                      <a:pt x="137023" y="97195"/>
                    </a:lnTo>
                    <a:close/>
                    <a:moveTo>
                      <a:pt x="146369" y="41053"/>
                    </a:moveTo>
                    <a:cubicBezTo>
                      <a:pt x="140253" y="39252"/>
                      <a:pt x="133829" y="38096"/>
                      <a:pt x="127236" y="37688"/>
                    </a:cubicBezTo>
                    <a:lnTo>
                      <a:pt x="127236" y="93626"/>
                    </a:lnTo>
                    <a:lnTo>
                      <a:pt x="146369" y="41053"/>
                    </a:lnTo>
                    <a:lnTo>
                      <a:pt x="146369" y="41053"/>
                    </a:lnTo>
                    <a:close/>
                    <a:moveTo>
                      <a:pt x="144976" y="103856"/>
                    </a:moveTo>
                    <a:lnTo>
                      <a:pt x="193403" y="75887"/>
                    </a:lnTo>
                    <a:cubicBezTo>
                      <a:pt x="189801" y="70449"/>
                      <a:pt x="185621" y="65488"/>
                      <a:pt x="180932" y="61035"/>
                    </a:cubicBezTo>
                    <a:lnTo>
                      <a:pt x="144976" y="103856"/>
                    </a:lnTo>
                    <a:lnTo>
                      <a:pt x="144976" y="103856"/>
                    </a:lnTo>
                    <a:close/>
                    <a:moveTo>
                      <a:pt x="150176" y="112861"/>
                    </a:moveTo>
                    <a:lnTo>
                      <a:pt x="205264" y="103176"/>
                    </a:lnTo>
                    <a:cubicBezTo>
                      <a:pt x="203735" y="96753"/>
                      <a:pt x="201491" y="90670"/>
                      <a:pt x="198603" y="84926"/>
                    </a:cubicBezTo>
                    <a:lnTo>
                      <a:pt x="150176" y="112895"/>
                    </a:lnTo>
                    <a:lnTo>
                      <a:pt x="150176" y="112895"/>
                    </a:lnTo>
                    <a:close/>
                    <a:moveTo>
                      <a:pt x="151977" y="123090"/>
                    </a:moveTo>
                    <a:lnTo>
                      <a:pt x="207065" y="132810"/>
                    </a:lnTo>
                    <a:cubicBezTo>
                      <a:pt x="207439" y="129616"/>
                      <a:pt x="207609" y="126387"/>
                      <a:pt x="207609" y="123090"/>
                    </a:cubicBezTo>
                    <a:cubicBezTo>
                      <a:pt x="207609" y="119794"/>
                      <a:pt x="207439" y="116566"/>
                      <a:pt x="207065" y="113371"/>
                    </a:cubicBezTo>
                    <a:lnTo>
                      <a:pt x="151977" y="123090"/>
                    </a:lnTo>
                    <a:lnTo>
                      <a:pt x="151977" y="123090"/>
                    </a:lnTo>
                    <a:close/>
                    <a:moveTo>
                      <a:pt x="150176" y="133320"/>
                    </a:moveTo>
                    <a:lnTo>
                      <a:pt x="198603" y="161289"/>
                    </a:lnTo>
                    <a:cubicBezTo>
                      <a:pt x="201491" y="155545"/>
                      <a:pt x="203735" y="149428"/>
                      <a:pt x="205264" y="143039"/>
                    </a:cubicBezTo>
                    <a:lnTo>
                      <a:pt x="150176" y="133320"/>
                    </a:lnTo>
                    <a:lnTo>
                      <a:pt x="150176" y="133320"/>
                    </a:lnTo>
                    <a:close/>
                    <a:moveTo>
                      <a:pt x="144976" y="142326"/>
                    </a:moveTo>
                    <a:lnTo>
                      <a:pt x="180898" y="185146"/>
                    </a:lnTo>
                    <a:cubicBezTo>
                      <a:pt x="185621" y="180694"/>
                      <a:pt x="189801" y="175698"/>
                      <a:pt x="193403" y="170260"/>
                    </a:cubicBezTo>
                    <a:lnTo>
                      <a:pt x="144976" y="142292"/>
                    </a:lnTo>
                    <a:lnTo>
                      <a:pt x="144976" y="142292"/>
                    </a:lnTo>
                    <a:close/>
                    <a:moveTo>
                      <a:pt x="136989" y="149020"/>
                    </a:moveTo>
                    <a:lnTo>
                      <a:pt x="156123" y="201594"/>
                    </a:lnTo>
                    <a:cubicBezTo>
                      <a:pt x="162138" y="198977"/>
                      <a:pt x="167745" y="195715"/>
                      <a:pt x="172911" y="191841"/>
                    </a:cubicBezTo>
                    <a:lnTo>
                      <a:pt x="136989" y="149020"/>
                    </a:lnTo>
                    <a:lnTo>
                      <a:pt x="136989" y="149020"/>
                    </a:lnTo>
                    <a:close/>
                    <a:moveTo>
                      <a:pt x="127236" y="152589"/>
                    </a:moveTo>
                    <a:lnTo>
                      <a:pt x="127236" y="208527"/>
                    </a:lnTo>
                    <a:cubicBezTo>
                      <a:pt x="133829" y="208119"/>
                      <a:pt x="140253" y="206964"/>
                      <a:pt x="146369" y="205162"/>
                    </a:cubicBezTo>
                    <a:lnTo>
                      <a:pt x="127236" y="152589"/>
                    </a:lnTo>
                    <a:lnTo>
                      <a:pt x="127236" y="152589"/>
                    </a:lnTo>
                    <a:close/>
                    <a:moveTo>
                      <a:pt x="116837" y="152589"/>
                    </a:moveTo>
                    <a:lnTo>
                      <a:pt x="97704" y="205162"/>
                    </a:lnTo>
                    <a:cubicBezTo>
                      <a:pt x="103821" y="206998"/>
                      <a:pt x="110244" y="208119"/>
                      <a:pt x="116837" y="208527"/>
                    </a:cubicBezTo>
                    <a:lnTo>
                      <a:pt x="116837" y="152589"/>
                    </a:lnTo>
                    <a:lnTo>
                      <a:pt x="116837" y="152589"/>
                    </a:lnTo>
                    <a:close/>
                    <a:moveTo>
                      <a:pt x="107050" y="149054"/>
                    </a:moveTo>
                    <a:lnTo>
                      <a:pt x="71129" y="191874"/>
                    </a:lnTo>
                    <a:cubicBezTo>
                      <a:pt x="76294" y="195715"/>
                      <a:pt x="81969" y="198977"/>
                      <a:pt x="87951" y="201594"/>
                    </a:cubicBezTo>
                    <a:lnTo>
                      <a:pt x="107084" y="149020"/>
                    </a:lnTo>
                    <a:lnTo>
                      <a:pt x="107084" y="149020"/>
                    </a:lnTo>
                    <a:close/>
                    <a:moveTo>
                      <a:pt x="99097" y="142360"/>
                    </a:moveTo>
                    <a:lnTo>
                      <a:pt x="50636" y="170329"/>
                    </a:lnTo>
                    <a:cubicBezTo>
                      <a:pt x="54239" y="175766"/>
                      <a:pt x="58453" y="180728"/>
                      <a:pt x="63142" y="185214"/>
                    </a:cubicBezTo>
                    <a:lnTo>
                      <a:pt x="99097" y="142394"/>
                    </a:lnTo>
                    <a:lnTo>
                      <a:pt x="99097" y="142394"/>
                    </a:lnTo>
                    <a:close/>
                    <a:moveTo>
                      <a:pt x="93898" y="133354"/>
                    </a:moveTo>
                    <a:lnTo>
                      <a:pt x="38810" y="143073"/>
                    </a:lnTo>
                    <a:cubicBezTo>
                      <a:pt x="40339" y="149462"/>
                      <a:pt x="42582" y="155580"/>
                      <a:pt x="45436" y="161323"/>
                    </a:cubicBezTo>
                    <a:lnTo>
                      <a:pt x="93864" y="133354"/>
                    </a:lnTo>
                    <a:lnTo>
                      <a:pt x="93864" y="133354"/>
                    </a:lnTo>
                    <a:close/>
                    <a:moveTo>
                      <a:pt x="92097" y="123124"/>
                    </a:moveTo>
                    <a:lnTo>
                      <a:pt x="37008" y="113405"/>
                    </a:lnTo>
                    <a:cubicBezTo>
                      <a:pt x="36635" y="116600"/>
                      <a:pt x="36465" y="119828"/>
                      <a:pt x="36465" y="123124"/>
                    </a:cubicBezTo>
                    <a:cubicBezTo>
                      <a:pt x="36465" y="126421"/>
                      <a:pt x="36635" y="129650"/>
                      <a:pt x="37008" y="132844"/>
                    </a:cubicBezTo>
                    <a:lnTo>
                      <a:pt x="92097" y="123159"/>
                    </a:lnTo>
                    <a:lnTo>
                      <a:pt x="92097" y="123159"/>
                    </a:lnTo>
                    <a:close/>
                    <a:moveTo>
                      <a:pt x="93898" y="112861"/>
                    </a:moveTo>
                    <a:lnTo>
                      <a:pt x="45436" y="84892"/>
                    </a:lnTo>
                    <a:cubicBezTo>
                      <a:pt x="42582" y="90636"/>
                      <a:pt x="40305" y="96753"/>
                      <a:pt x="38810" y="103142"/>
                    </a:cubicBezTo>
                    <a:lnTo>
                      <a:pt x="93898" y="112828"/>
                    </a:lnTo>
                    <a:lnTo>
                      <a:pt x="93898" y="112828"/>
                    </a:lnTo>
                    <a:close/>
                    <a:moveTo>
                      <a:pt x="99097" y="103856"/>
                    </a:moveTo>
                    <a:lnTo>
                      <a:pt x="63142" y="61035"/>
                    </a:lnTo>
                    <a:cubicBezTo>
                      <a:pt x="58419" y="65488"/>
                      <a:pt x="54239" y="70483"/>
                      <a:pt x="50636" y="75887"/>
                    </a:cubicBezTo>
                    <a:lnTo>
                      <a:pt x="99097" y="103856"/>
                    </a:lnTo>
                    <a:lnTo>
                      <a:pt x="99097" y="103856"/>
                    </a:lnTo>
                    <a:close/>
                    <a:moveTo>
                      <a:pt x="107050" y="97161"/>
                    </a:moveTo>
                    <a:lnTo>
                      <a:pt x="87917" y="44587"/>
                    </a:lnTo>
                    <a:cubicBezTo>
                      <a:pt x="81935" y="47204"/>
                      <a:pt x="76294" y="50466"/>
                      <a:pt x="71095" y="54307"/>
                    </a:cubicBezTo>
                    <a:lnTo>
                      <a:pt x="107016" y="97127"/>
                    </a:lnTo>
                    <a:lnTo>
                      <a:pt x="107016" y="97127"/>
                    </a:lnTo>
                    <a:close/>
                    <a:moveTo>
                      <a:pt x="116837" y="93592"/>
                    </a:moveTo>
                    <a:lnTo>
                      <a:pt x="116837" y="37655"/>
                    </a:lnTo>
                    <a:cubicBezTo>
                      <a:pt x="110210" y="38062"/>
                      <a:pt x="103821" y="39184"/>
                      <a:pt x="97704" y="41019"/>
                    </a:cubicBezTo>
                    <a:lnTo>
                      <a:pt x="116837" y="9359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89" name="Google Shape;2439;p47"/>
              <p:cNvSpPr/>
              <p:nvPr/>
            </p:nvSpPr>
            <p:spPr>
              <a:xfrm>
                <a:off x="5472352" y="5351381"/>
                <a:ext cx="227014" cy="184432"/>
              </a:xfrm>
              <a:custGeom>
                <a:avLst/>
                <a:gdLst/>
                <a:ahLst/>
                <a:cxnLst/>
                <a:rect l="l" t="t" r="r" b="b"/>
                <a:pathLst>
                  <a:path w="227014" h="184432" extrusionOk="0">
                    <a:moveTo>
                      <a:pt x="211449" y="68"/>
                    </a:moveTo>
                    <a:lnTo>
                      <a:pt x="213965" y="4452"/>
                    </a:lnTo>
                    <a:lnTo>
                      <a:pt x="198128" y="19983"/>
                    </a:lnTo>
                    <a:cubicBezTo>
                      <a:pt x="199997" y="24163"/>
                      <a:pt x="201594" y="28479"/>
                      <a:pt x="202886" y="32930"/>
                    </a:cubicBezTo>
                    <a:lnTo>
                      <a:pt x="225010" y="34460"/>
                    </a:lnTo>
                    <a:lnTo>
                      <a:pt x="226912" y="45199"/>
                    </a:lnTo>
                    <a:lnTo>
                      <a:pt x="206726" y="54375"/>
                    </a:lnTo>
                    <a:cubicBezTo>
                      <a:pt x="206896" y="56719"/>
                      <a:pt x="206964" y="59064"/>
                      <a:pt x="206964" y="61443"/>
                    </a:cubicBezTo>
                    <a:cubicBezTo>
                      <a:pt x="206964" y="63822"/>
                      <a:pt x="206896" y="65929"/>
                      <a:pt x="206726" y="68172"/>
                    </a:cubicBezTo>
                    <a:lnTo>
                      <a:pt x="227014" y="77178"/>
                    </a:lnTo>
                    <a:lnTo>
                      <a:pt x="225111" y="87917"/>
                    </a:lnTo>
                    <a:lnTo>
                      <a:pt x="202987" y="89616"/>
                    </a:lnTo>
                    <a:cubicBezTo>
                      <a:pt x="201696" y="94068"/>
                      <a:pt x="200133" y="98418"/>
                      <a:pt x="198298" y="102598"/>
                    </a:cubicBezTo>
                    <a:lnTo>
                      <a:pt x="214270" y="117993"/>
                    </a:lnTo>
                    <a:lnTo>
                      <a:pt x="208799" y="127441"/>
                    </a:lnTo>
                    <a:lnTo>
                      <a:pt x="187389" y="121459"/>
                    </a:lnTo>
                    <a:cubicBezTo>
                      <a:pt x="184670" y="125197"/>
                      <a:pt x="181747" y="128732"/>
                      <a:pt x="178553" y="132028"/>
                    </a:cubicBezTo>
                    <a:lnTo>
                      <a:pt x="188307" y="151977"/>
                    </a:lnTo>
                    <a:lnTo>
                      <a:pt x="179947" y="159012"/>
                    </a:lnTo>
                    <a:lnTo>
                      <a:pt x="161901" y="146098"/>
                    </a:lnTo>
                    <a:cubicBezTo>
                      <a:pt x="158094" y="148647"/>
                      <a:pt x="154118" y="150992"/>
                      <a:pt x="149972" y="152997"/>
                    </a:cubicBezTo>
                    <a:lnTo>
                      <a:pt x="152317" y="175086"/>
                    </a:lnTo>
                    <a:lnTo>
                      <a:pt x="142054" y="178791"/>
                    </a:lnTo>
                    <a:lnTo>
                      <a:pt x="129514" y="160507"/>
                    </a:lnTo>
                    <a:cubicBezTo>
                      <a:pt x="125096" y="161595"/>
                      <a:pt x="120576" y="162410"/>
                      <a:pt x="115954" y="162920"/>
                    </a:cubicBezTo>
                    <a:lnTo>
                      <a:pt x="110619" y="184432"/>
                    </a:lnTo>
                    <a:lnTo>
                      <a:pt x="99676" y="184432"/>
                    </a:lnTo>
                    <a:lnTo>
                      <a:pt x="94171" y="162954"/>
                    </a:lnTo>
                    <a:cubicBezTo>
                      <a:pt x="89549" y="162478"/>
                      <a:pt x="84994" y="161662"/>
                      <a:pt x="80577" y="160575"/>
                    </a:cubicBezTo>
                    <a:lnTo>
                      <a:pt x="68206" y="178961"/>
                    </a:lnTo>
                    <a:lnTo>
                      <a:pt x="57943" y="175222"/>
                    </a:lnTo>
                    <a:lnTo>
                      <a:pt x="60085" y="153132"/>
                    </a:lnTo>
                    <a:cubicBezTo>
                      <a:pt x="55972" y="151093"/>
                      <a:pt x="51962" y="148817"/>
                      <a:pt x="48156" y="146234"/>
                    </a:cubicBezTo>
                    <a:lnTo>
                      <a:pt x="30212" y="159284"/>
                    </a:lnTo>
                    <a:lnTo>
                      <a:pt x="21886" y="152283"/>
                    </a:lnTo>
                    <a:lnTo>
                      <a:pt x="31503" y="132232"/>
                    </a:lnTo>
                    <a:cubicBezTo>
                      <a:pt x="28309" y="128936"/>
                      <a:pt x="25319" y="125402"/>
                      <a:pt x="22600" y="121697"/>
                    </a:cubicBezTo>
                    <a:lnTo>
                      <a:pt x="1258" y="127814"/>
                    </a:lnTo>
                    <a:lnTo>
                      <a:pt x="0" y="125707"/>
                    </a:lnTo>
                    <a:lnTo>
                      <a:pt x="91961" y="71061"/>
                    </a:lnTo>
                    <a:cubicBezTo>
                      <a:pt x="94918" y="75003"/>
                      <a:pt x="99608" y="77552"/>
                      <a:pt x="104909" y="77552"/>
                    </a:cubicBezTo>
                    <a:cubicBezTo>
                      <a:pt x="113847" y="77552"/>
                      <a:pt x="121086" y="70313"/>
                      <a:pt x="121086" y="61375"/>
                    </a:cubicBezTo>
                    <a:cubicBezTo>
                      <a:pt x="121086" y="58962"/>
                      <a:pt x="120542" y="56686"/>
                      <a:pt x="119625" y="54612"/>
                    </a:cubicBezTo>
                    <a:lnTo>
                      <a:pt x="211517" y="0"/>
                    </a:lnTo>
                    <a:lnTo>
                      <a:pt x="211517" y="0"/>
                    </a:lnTo>
                    <a:close/>
                    <a:moveTo>
                      <a:pt x="132980" y="51214"/>
                    </a:moveTo>
                    <a:lnTo>
                      <a:pt x="188069" y="41529"/>
                    </a:lnTo>
                    <a:cubicBezTo>
                      <a:pt x="186539" y="35105"/>
                      <a:pt x="184296" y="29023"/>
                      <a:pt x="181408" y="23279"/>
                    </a:cubicBezTo>
                    <a:lnTo>
                      <a:pt x="132980" y="51248"/>
                    </a:lnTo>
                    <a:lnTo>
                      <a:pt x="132980" y="51248"/>
                    </a:lnTo>
                    <a:close/>
                    <a:moveTo>
                      <a:pt x="134782" y="61443"/>
                    </a:moveTo>
                    <a:lnTo>
                      <a:pt x="189870" y="71163"/>
                    </a:lnTo>
                    <a:cubicBezTo>
                      <a:pt x="190243" y="67968"/>
                      <a:pt x="190413" y="64740"/>
                      <a:pt x="190413" y="61443"/>
                    </a:cubicBezTo>
                    <a:cubicBezTo>
                      <a:pt x="190413" y="58147"/>
                      <a:pt x="190243" y="54918"/>
                      <a:pt x="189870" y="51724"/>
                    </a:cubicBezTo>
                    <a:lnTo>
                      <a:pt x="134782" y="61443"/>
                    </a:lnTo>
                    <a:lnTo>
                      <a:pt x="134782" y="61443"/>
                    </a:lnTo>
                    <a:close/>
                    <a:moveTo>
                      <a:pt x="132980" y="71672"/>
                    </a:moveTo>
                    <a:lnTo>
                      <a:pt x="181408" y="99641"/>
                    </a:lnTo>
                    <a:cubicBezTo>
                      <a:pt x="184296" y="93898"/>
                      <a:pt x="186539" y="87781"/>
                      <a:pt x="188069" y="81392"/>
                    </a:cubicBezTo>
                    <a:lnTo>
                      <a:pt x="132980" y="71672"/>
                    </a:lnTo>
                    <a:lnTo>
                      <a:pt x="132980" y="71672"/>
                    </a:lnTo>
                    <a:close/>
                    <a:moveTo>
                      <a:pt x="127781" y="80678"/>
                    </a:moveTo>
                    <a:lnTo>
                      <a:pt x="163702" y="123498"/>
                    </a:lnTo>
                    <a:cubicBezTo>
                      <a:pt x="168426" y="119047"/>
                      <a:pt x="172606" y="114051"/>
                      <a:pt x="176208" y="108613"/>
                    </a:cubicBezTo>
                    <a:lnTo>
                      <a:pt x="127781" y="80644"/>
                    </a:lnTo>
                    <a:lnTo>
                      <a:pt x="127781" y="80644"/>
                    </a:lnTo>
                    <a:close/>
                    <a:moveTo>
                      <a:pt x="119794" y="87373"/>
                    </a:moveTo>
                    <a:lnTo>
                      <a:pt x="138928" y="139947"/>
                    </a:lnTo>
                    <a:cubicBezTo>
                      <a:pt x="144943" y="137330"/>
                      <a:pt x="150550" y="134067"/>
                      <a:pt x="155716" y="130193"/>
                    </a:cubicBezTo>
                    <a:lnTo>
                      <a:pt x="119794" y="87373"/>
                    </a:lnTo>
                    <a:lnTo>
                      <a:pt x="119794" y="87373"/>
                    </a:lnTo>
                    <a:close/>
                    <a:moveTo>
                      <a:pt x="110041" y="90942"/>
                    </a:moveTo>
                    <a:lnTo>
                      <a:pt x="110041" y="146879"/>
                    </a:lnTo>
                    <a:cubicBezTo>
                      <a:pt x="116634" y="146472"/>
                      <a:pt x="123057" y="145316"/>
                      <a:pt x="129174" y="143515"/>
                    </a:cubicBezTo>
                    <a:lnTo>
                      <a:pt x="110041" y="90942"/>
                    </a:lnTo>
                    <a:lnTo>
                      <a:pt x="110041" y="90942"/>
                    </a:lnTo>
                    <a:close/>
                    <a:moveTo>
                      <a:pt x="99642" y="90942"/>
                    </a:moveTo>
                    <a:lnTo>
                      <a:pt x="80509" y="143515"/>
                    </a:lnTo>
                    <a:cubicBezTo>
                      <a:pt x="86626" y="145350"/>
                      <a:pt x="93049" y="146472"/>
                      <a:pt x="99642" y="146879"/>
                    </a:cubicBezTo>
                    <a:lnTo>
                      <a:pt x="99642" y="90942"/>
                    </a:lnTo>
                    <a:lnTo>
                      <a:pt x="99642" y="90942"/>
                    </a:lnTo>
                    <a:close/>
                    <a:moveTo>
                      <a:pt x="89855" y="87407"/>
                    </a:moveTo>
                    <a:lnTo>
                      <a:pt x="53933" y="130227"/>
                    </a:lnTo>
                    <a:cubicBezTo>
                      <a:pt x="59099" y="134067"/>
                      <a:pt x="64774" y="137330"/>
                      <a:pt x="70755" y="139947"/>
                    </a:cubicBezTo>
                    <a:lnTo>
                      <a:pt x="89889" y="87373"/>
                    </a:lnTo>
                    <a:lnTo>
                      <a:pt x="89889" y="87373"/>
                    </a:lnTo>
                    <a:close/>
                    <a:moveTo>
                      <a:pt x="81902" y="80712"/>
                    </a:moveTo>
                    <a:lnTo>
                      <a:pt x="33441" y="108681"/>
                    </a:lnTo>
                    <a:cubicBezTo>
                      <a:pt x="37043" y="114119"/>
                      <a:pt x="41257" y="119081"/>
                      <a:pt x="45947" y="123566"/>
                    </a:cubicBezTo>
                    <a:lnTo>
                      <a:pt x="81902" y="807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382" name="Google Shape;2440;p47"/>
            <p:cNvGrpSpPr/>
            <p:nvPr/>
          </p:nvGrpSpPr>
          <p:grpSpPr>
            <a:xfrm>
              <a:off x="5679791" y="5029386"/>
              <a:ext cx="135291" cy="144092"/>
              <a:chOff x="5679791" y="5379486"/>
              <a:chExt cx="135291" cy="144092"/>
            </a:xfrm>
          </p:grpSpPr>
          <p:sp>
            <p:nvSpPr>
              <p:cNvPr id="1386" name="Google Shape;2441;p47"/>
              <p:cNvSpPr/>
              <p:nvPr/>
            </p:nvSpPr>
            <p:spPr>
              <a:xfrm>
                <a:off x="5679791" y="5379486"/>
                <a:ext cx="135291" cy="144092"/>
              </a:xfrm>
              <a:custGeom>
                <a:avLst/>
                <a:gdLst/>
                <a:ahLst/>
                <a:cxnLst/>
                <a:rect l="l" t="t" r="r" b="b"/>
                <a:pathLst>
                  <a:path w="135291" h="144092" extrusionOk="0">
                    <a:moveTo>
                      <a:pt x="95598" y="23619"/>
                    </a:moveTo>
                    <a:cubicBezTo>
                      <a:pt x="99880" y="26066"/>
                      <a:pt x="103686" y="29022"/>
                      <a:pt x="107016" y="32353"/>
                    </a:cubicBezTo>
                    <a:lnTo>
                      <a:pt x="125436" y="28003"/>
                    </a:lnTo>
                    <a:lnTo>
                      <a:pt x="135291" y="45097"/>
                    </a:lnTo>
                    <a:lnTo>
                      <a:pt x="122105" y="59438"/>
                    </a:lnTo>
                    <a:cubicBezTo>
                      <a:pt x="124144" y="68172"/>
                      <a:pt x="124076" y="77416"/>
                      <a:pt x="121731" y="86320"/>
                    </a:cubicBezTo>
                    <a:lnTo>
                      <a:pt x="134680" y="100083"/>
                    </a:lnTo>
                    <a:lnTo>
                      <a:pt x="124824" y="117143"/>
                    </a:lnTo>
                    <a:lnTo>
                      <a:pt x="105861" y="112895"/>
                    </a:lnTo>
                    <a:cubicBezTo>
                      <a:pt x="99132" y="119182"/>
                      <a:pt x="91010" y="123634"/>
                      <a:pt x="82344" y="125979"/>
                    </a:cubicBezTo>
                    <a:lnTo>
                      <a:pt x="76907" y="144093"/>
                    </a:lnTo>
                    <a:lnTo>
                      <a:pt x="57196" y="144093"/>
                    </a:lnTo>
                    <a:lnTo>
                      <a:pt x="51384" y="125537"/>
                    </a:lnTo>
                    <a:cubicBezTo>
                      <a:pt x="47408" y="124314"/>
                      <a:pt x="43466" y="122649"/>
                      <a:pt x="39693" y="120474"/>
                    </a:cubicBezTo>
                    <a:cubicBezTo>
                      <a:pt x="35412" y="118027"/>
                      <a:pt x="31605" y="115070"/>
                      <a:pt x="28275" y="111740"/>
                    </a:cubicBezTo>
                    <a:lnTo>
                      <a:pt x="9856" y="116090"/>
                    </a:lnTo>
                    <a:lnTo>
                      <a:pt x="0" y="99030"/>
                    </a:lnTo>
                    <a:lnTo>
                      <a:pt x="13186" y="84688"/>
                    </a:lnTo>
                    <a:cubicBezTo>
                      <a:pt x="11147" y="75954"/>
                      <a:pt x="11215" y="66745"/>
                      <a:pt x="13560" y="57807"/>
                    </a:cubicBezTo>
                    <a:lnTo>
                      <a:pt x="611" y="44043"/>
                    </a:lnTo>
                    <a:lnTo>
                      <a:pt x="10467" y="26983"/>
                    </a:lnTo>
                    <a:lnTo>
                      <a:pt x="29431" y="31231"/>
                    </a:lnTo>
                    <a:cubicBezTo>
                      <a:pt x="36160" y="24910"/>
                      <a:pt x="44281" y="20493"/>
                      <a:pt x="52948" y="18113"/>
                    </a:cubicBezTo>
                    <a:lnTo>
                      <a:pt x="58385" y="0"/>
                    </a:lnTo>
                    <a:lnTo>
                      <a:pt x="78095" y="0"/>
                    </a:lnTo>
                    <a:lnTo>
                      <a:pt x="83907" y="18555"/>
                    </a:lnTo>
                    <a:cubicBezTo>
                      <a:pt x="87917" y="19779"/>
                      <a:pt x="91825" y="21478"/>
                      <a:pt x="95598" y="23653"/>
                    </a:cubicBezTo>
                    <a:lnTo>
                      <a:pt x="95598" y="23653"/>
                    </a:lnTo>
                    <a:close/>
                    <a:moveTo>
                      <a:pt x="71299" y="65725"/>
                    </a:moveTo>
                    <a:cubicBezTo>
                      <a:pt x="67798" y="63686"/>
                      <a:pt x="63313" y="64910"/>
                      <a:pt x="61274" y="68410"/>
                    </a:cubicBezTo>
                    <a:cubicBezTo>
                      <a:pt x="59268" y="71911"/>
                      <a:pt x="60458" y="76396"/>
                      <a:pt x="63958" y="78435"/>
                    </a:cubicBezTo>
                    <a:cubicBezTo>
                      <a:pt x="67459" y="80474"/>
                      <a:pt x="71945" y="79251"/>
                      <a:pt x="73984" y="75750"/>
                    </a:cubicBezTo>
                    <a:cubicBezTo>
                      <a:pt x="76023" y="72250"/>
                      <a:pt x="74799" y="67764"/>
                      <a:pt x="71299" y="65725"/>
                    </a:cubicBezTo>
                    <a:lnTo>
                      <a:pt x="71299" y="65725"/>
                    </a:lnTo>
                    <a:close/>
                    <a:moveTo>
                      <a:pt x="113813" y="72046"/>
                    </a:moveTo>
                    <a:cubicBezTo>
                      <a:pt x="113813" y="65929"/>
                      <a:pt x="108851" y="60967"/>
                      <a:pt x="102700" y="60967"/>
                    </a:cubicBezTo>
                    <a:cubicBezTo>
                      <a:pt x="96549" y="60967"/>
                      <a:pt x="91587" y="65929"/>
                      <a:pt x="91587" y="72046"/>
                    </a:cubicBezTo>
                    <a:cubicBezTo>
                      <a:pt x="91587" y="78164"/>
                      <a:pt x="96549" y="83159"/>
                      <a:pt x="102700" y="83159"/>
                    </a:cubicBezTo>
                    <a:cubicBezTo>
                      <a:pt x="108851" y="83159"/>
                      <a:pt x="113813" y="78198"/>
                      <a:pt x="113813" y="72046"/>
                    </a:cubicBezTo>
                    <a:lnTo>
                      <a:pt x="113813" y="72046"/>
                    </a:lnTo>
                    <a:close/>
                    <a:moveTo>
                      <a:pt x="90737" y="112046"/>
                    </a:moveTo>
                    <a:cubicBezTo>
                      <a:pt x="96039" y="108987"/>
                      <a:pt x="97875" y="102190"/>
                      <a:pt x="94816" y="96889"/>
                    </a:cubicBezTo>
                    <a:cubicBezTo>
                      <a:pt x="91757" y="91587"/>
                      <a:pt x="84960" y="89752"/>
                      <a:pt x="79659" y="92810"/>
                    </a:cubicBezTo>
                    <a:cubicBezTo>
                      <a:pt x="74358" y="95869"/>
                      <a:pt x="72522" y="102666"/>
                      <a:pt x="75581" y="107968"/>
                    </a:cubicBezTo>
                    <a:cubicBezTo>
                      <a:pt x="78674" y="113269"/>
                      <a:pt x="85437" y="115104"/>
                      <a:pt x="90737" y="112046"/>
                    </a:cubicBezTo>
                    <a:lnTo>
                      <a:pt x="90737" y="112046"/>
                    </a:lnTo>
                    <a:close/>
                    <a:moveTo>
                      <a:pt x="44588" y="112046"/>
                    </a:moveTo>
                    <a:cubicBezTo>
                      <a:pt x="49888" y="115104"/>
                      <a:pt x="56685" y="113303"/>
                      <a:pt x="59744" y="107968"/>
                    </a:cubicBezTo>
                    <a:cubicBezTo>
                      <a:pt x="62803" y="102666"/>
                      <a:pt x="61001" y="95869"/>
                      <a:pt x="55700" y="92810"/>
                    </a:cubicBezTo>
                    <a:cubicBezTo>
                      <a:pt x="50399" y="89752"/>
                      <a:pt x="43602" y="91553"/>
                      <a:pt x="40543" y="96889"/>
                    </a:cubicBezTo>
                    <a:cubicBezTo>
                      <a:pt x="37485" y="102190"/>
                      <a:pt x="39286" y="108987"/>
                      <a:pt x="44622" y="112046"/>
                    </a:cubicBezTo>
                    <a:lnTo>
                      <a:pt x="44622" y="112046"/>
                    </a:lnTo>
                    <a:close/>
                    <a:moveTo>
                      <a:pt x="21512" y="72046"/>
                    </a:moveTo>
                    <a:cubicBezTo>
                      <a:pt x="21512" y="78198"/>
                      <a:pt x="26474" y="83159"/>
                      <a:pt x="32625" y="83159"/>
                    </a:cubicBezTo>
                    <a:cubicBezTo>
                      <a:pt x="38776" y="83159"/>
                      <a:pt x="43738" y="78198"/>
                      <a:pt x="43738" y="72046"/>
                    </a:cubicBezTo>
                    <a:cubicBezTo>
                      <a:pt x="43738" y="65895"/>
                      <a:pt x="38742" y="60967"/>
                      <a:pt x="32625" y="60967"/>
                    </a:cubicBezTo>
                    <a:cubicBezTo>
                      <a:pt x="26508" y="60967"/>
                      <a:pt x="21512" y="65929"/>
                      <a:pt x="21512" y="72046"/>
                    </a:cubicBezTo>
                    <a:lnTo>
                      <a:pt x="21512" y="72046"/>
                    </a:lnTo>
                    <a:close/>
                    <a:moveTo>
                      <a:pt x="44588" y="32081"/>
                    </a:moveTo>
                    <a:cubicBezTo>
                      <a:pt x="39286" y="35139"/>
                      <a:pt x="37451" y="41936"/>
                      <a:pt x="40510" y="47238"/>
                    </a:cubicBezTo>
                    <a:cubicBezTo>
                      <a:pt x="43568" y="52539"/>
                      <a:pt x="50365" y="54375"/>
                      <a:pt x="55666" y="51316"/>
                    </a:cubicBezTo>
                    <a:cubicBezTo>
                      <a:pt x="60967" y="48223"/>
                      <a:pt x="62803" y="41460"/>
                      <a:pt x="59710" y="36125"/>
                    </a:cubicBezTo>
                    <a:cubicBezTo>
                      <a:pt x="56652" y="30823"/>
                      <a:pt x="49855" y="28989"/>
                      <a:pt x="44554" y="32081"/>
                    </a:cubicBezTo>
                    <a:lnTo>
                      <a:pt x="44554" y="32081"/>
                    </a:lnTo>
                    <a:close/>
                    <a:moveTo>
                      <a:pt x="90737" y="32081"/>
                    </a:moveTo>
                    <a:cubicBezTo>
                      <a:pt x="85437" y="28989"/>
                      <a:pt x="78640" y="30823"/>
                      <a:pt x="75581" y="36125"/>
                    </a:cubicBezTo>
                    <a:cubicBezTo>
                      <a:pt x="72522" y="41426"/>
                      <a:pt x="74324" y="48223"/>
                      <a:pt x="79659" y="51282"/>
                    </a:cubicBezTo>
                    <a:cubicBezTo>
                      <a:pt x="84960" y="54341"/>
                      <a:pt x="91757" y="52539"/>
                      <a:pt x="94816" y="47204"/>
                    </a:cubicBezTo>
                    <a:cubicBezTo>
                      <a:pt x="97875" y="41902"/>
                      <a:pt x="96073" y="35105"/>
                      <a:pt x="90737" y="3204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87" name="Google Shape;2442;p47"/>
              <p:cNvSpPr/>
              <p:nvPr/>
            </p:nvSpPr>
            <p:spPr>
              <a:xfrm>
                <a:off x="5684685" y="5415747"/>
                <a:ext cx="130397" cy="107798"/>
              </a:xfrm>
              <a:custGeom>
                <a:avLst/>
                <a:gdLst/>
                <a:ahLst/>
                <a:cxnLst/>
                <a:rect l="l" t="t" r="r" b="b"/>
                <a:pathLst>
                  <a:path w="130397" h="107798" extrusionOk="0">
                    <a:moveTo>
                      <a:pt x="125334" y="34"/>
                    </a:moveTo>
                    <a:lnTo>
                      <a:pt x="130398" y="8802"/>
                    </a:lnTo>
                    <a:lnTo>
                      <a:pt x="117211" y="23143"/>
                    </a:lnTo>
                    <a:cubicBezTo>
                      <a:pt x="119251" y="31877"/>
                      <a:pt x="119183" y="41121"/>
                      <a:pt x="116838" y="50025"/>
                    </a:cubicBezTo>
                    <a:lnTo>
                      <a:pt x="129786" y="63788"/>
                    </a:lnTo>
                    <a:lnTo>
                      <a:pt x="119930" y="80848"/>
                    </a:lnTo>
                    <a:lnTo>
                      <a:pt x="100968" y="76600"/>
                    </a:lnTo>
                    <a:cubicBezTo>
                      <a:pt x="94239" y="82887"/>
                      <a:pt x="86116" y="87339"/>
                      <a:pt x="77450" y="89684"/>
                    </a:cubicBezTo>
                    <a:lnTo>
                      <a:pt x="72013" y="107798"/>
                    </a:lnTo>
                    <a:lnTo>
                      <a:pt x="52302" y="107798"/>
                    </a:lnTo>
                    <a:lnTo>
                      <a:pt x="46491" y="89242"/>
                    </a:lnTo>
                    <a:cubicBezTo>
                      <a:pt x="42514" y="88019"/>
                      <a:pt x="38572" y="86354"/>
                      <a:pt x="34800" y="84179"/>
                    </a:cubicBezTo>
                    <a:cubicBezTo>
                      <a:pt x="30519" y="81732"/>
                      <a:pt x="26712" y="78775"/>
                      <a:pt x="23382" y="75445"/>
                    </a:cubicBezTo>
                    <a:lnTo>
                      <a:pt x="4962" y="79795"/>
                    </a:lnTo>
                    <a:lnTo>
                      <a:pt x="0" y="71197"/>
                    </a:lnTo>
                    <a:lnTo>
                      <a:pt x="56312" y="39218"/>
                    </a:lnTo>
                    <a:cubicBezTo>
                      <a:pt x="56957" y="40373"/>
                      <a:pt x="57875" y="41393"/>
                      <a:pt x="59099" y="42106"/>
                    </a:cubicBezTo>
                    <a:cubicBezTo>
                      <a:pt x="62599" y="44146"/>
                      <a:pt x="67085" y="42922"/>
                      <a:pt x="69124" y="39422"/>
                    </a:cubicBezTo>
                    <a:cubicBezTo>
                      <a:pt x="70517" y="37043"/>
                      <a:pt x="70382" y="34188"/>
                      <a:pt x="69056" y="31979"/>
                    </a:cubicBezTo>
                    <a:lnTo>
                      <a:pt x="125334" y="0"/>
                    </a:lnTo>
                    <a:lnTo>
                      <a:pt x="125334" y="0"/>
                    </a:lnTo>
                    <a:close/>
                    <a:moveTo>
                      <a:pt x="108919" y="35785"/>
                    </a:moveTo>
                    <a:cubicBezTo>
                      <a:pt x="108919" y="29669"/>
                      <a:pt x="103958" y="24707"/>
                      <a:pt x="97806" y="24707"/>
                    </a:cubicBezTo>
                    <a:cubicBezTo>
                      <a:pt x="91656" y="24707"/>
                      <a:pt x="86694" y="29669"/>
                      <a:pt x="86694" y="35785"/>
                    </a:cubicBezTo>
                    <a:cubicBezTo>
                      <a:pt x="86694" y="41903"/>
                      <a:pt x="91656" y="46898"/>
                      <a:pt x="97806" y="46898"/>
                    </a:cubicBezTo>
                    <a:cubicBezTo>
                      <a:pt x="103958" y="46898"/>
                      <a:pt x="108919" y="41937"/>
                      <a:pt x="108919" y="35785"/>
                    </a:cubicBezTo>
                    <a:lnTo>
                      <a:pt x="108919" y="35785"/>
                    </a:lnTo>
                    <a:close/>
                    <a:moveTo>
                      <a:pt x="85844" y="75785"/>
                    </a:moveTo>
                    <a:cubicBezTo>
                      <a:pt x="91146" y="72726"/>
                      <a:pt x="92981" y="65929"/>
                      <a:pt x="89923" y="60628"/>
                    </a:cubicBezTo>
                    <a:cubicBezTo>
                      <a:pt x="86864" y="55326"/>
                      <a:pt x="80067" y="53491"/>
                      <a:pt x="74765" y="56550"/>
                    </a:cubicBezTo>
                    <a:cubicBezTo>
                      <a:pt x="69464" y="59608"/>
                      <a:pt x="67629" y="66405"/>
                      <a:pt x="70687" y="71707"/>
                    </a:cubicBezTo>
                    <a:cubicBezTo>
                      <a:pt x="73780" y="77008"/>
                      <a:pt x="80543" y="78843"/>
                      <a:pt x="85844" y="75785"/>
                    </a:cubicBezTo>
                    <a:lnTo>
                      <a:pt x="85844" y="75785"/>
                    </a:lnTo>
                    <a:close/>
                    <a:moveTo>
                      <a:pt x="39694" y="75785"/>
                    </a:moveTo>
                    <a:cubicBezTo>
                      <a:pt x="44995" y="78843"/>
                      <a:pt x="51792" y="77042"/>
                      <a:pt x="54851" y="71707"/>
                    </a:cubicBezTo>
                    <a:cubicBezTo>
                      <a:pt x="57909" y="66405"/>
                      <a:pt x="56108" y="59608"/>
                      <a:pt x="50807" y="56550"/>
                    </a:cubicBezTo>
                    <a:cubicBezTo>
                      <a:pt x="45505" y="53491"/>
                      <a:pt x="38708" y="55292"/>
                      <a:pt x="35649" y="60628"/>
                    </a:cubicBezTo>
                    <a:cubicBezTo>
                      <a:pt x="32591" y="65929"/>
                      <a:pt x="34392" y="72726"/>
                      <a:pt x="39728" y="757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383" name="Google Shape;2443;p47"/>
            <p:cNvGrpSpPr/>
            <p:nvPr/>
          </p:nvGrpSpPr>
          <p:grpSpPr>
            <a:xfrm>
              <a:off x="5742968" y="4935624"/>
              <a:ext cx="118434" cy="116633"/>
              <a:chOff x="5742968" y="5285724"/>
              <a:chExt cx="118434" cy="116633"/>
            </a:xfrm>
          </p:grpSpPr>
          <p:sp>
            <p:nvSpPr>
              <p:cNvPr id="1384" name="Google Shape;2444;p47"/>
              <p:cNvSpPr/>
              <p:nvPr/>
            </p:nvSpPr>
            <p:spPr>
              <a:xfrm>
                <a:off x="5742968" y="5285724"/>
                <a:ext cx="118400" cy="116633"/>
              </a:xfrm>
              <a:custGeom>
                <a:avLst/>
                <a:gdLst/>
                <a:ahLst/>
                <a:cxnLst/>
                <a:rect l="l" t="t" r="r" b="b"/>
                <a:pathLst>
                  <a:path w="118400" h="116633" extrusionOk="0">
                    <a:moveTo>
                      <a:pt x="68206" y="17128"/>
                    </a:moveTo>
                    <a:cubicBezTo>
                      <a:pt x="72352" y="18011"/>
                      <a:pt x="76294" y="19507"/>
                      <a:pt x="79897" y="21512"/>
                    </a:cubicBezTo>
                    <a:lnTo>
                      <a:pt x="94102" y="11181"/>
                    </a:lnTo>
                    <a:lnTo>
                      <a:pt x="100797" y="16822"/>
                    </a:lnTo>
                    <a:lnTo>
                      <a:pt x="93150" y="32828"/>
                    </a:lnTo>
                    <a:cubicBezTo>
                      <a:pt x="95699" y="36125"/>
                      <a:pt x="97772" y="39761"/>
                      <a:pt x="99336" y="43670"/>
                    </a:cubicBezTo>
                    <a:lnTo>
                      <a:pt x="116871" y="44893"/>
                    </a:lnTo>
                    <a:lnTo>
                      <a:pt x="118400" y="53525"/>
                    </a:lnTo>
                    <a:lnTo>
                      <a:pt x="102225" y="60865"/>
                    </a:lnTo>
                    <a:cubicBezTo>
                      <a:pt x="102089" y="65147"/>
                      <a:pt x="101307" y="69259"/>
                      <a:pt x="99981" y="73134"/>
                    </a:cubicBezTo>
                    <a:lnTo>
                      <a:pt x="112623" y="85334"/>
                    </a:lnTo>
                    <a:lnTo>
                      <a:pt x="108239" y="92947"/>
                    </a:lnTo>
                    <a:lnTo>
                      <a:pt x="91112" y="88189"/>
                    </a:lnTo>
                    <a:cubicBezTo>
                      <a:pt x="88325" y="91281"/>
                      <a:pt x="85096" y="93966"/>
                      <a:pt x="81494" y="96141"/>
                    </a:cubicBezTo>
                    <a:lnTo>
                      <a:pt x="83329" y="113609"/>
                    </a:lnTo>
                    <a:lnTo>
                      <a:pt x="75070" y="116633"/>
                    </a:lnTo>
                    <a:lnTo>
                      <a:pt x="65045" y="101986"/>
                    </a:lnTo>
                    <a:cubicBezTo>
                      <a:pt x="63109" y="102258"/>
                      <a:pt x="61137" y="102394"/>
                      <a:pt x="59132" y="102394"/>
                    </a:cubicBezTo>
                    <a:cubicBezTo>
                      <a:pt x="56923" y="102394"/>
                      <a:pt x="54714" y="102224"/>
                      <a:pt x="52573" y="101884"/>
                    </a:cubicBezTo>
                    <a:lnTo>
                      <a:pt x="42752" y="116463"/>
                    </a:lnTo>
                    <a:lnTo>
                      <a:pt x="34494" y="113473"/>
                    </a:lnTo>
                    <a:lnTo>
                      <a:pt x="36227" y="95801"/>
                    </a:lnTo>
                    <a:cubicBezTo>
                      <a:pt x="32692" y="93558"/>
                      <a:pt x="29498" y="90840"/>
                      <a:pt x="26745" y="87713"/>
                    </a:cubicBezTo>
                    <a:lnTo>
                      <a:pt x="9821" y="92573"/>
                    </a:lnTo>
                    <a:lnTo>
                      <a:pt x="5437" y="84960"/>
                    </a:lnTo>
                    <a:lnTo>
                      <a:pt x="18114" y="72556"/>
                    </a:lnTo>
                    <a:cubicBezTo>
                      <a:pt x="16856" y="68682"/>
                      <a:pt x="16142" y="64536"/>
                      <a:pt x="16074" y="60254"/>
                    </a:cubicBezTo>
                    <a:lnTo>
                      <a:pt x="0" y="53117"/>
                    </a:lnTo>
                    <a:lnTo>
                      <a:pt x="1529" y="44485"/>
                    </a:lnTo>
                    <a:lnTo>
                      <a:pt x="19201" y="43126"/>
                    </a:lnTo>
                    <a:cubicBezTo>
                      <a:pt x="20798" y="39217"/>
                      <a:pt x="22939" y="35581"/>
                      <a:pt x="25522" y="32353"/>
                    </a:cubicBezTo>
                    <a:lnTo>
                      <a:pt x="17808" y="16550"/>
                    </a:lnTo>
                    <a:lnTo>
                      <a:pt x="24536" y="10909"/>
                    </a:lnTo>
                    <a:lnTo>
                      <a:pt x="38946" y="21240"/>
                    </a:lnTo>
                    <a:cubicBezTo>
                      <a:pt x="42582" y="19303"/>
                      <a:pt x="46558" y="17875"/>
                      <a:pt x="50704" y="17060"/>
                    </a:cubicBezTo>
                    <a:lnTo>
                      <a:pt x="54952" y="0"/>
                    </a:lnTo>
                    <a:lnTo>
                      <a:pt x="63720" y="0"/>
                    </a:lnTo>
                    <a:lnTo>
                      <a:pt x="68138" y="17162"/>
                    </a:lnTo>
                    <a:lnTo>
                      <a:pt x="68138" y="17162"/>
                    </a:lnTo>
                    <a:close/>
                    <a:moveTo>
                      <a:pt x="59166" y="52539"/>
                    </a:moveTo>
                    <a:cubicBezTo>
                      <a:pt x="55462" y="52539"/>
                      <a:pt x="52437" y="55564"/>
                      <a:pt x="52437" y="59268"/>
                    </a:cubicBezTo>
                    <a:cubicBezTo>
                      <a:pt x="52437" y="62972"/>
                      <a:pt x="55462" y="65997"/>
                      <a:pt x="59166" y="65997"/>
                    </a:cubicBezTo>
                    <a:cubicBezTo>
                      <a:pt x="62871" y="65997"/>
                      <a:pt x="65895" y="63006"/>
                      <a:pt x="65895" y="59268"/>
                    </a:cubicBezTo>
                    <a:cubicBezTo>
                      <a:pt x="65895" y="55530"/>
                      <a:pt x="62905" y="52539"/>
                      <a:pt x="59166" y="52539"/>
                    </a:cubicBezTo>
                    <a:lnTo>
                      <a:pt x="59166" y="52539"/>
                    </a:lnTo>
                    <a:close/>
                    <a:moveTo>
                      <a:pt x="61681" y="45470"/>
                    </a:moveTo>
                    <a:cubicBezTo>
                      <a:pt x="63720" y="45845"/>
                      <a:pt x="65590" y="46626"/>
                      <a:pt x="67187" y="47781"/>
                    </a:cubicBezTo>
                    <a:lnTo>
                      <a:pt x="77314" y="37756"/>
                    </a:lnTo>
                    <a:cubicBezTo>
                      <a:pt x="72998" y="34120"/>
                      <a:pt x="67594" y="31775"/>
                      <a:pt x="61681" y="31231"/>
                    </a:cubicBezTo>
                    <a:lnTo>
                      <a:pt x="61681" y="45470"/>
                    </a:lnTo>
                    <a:lnTo>
                      <a:pt x="61681" y="45470"/>
                    </a:lnTo>
                    <a:close/>
                    <a:moveTo>
                      <a:pt x="70721" y="51350"/>
                    </a:moveTo>
                    <a:cubicBezTo>
                      <a:pt x="71808" y="52947"/>
                      <a:pt x="72624" y="54816"/>
                      <a:pt x="72964" y="56787"/>
                    </a:cubicBezTo>
                    <a:lnTo>
                      <a:pt x="87169" y="56787"/>
                    </a:lnTo>
                    <a:cubicBezTo>
                      <a:pt x="86660" y="50942"/>
                      <a:pt x="84349" y="45606"/>
                      <a:pt x="80814" y="41324"/>
                    </a:cubicBezTo>
                    <a:lnTo>
                      <a:pt x="70721" y="51350"/>
                    </a:lnTo>
                    <a:lnTo>
                      <a:pt x="70721" y="51350"/>
                    </a:lnTo>
                    <a:close/>
                    <a:moveTo>
                      <a:pt x="72964" y="61817"/>
                    </a:moveTo>
                    <a:cubicBezTo>
                      <a:pt x="72624" y="63822"/>
                      <a:pt x="71808" y="65691"/>
                      <a:pt x="70687" y="67288"/>
                    </a:cubicBezTo>
                    <a:lnTo>
                      <a:pt x="80746" y="77348"/>
                    </a:lnTo>
                    <a:cubicBezTo>
                      <a:pt x="84349" y="73066"/>
                      <a:pt x="86660" y="67696"/>
                      <a:pt x="87169" y="61817"/>
                    </a:cubicBezTo>
                    <a:lnTo>
                      <a:pt x="72964" y="61817"/>
                    </a:lnTo>
                    <a:close/>
                    <a:moveTo>
                      <a:pt x="67153" y="70857"/>
                    </a:moveTo>
                    <a:cubicBezTo>
                      <a:pt x="65522" y="71978"/>
                      <a:pt x="63686" y="72760"/>
                      <a:pt x="61681" y="73134"/>
                    </a:cubicBezTo>
                    <a:lnTo>
                      <a:pt x="61681" y="87373"/>
                    </a:lnTo>
                    <a:cubicBezTo>
                      <a:pt x="67560" y="86829"/>
                      <a:pt x="72930" y="84485"/>
                      <a:pt x="77212" y="80916"/>
                    </a:cubicBezTo>
                    <a:lnTo>
                      <a:pt x="67153" y="70857"/>
                    </a:lnTo>
                    <a:lnTo>
                      <a:pt x="67153" y="70857"/>
                    </a:lnTo>
                    <a:close/>
                    <a:moveTo>
                      <a:pt x="56651" y="73134"/>
                    </a:moveTo>
                    <a:cubicBezTo>
                      <a:pt x="54647" y="72760"/>
                      <a:pt x="52743" y="71978"/>
                      <a:pt x="51112" y="70823"/>
                    </a:cubicBezTo>
                    <a:lnTo>
                      <a:pt x="41019" y="80848"/>
                    </a:lnTo>
                    <a:cubicBezTo>
                      <a:pt x="45334" y="84485"/>
                      <a:pt x="50704" y="86829"/>
                      <a:pt x="56651" y="87373"/>
                    </a:cubicBezTo>
                    <a:lnTo>
                      <a:pt x="56651" y="73134"/>
                    </a:lnTo>
                    <a:lnTo>
                      <a:pt x="56651" y="73134"/>
                    </a:lnTo>
                    <a:close/>
                    <a:moveTo>
                      <a:pt x="47578" y="67254"/>
                    </a:moveTo>
                    <a:cubicBezTo>
                      <a:pt x="46490" y="65657"/>
                      <a:pt x="45709" y="63822"/>
                      <a:pt x="45334" y="61817"/>
                    </a:cubicBezTo>
                    <a:lnTo>
                      <a:pt x="31129" y="61817"/>
                    </a:lnTo>
                    <a:cubicBezTo>
                      <a:pt x="31639" y="67662"/>
                      <a:pt x="33950" y="72998"/>
                      <a:pt x="37485" y="77246"/>
                    </a:cubicBezTo>
                    <a:lnTo>
                      <a:pt x="47578" y="67220"/>
                    </a:lnTo>
                    <a:lnTo>
                      <a:pt x="47578" y="67220"/>
                    </a:lnTo>
                    <a:close/>
                    <a:moveTo>
                      <a:pt x="45334" y="56821"/>
                    </a:moveTo>
                    <a:cubicBezTo>
                      <a:pt x="45709" y="54816"/>
                      <a:pt x="46490" y="52947"/>
                      <a:pt x="47612" y="51350"/>
                    </a:cubicBezTo>
                    <a:lnTo>
                      <a:pt x="37553" y="41290"/>
                    </a:lnTo>
                    <a:cubicBezTo>
                      <a:pt x="33984" y="45572"/>
                      <a:pt x="31639" y="50942"/>
                      <a:pt x="31129" y="56821"/>
                    </a:cubicBezTo>
                    <a:lnTo>
                      <a:pt x="45334" y="56821"/>
                    </a:lnTo>
                    <a:close/>
                    <a:moveTo>
                      <a:pt x="51146" y="47816"/>
                    </a:moveTo>
                    <a:cubicBezTo>
                      <a:pt x="52743" y="46694"/>
                      <a:pt x="54613" y="45879"/>
                      <a:pt x="56617" y="45538"/>
                    </a:cubicBezTo>
                    <a:lnTo>
                      <a:pt x="56617" y="31299"/>
                    </a:lnTo>
                    <a:cubicBezTo>
                      <a:pt x="50738" y="31843"/>
                      <a:pt x="45368" y="34188"/>
                      <a:pt x="41086" y="37756"/>
                    </a:cubicBezTo>
                    <a:lnTo>
                      <a:pt x="51146" y="4781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85" name="Google Shape;2445;p47"/>
              <p:cNvSpPr/>
              <p:nvPr/>
            </p:nvSpPr>
            <p:spPr>
              <a:xfrm>
                <a:off x="5752484" y="5318349"/>
                <a:ext cx="108918" cy="84008"/>
              </a:xfrm>
              <a:custGeom>
                <a:avLst/>
                <a:gdLst/>
                <a:ahLst/>
                <a:cxnLst/>
                <a:rect l="l" t="t" r="r" b="b"/>
                <a:pathLst>
                  <a:path w="108918" h="84008" extrusionOk="0">
                    <a:moveTo>
                      <a:pt x="83737" y="0"/>
                    </a:moveTo>
                    <a:lnTo>
                      <a:pt x="83669" y="204"/>
                    </a:lnTo>
                    <a:cubicBezTo>
                      <a:pt x="86217" y="3500"/>
                      <a:pt x="88291" y="7137"/>
                      <a:pt x="89854" y="11045"/>
                    </a:cubicBezTo>
                    <a:lnTo>
                      <a:pt x="107389" y="12268"/>
                    </a:lnTo>
                    <a:lnTo>
                      <a:pt x="108919" y="20900"/>
                    </a:lnTo>
                    <a:lnTo>
                      <a:pt x="92742" y="28241"/>
                    </a:lnTo>
                    <a:cubicBezTo>
                      <a:pt x="92607" y="32523"/>
                      <a:pt x="91825" y="36635"/>
                      <a:pt x="90499" y="40509"/>
                    </a:cubicBezTo>
                    <a:lnTo>
                      <a:pt x="103141" y="52709"/>
                    </a:lnTo>
                    <a:lnTo>
                      <a:pt x="98757" y="60322"/>
                    </a:lnTo>
                    <a:lnTo>
                      <a:pt x="81630" y="55564"/>
                    </a:lnTo>
                    <a:cubicBezTo>
                      <a:pt x="78843" y="58657"/>
                      <a:pt x="75615" y="61341"/>
                      <a:pt x="72012" y="63516"/>
                    </a:cubicBezTo>
                    <a:lnTo>
                      <a:pt x="73847" y="80984"/>
                    </a:lnTo>
                    <a:lnTo>
                      <a:pt x="65589" y="84009"/>
                    </a:lnTo>
                    <a:lnTo>
                      <a:pt x="55564" y="69361"/>
                    </a:lnTo>
                    <a:cubicBezTo>
                      <a:pt x="53627" y="69633"/>
                      <a:pt x="51656" y="69769"/>
                      <a:pt x="49650" y="69769"/>
                    </a:cubicBezTo>
                    <a:cubicBezTo>
                      <a:pt x="47442" y="69769"/>
                      <a:pt x="45232" y="69599"/>
                      <a:pt x="43092" y="69260"/>
                    </a:cubicBezTo>
                    <a:lnTo>
                      <a:pt x="33270" y="83839"/>
                    </a:lnTo>
                    <a:lnTo>
                      <a:pt x="25012" y="80848"/>
                    </a:lnTo>
                    <a:lnTo>
                      <a:pt x="26745" y="63176"/>
                    </a:lnTo>
                    <a:cubicBezTo>
                      <a:pt x="23211" y="60933"/>
                      <a:pt x="20016" y="58215"/>
                      <a:pt x="17263" y="55088"/>
                    </a:cubicBezTo>
                    <a:lnTo>
                      <a:pt x="339" y="59948"/>
                    </a:lnTo>
                    <a:lnTo>
                      <a:pt x="0" y="59336"/>
                    </a:lnTo>
                    <a:lnTo>
                      <a:pt x="25556" y="41257"/>
                    </a:lnTo>
                    <a:cubicBezTo>
                      <a:pt x="26304" y="42446"/>
                      <a:pt x="27085" y="43567"/>
                      <a:pt x="28003" y="44655"/>
                    </a:cubicBezTo>
                    <a:lnTo>
                      <a:pt x="38096" y="34630"/>
                    </a:lnTo>
                    <a:cubicBezTo>
                      <a:pt x="37756" y="34120"/>
                      <a:pt x="37451" y="33610"/>
                      <a:pt x="37144" y="33032"/>
                    </a:cubicBezTo>
                    <a:lnTo>
                      <a:pt x="43262" y="28716"/>
                    </a:lnTo>
                    <a:cubicBezTo>
                      <a:pt x="44111" y="31435"/>
                      <a:pt x="46660" y="33406"/>
                      <a:pt x="49650" y="33406"/>
                    </a:cubicBezTo>
                    <a:cubicBezTo>
                      <a:pt x="53389" y="33406"/>
                      <a:pt x="56379" y="30416"/>
                      <a:pt x="56379" y="26677"/>
                    </a:cubicBezTo>
                    <a:cubicBezTo>
                      <a:pt x="56379" y="24502"/>
                      <a:pt x="55326" y="22532"/>
                      <a:pt x="53694" y="21308"/>
                    </a:cubicBezTo>
                    <a:lnTo>
                      <a:pt x="70958" y="9108"/>
                    </a:lnTo>
                    <a:lnTo>
                      <a:pt x="61239" y="18759"/>
                    </a:lnTo>
                    <a:cubicBezTo>
                      <a:pt x="62326" y="20356"/>
                      <a:pt x="63142" y="22225"/>
                      <a:pt x="63482" y="24197"/>
                    </a:cubicBezTo>
                    <a:lnTo>
                      <a:pt x="77687" y="24197"/>
                    </a:lnTo>
                    <a:cubicBezTo>
                      <a:pt x="77178" y="18385"/>
                      <a:pt x="74900" y="13084"/>
                      <a:pt x="71367" y="8802"/>
                    </a:cubicBezTo>
                    <a:lnTo>
                      <a:pt x="83737" y="34"/>
                    </a:lnTo>
                    <a:lnTo>
                      <a:pt x="83737" y="34"/>
                    </a:lnTo>
                    <a:close/>
                    <a:moveTo>
                      <a:pt x="63482" y="29158"/>
                    </a:moveTo>
                    <a:cubicBezTo>
                      <a:pt x="63142" y="31163"/>
                      <a:pt x="62326" y="33032"/>
                      <a:pt x="61205" y="34630"/>
                    </a:cubicBezTo>
                    <a:lnTo>
                      <a:pt x="71265" y="44689"/>
                    </a:lnTo>
                    <a:cubicBezTo>
                      <a:pt x="74867" y="40407"/>
                      <a:pt x="77178" y="35037"/>
                      <a:pt x="77687" y="29158"/>
                    </a:cubicBezTo>
                    <a:lnTo>
                      <a:pt x="63482" y="29158"/>
                    </a:lnTo>
                    <a:close/>
                    <a:moveTo>
                      <a:pt x="57671" y="38198"/>
                    </a:moveTo>
                    <a:cubicBezTo>
                      <a:pt x="56040" y="39319"/>
                      <a:pt x="54205" y="40101"/>
                      <a:pt x="52199" y="40475"/>
                    </a:cubicBezTo>
                    <a:lnTo>
                      <a:pt x="52199" y="54714"/>
                    </a:lnTo>
                    <a:cubicBezTo>
                      <a:pt x="58078" y="54171"/>
                      <a:pt x="63448" y="51826"/>
                      <a:pt x="67730" y="48257"/>
                    </a:cubicBezTo>
                    <a:lnTo>
                      <a:pt x="57671" y="38198"/>
                    </a:lnTo>
                    <a:lnTo>
                      <a:pt x="57671" y="38198"/>
                    </a:lnTo>
                    <a:close/>
                    <a:moveTo>
                      <a:pt x="47170" y="40475"/>
                    </a:moveTo>
                    <a:cubicBezTo>
                      <a:pt x="45164" y="40101"/>
                      <a:pt x="43262" y="39319"/>
                      <a:pt x="41631" y="38164"/>
                    </a:cubicBezTo>
                    <a:lnTo>
                      <a:pt x="31537" y="48189"/>
                    </a:lnTo>
                    <a:cubicBezTo>
                      <a:pt x="35853" y="51826"/>
                      <a:pt x="41222" y="54171"/>
                      <a:pt x="47170" y="54714"/>
                    </a:cubicBezTo>
                    <a:lnTo>
                      <a:pt x="47170" y="4047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30"/>
          <p:cNvSpPr txBox="1">
            <a:spLocks noGrp="1"/>
          </p:cNvSpPr>
          <p:nvPr>
            <p:ph type="title"/>
          </p:nvPr>
        </p:nvSpPr>
        <p:spPr>
          <a:xfrm>
            <a:off x="1551950" y="1224770"/>
            <a:ext cx="5354473" cy="186619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4800" noProof="0" dirty="0">
                <a:solidFill>
                  <a:srgbClr val="03515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Case Study Story</a:t>
            </a:r>
          </a:p>
        </p:txBody>
      </p:sp>
      <p:grpSp>
        <p:nvGrpSpPr>
          <p:cNvPr id="1268" name="Google Shape;1268;p30"/>
          <p:cNvGrpSpPr/>
          <p:nvPr/>
        </p:nvGrpSpPr>
        <p:grpSpPr>
          <a:xfrm>
            <a:off x="6207043" y="1218737"/>
            <a:ext cx="3180479" cy="3938442"/>
            <a:chOff x="6590802" y="1205338"/>
            <a:chExt cx="3180479" cy="3938442"/>
          </a:xfrm>
        </p:grpSpPr>
        <p:grpSp>
          <p:nvGrpSpPr>
            <p:cNvPr id="1269" name="Google Shape;1269;p30"/>
            <p:cNvGrpSpPr/>
            <p:nvPr/>
          </p:nvGrpSpPr>
          <p:grpSpPr>
            <a:xfrm>
              <a:off x="6590802" y="1205338"/>
              <a:ext cx="3180479" cy="3938442"/>
              <a:chOff x="6590802" y="1205338"/>
              <a:chExt cx="3180479" cy="3938442"/>
            </a:xfrm>
          </p:grpSpPr>
          <p:sp>
            <p:nvSpPr>
              <p:cNvPr id="1270" name="Google Shape;1270;p30"/>
              <p:cNvSpPr/>
              <p:nvPr/>
            </p:nvSpPr>
            <p:spPr>
              <a:xfrm flipH="1">
                <a:off x="8147676" y="3172468"/>
                <a:ext cx="289800" cy="213712"/>
              </a:xfrm>
              <a:custGeom>
                <a:avLst/>
                <a:gdLst/>
                <a:ahLst/>
                <a:cxnLst/>
                <a:rect l="l" t="t" r="r" b="b"/>
                <a:pathLst>
                  <a:path w="129955" h="95835" extrusionOk="0">
                    <a:moveTo>
                      <a:pt x="64978" y="95835"/>
                    </a:moveTo>
                    <a:cubicBezTo>
                      <a:pt x="100763" y="95835"/>
                      <a:pt x="129955" y="74323"/>
                      <a:pt x="129955" y="47918"/>
                    </a:cubicBezTo>
                    <a:cubicBezTo>
                      <a:pt x="129955" y="21512"/>
                      <a:pt x="100763" y="0"/>
                      <a:pt x="64978" y="0"/>
                    </a:cubicBezTo>
                    <a:cubicBezTo>
                      <a:pt x="29192" y="0"/>
                      <a:pt x="0" y="21546"/>
                      <a:pt x="0" y="47918"/>
                    </a:cubicBezTo>
                    <a:cubicBezTo>
                      <a:pt x="0" y="74289"/>
                      <a:pt x="29192" y="95835"/>
                      <a:pt x="64978" y="95835"/>
                    </a:cubicBezTo>
                    <a:close/>
                  </a:path>
                </a:pathLst>
              </a:custGeom>
              <a:solidFill>
                <a:srgbClr val="0057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1" name="Google Shape;1271;p30"/>
              <p:cNvSpPr/>
              <p:nvPr/>
            </p:nvSpPr>
            <p:spPr>
              <a:xfrm flipH="1">
                <a:off x="8148662" y="3265703"/>
                <a:ext cx="289724" cy="131789"/>
              </a:xfrm>
              <a:custGeom>
                <a:avLst/>
                <a:gdLst/>
                <a:ahLst/>
                <a:cxnLst/>
                <a:rect l="l" t="t" r="r" b="b"/>
                <a:pathLst>
                  <a:path w="129921" h="59098" extrusionOk="0">
                    <a:moveTo>
                      <a:pt x="0" y="0"/>
                    </a:moveTo>
                    <a:lnTo>
                      <a:pt x="129921" y="0"/>
                    </a:lnTo>
                    <a:lnTo>
                      <a:pt x="129921" y="59099"/>
                    </a:lnTo>
                    <a:lnTo>
                      <a:pt x="0" y="5909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2" name="Google Shape;1272;p30"/>
              <p:cNvSpPr/>
              <p:nvPr/>
            </p:nvSpPr>
            <p:spPr>
              <a:xfrm flipH="1">
                <a:off x="8099110" y="3217341"/>
                <a:ext cx="394079" cy="57822"/>
              </a:xfrm>
              <a:custGeom>
                <a:avLst/>
                <a:gdLst/>
                <a:ahLst/>
                <a:cxnLst/>
                <a:rect l="l" t="t" r="r" b="b"/>
                <a:pathLst>
                  <a:path w="176717" h="25929" extrusionOk="0">
                    <a:moveTo>
                      <a:pt x="163736" y="0"/>
                    </a:moveTo>
                    <a:lnTo>
                      <a:pt x="12982" y="0"/>
                    </a:lnTo>
                    <a:cubicBezTo>
                      <a:pt x="5845" y="0"/>
                      <a:pt x="0" y="5845"/>
                      <a:pt x="0" y="12982"/>
                    </a:cubicBezTo>
                    <a:lnTo>
                      <a:pt x="0" y="12982"/>
                    </a:lnTo>
                    <a:cubicBezTo>
                      <a:pt x="0" y="20119"/>
                      <a:pt x="5845" y="25930"/>
                      <a:pt x="12982" y="25930"/>
                    </a:cubicBezTo>
                    <a:lnTo>
                      <a:pt x="163736" y="25930"/>
                    </a:lnTo>
                    <a:cubicBezTo>
                      <a:pt x="170872" y="25930"/>
                      <a:pt x="176718" y="20085"/>
                      <a:pt x="176718" y="12948"/>
                    </a:cubicBezTo>
                    <a:lnTo>
                      <a:pt x="176718" y="12948"/>
                    </a:lnTo>
                    <a:cubicBezTo>
                      <a:pt x="176718" y="5811"/>
                      <a:pt x="170872" y="0"/>
                      <a:pt x="163736" y="0"/>
                    </a:cubicBezTo>
                    <a:close/>
                  </a:path>
                </a:pathLst>
              </a:custGeom>
              <a:solidFill>
                <a:srgbClr val="00495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3" name="Google Shape;1273;p30"/>
              <p:cNvSpPr/>
              <p:nvPr/>
            </p:nvSpPr>
            <p:spPr>
              <a:xfrm flipH="1">
                <a:off x="8394275" y="3275785"/>
                <a:ext cx="19247" cy="73965"/>
              </a:xfrm>
              <a:custGeom>
                <a:avLst/>
                <a:gdLst/>
                <a:ahLst/>
                <a:cxnLst/>
                <a:rect l="l" t="t" r="r" b="b"/>
                <a:pathLst>
                  <a:path w="8631" h="33168" extrusionOk="0">
                    <a:moveTo>
                      <a:pt x="0" y="0"/>
                    </a:moveTo>
                    <a:lnTo>
                      <a:pt x="8632" y="0"/>
                    </a:lnTo>
                    <a:lnTo>
                      <a:pt x="8632" y="33169"/>
                    </a:lnTo>
                    <a:lnTo>
                      <a:pt x="0" y="33169"/>
                    </a:ln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4" name="Google Shape;1274;p30"/>
              <p:cNvSpPr/>
              <p:nvPr/>
            </p:nvSpPr>
            <p:spPr>
              <a:xfrm flipH="1">
                <a:off x="9082312" y="3273815"/>
                <a:ext cx="289800" cy="131789"/>
              </a:xfrm>
              <a:custGeom>
                <a:avLst/>
                <a:gdLst/>
                <a:ahLst/>
                <a:cxnLst/>
                <a:rect l="l" t="t" r="r" b="b"/>
                <a:pathLst>
                  <a:path w="129955" h="59098" extrusionOk="0">
                    <a:moveTo>
                      <a:pt x="0" y="0"/>
                    </a:moveTo>
                    <a:lnTo>
                      <a:pt x="129955" y="0"/>
                    </a:lnTo>
                    <a:lnTo>
                      <a:pt x="129955" y="59099"/>
                    </a:lnTo>
                    <a:lnTo>
                      <a:pt x="0" y="5909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5" name="Google Shape;1275;p30"/>
              <p:cNvSpPr/>
              <p:nvPr/>
            </p:nvSpPr>
            <p:spPr>
              <a:xfrm flipH="1">
                <a:off x="9030259" y="3225453"/>
                <a:ext cx="393927" cy="57822"/>
              </a:xfrm>
              <a:custGeom>
                <a:avLst/>
                <a:gdLst/>
                <a:ahLst/>
                <a:cxnLst/>
                <a:rect l="l" t="t" r="r" b="b"/>
                <a:pathLst>
                  <a:path w="176649" h="25929" extrusionOk="0">
                    <a:moveTo>
                      <a:pt x="12948" y="0"/>
                    </a:moveTo>
                    <a:lnTo>
                      <a:pt x="163702" y="0"/>
                    </a:lnTo>
                    <a:cubicBezTo>
                      <a:pt x="170838" y="0"/>
                      <a:pt x="176650" y="5811"/>
                      <a:pt x="176650" y="12948"/>
                    </a:cubicBezTo>
                    <a:lnTo>
                      <a:pt x="176650" y="12948"/>
                    </a:lnTo>
                    <a:cubicBezTo>
                      <a:pt x="176650" y="20085"/>
                      <a:pt x="170838" y="25930"/>
                      <a:pt x="163702" y="25930"/>
                    </a:cubicBezTo>
                    <a:lnTo>
                      <a:pt x="12948" y="25930"/>
                    </a:lnTo>
                    <a:cubicBezTo>
                      <a:pt x="5811" y="25930"/>
                      <a:pt x="0" y="20085"/>
                      <a:pt x="0" y="12948"/>
                    </a:cubicBezTo>
                    <a:lnTo>
                      <a:pt x="0" y="12948"/>
                    </a:lnTo>
                    <a:cubicBezTo>
                      <a:pt x="0" y="5811"/>
                      <a:pt x="5811" y="0"/>
                      <a:pt x="129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6" name="Google Shape;1276;p30"/>
              <p:cNvSpPr/>
              <p:nvPr/>
            </p:nvSpPr>
            <p:spPr>
              <a:xfrm flipH="1">
                <a:off x="7715701" y="3357802"/>
                <a:ext cx="2055581" cy="865082"/>
              </a:xfrm>
              <a:custGeom>
                <a:avLst/>
                <a:gdLst/>
                <a:ahLst/>
                <a:cxnLst/>
                <a:rect l="l" t="t" r="r" b="b"/>
                <a:pathLst>
                  <a:path w="921785" h="387929" extrusionOk="0">
                    <a:moveTo>
                      <a:pt x="38776" y="34"/>
                    </a:moveTo>
                    <a:lnTo>
                      <a:pt x="883010" y="34"/>
                    </a:lnTo>
                    <a:cubicBezTo>
                      <a:pt x="904420" y="34"/>
                      <a:pt x="921786" y="17400"/>
                      <a:pt x="921786" y="38810"/>
                    </a:cubicBezTo>
                    <a:lnTo>
                      <a:pt x="921786" y="349153"/>
                    </a:lnTo>
                    <a:cubicBezTo>
                      <a:pt x="921786" y="370563"/>
                      <a:pt x="904420" y="387929"/>
                      <a:pt x="883010" y="387929"/>
                    </a:cubicBezTo>
                    <a:lnTo>
                      <a:pt x="38776" y="387929"/>
                    </a:lnTo>
                    <a:cubicBezTo>
                      <a:pt x="17366" y="387929"/>
                      <a:pt x="0" y="370563"/>
                      <a:pt x="0" y="349153"/>
                    </a:cubicBezTo>
                    <a:lnTo>
                      <a:pt x="0" y="38776"/>
                    </a:lnTo>
                    <a:cubicBezTo>
                      <a:pt x="0" y="17366"/>
                      <a:pt x="17366" y="0"/>
                      <a:pt x="387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7" name="Google Shape;1277;p30"/>
              <p:cNvSpPr/>
              <p:nvPr/>
            </p:nvSpPr>
            <p:spPr>
              <a:xfrm flipH="1">
                <a:off x="7715625" y="3766299"/>
                <a:ext cx="2055656" cy="373162"/>
              </a:xfrm>
              <a:custGeom>
                <a:avLst/>
                <a:gdLst/>
                <a:ahLst/>
                <a:cxnLst/>
                <a:rect l="l" t="t" r="r" b="b"/>
                <a:pathLst>
                  <a:path w="921819" h="167337" extrusionOk="0">
                    <a:moveTo>
                      <a:pt x="921786" y="0"/>
                    </a:moveTo>
                    <a:lnTo>
                      <a:pt x="921786" y="128528"/>
                    </a:lnTo>
                    <a:cubicBezTo>
                      <a:pt x="921786" y="149870"/>
                      <a:pt x="904318" y="167338"/>
                      <a:pt x="883010" y="167338"/>
                    </a:cubicBezTo>
                    <a:lnTo>
                      <a:pt x="38776" y="167338"/>
                    </a:lnTo>
                    <a:cubicBezTo>
                      <a:pt x="17434" y="167338"/>
                      <a:pt x="0" y="149870"/>
                      <a:pt x="0" y="128528"/>
                    </a:cubicBezTo>
                    <a:lnTo>
                      <a:pt x="0" y="0"/>
                    </a:lnTo>
                    <a:lnTo>
                      <a:pt x="921820" y="0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8" name="Google Shape;1278;p30"/>
              <p:cNvSpPr/>
              <p:nvPr/>
            </p:nvSpPr>
            <p:spPr>
              <a:xfrm flipH="1">
                <a:off x="9664275" y="3357878"/>
                <a:ext cx="107007" cy="865082"/>
              </a:xfrm>
              <a:custGeom>
                <a:avLst/>
                <a:gdLst/>
                <a:ahLst/>
                <a:cxnLst/>
                <a:rect l="l" t="t" r="r" b="b"/>
                <a:pathLst>
                  <a:path w="47985" h="387929" extrusionOk="0">
                    <a:moveTo>
                      <a:pt x="38776" y="0"/>
                    </a:moveTo>
                    <a:lnTo>
                      <a:pt x="47986" y="0"/>
                    </a:lnTo>
                    <a:lnTo>
                      <a:pt x="47986" y="387929"/>
                    </a:lnTo>
                    <a:lnTo>
                      <a:pt x="38776" y="387929"/>
                    </a:lnTo>
                    <a:cubicBezTo>
                      <a:pt x="17434" y="387929"/>
                      <a:pt x="0" y="370461"/>
                      <a:pt x="0" y="349153"/>
                    </a:cubicBezTo>
                    <a:lnTo>
                      <a:pt x="0" y="38810"/>
                    </a:lnTo>
                    <a:cubicBezTo>
                      <a:pt x="0" y="17468"/>
                      <a:pt x="17434" y="34"/>
                      <a:pt x="38776" y="3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9" name="Google Shape;1279;p30"/>
              <p:cNvSpPr/>
              <p:nvPr/>
            </p:nvSpPr>
            <p:spPr>
              <a:xfrm flipH="1">
                <a:off x="9664199" y="3766299"/>
                <a:ext cx="107082" cy="373088"/>
              </a:xfrm>
              <a:custGeom>
                <a:avLst/>
                <a:gdLst/>
                <a:ahLst/>
                <a:cxnLst/>
                <a:rect l="l" t="t" r="r" b="b"/>
                <a:pathLst>
                  <a:path w="48019" h="167304" extrusionOk="0">
                    <a:moveTo>
                      <a:pt x="47986" y="0"/>
                    </a:moveTo>
                    <a:lnTo>
                      <a:pt x="47986" y="167304"/>
                    </a:lnTo>
                    <a:lnTo>
                      <a:pt x="38776" y="167304"/>
                    </a:lnTo>
                    <a:cubicBezTo>
                      <a:pt x="17434" y="167304"/>
                      <a:pt x="0" y="149836"/>
                      <a:pt x="0" y="128528"/>
                    </a:cubicBezTo>
                    <a:lnTo>
                      <a:pt x="0" y="0"/>
                    </a:lnTo>
                    <a:lnTo>
                      <a:pt x="48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0" name="Google Shape;1280;p30"/>
              <p:cNvSpPr/>
              <p:nvPr/>
            </p:nvSpPr>
            <p:spPr>
              <a:xfrm flipH="1">
                <a:off x="7715263" y="3357878"/>
                <a:ext cx="107007" cy="865082"/>
              </a:xfrm>
              <a:custGeom>
                <a:avLst/>
                <a:gdLst/>
                <a:ahLst/>
                <a:cxnLst/>
                <a:rect l="l" t="t" r="r" b="b"/>
                <a:pathLst>
                  <a:path w="47985" h="387929" extrusionOk="0">
                    <a:moveTo>
                      <a:pt x="9210" y="387929"/>
                    </a:moveTo>
                    <a:lnTo>
                      <a:pt x="0" y="387929"/>
                    </a:lnTo>
                    <a:lnTo>
                      <a:pt x="0" y="0"/>
                    </a:lnTo>
                    <a:lnTo>
                      <a:pt x="9210" y="0"/>
                    </a:lnTo>
                    <a:cubicBezTo>
                      <a:pt x="30552" y="0"/>
                      <a:pt x="47986" y="17468"/>
                      <a:pt x="47986" y="38776"/>
                    </a:cubicBezTo>
                    <a:lnTo>
                      <a:pt x="47986" y="349119"/>
                    </a:lnTo>
                    <a:cubicBezTo>
                      <a:pt x="47986" y="370461"/>
                      <a:pt x="30518" y="387895"/>
                      <a:pt x="9210" y="38789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1" name="Google Shape;1281;p30"/>
              <p:cNvSpPr/>
              <p:nvPr/>
            </p:nvSpPr>
            <p:spPr>
              <a:xfrm flipH="1">
                <a:off x="7715188" y="3766374"/>
                <a:ext cx="107082" cy="373086"/>
              </a:xfrm>
              <a:custGeom>
                <a:avLst/>
                <a:gdLst/>
                <a:ahLst/>
                <a:cxnLst/>
                <a:rect l="l" t="t" r="r" b="b"/>
                <a:pathLst>
                  <a:path w="48019" h="167303" extrusionOk="0">
                    <a:moveTo>
                      <a:pt x="9210" y="167304"/>
                    </a:moveTo>
                    <a:lnTo>
                      <a:pt x="0" y="167304"/>
                    </a:lnTo>
                    <a:lnTo>
                      <a:pt x="0" y="0"/>
                    </a:lnTo>
                    <a:lnTo>
                      <a:pt x="48020" y="0"/>
                    </a:lnTo>
                    <a:lnTo>
                      <a:pt x="48020" y="128528"/>
                    </a:lnTo>
                    <a:cubicBezTo>
                      <a:pt x="48020" y="149870"/>
                      <a:pt x="30552" y="167304"/>
                      <a:pt x="9244" y="1673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2" name="Google Shape;1282;p30"/>
              <p:cNvSpPr/>
              <p:nvPr/>
            </p:nvSpPr>
            <p:spPr>
              <a:xfrm flipH="1">
                <a:off x="7912634" y="3457557"/>
                <a:ext cx="1728040" cy="75026"/>
              </a:xfrm>
              <a:custGeom>
                <a:avLst/>
                <a:gdLst/>
                <a:ahLst/>
                <a:cxnLst/>
                <a:rect l="l" t="t" r="r" b="b"/>
                <a:pathLst>
                  <a:path w="774906" h="33644" extrusionOk="0">
                    <a:moveTo>
                      <a:pt x="16822" y="0"/>
                    </a:moveTo>
                    <a:lnTo>
                      <a:pt x="758084" y="0"/>
                    </a:lnTo>
                    <a:cubicBezTo>
                      <a:pt x="767328" y="0"/>
                      <a:pt x="774907" y="7578"/>
                      <a:pt x="774907" y="16822"/>
                    </a:cubicBezTo>
                    <a:lnTo>
                      <a:pt x="774907" y="16822"/>
                    </a:lnTo>
                    <a:cubicBezTo>
                      <a:pt x="774907" y="26066"/>
                      <a:pt x="767328" y="33644"/>
                      <a:pt x="758084" y="33644"/>
                    </a:cubicBezTo>
                    <a:lnTo>
                      <a:pt x="16822" y="33644"/>
                    </a:lnTo>
                    <a:cubicBezTo>
                      <a:pt x="7545" y="33644"/>
                      <a:pt x="0" y="26066"/>
                      <a:pt x="0" y="16822"/>
                    </a:cubicBezTo>
                    <a:lnTo>
                      <a:pt x="0" y="16822"/>
                    </a:lnTo>
                    <a:cubicBezTo>
                      <a:pt x="0" y="7578"/>
                      <a:pt x="7579" y="0"/>
                      <a:pt x="16822" y="0"/>
                    </a:cubicBez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3" name="Google Shape;1283;p30"/>
              <p:cNvSpPr/>
              <p:nvPr/>
            </p:nvSpPr>
            <p:spPr>
              <a:xfrm flipH="1">
                <a:off x="9328001" y="3283897"/>
                <a:ext cx="19247" cy="73965"/>
              </a:xfrm>
              <a:custGeom>
                <a:avLst/>
                <a:gdLst/>
                <a:ahLst/>
                <a:cxnLst/>
                <a:rect l="l" t="t" r="r" b="b"/>
                <a:pathLst>
                  <a:path w="8631" h="33168" extrusionOk="0">
                    <a:moveTo>
                      <a:pt x="0" y="0"/>
                    </a:moveTo>
                    <a:lnTo>
                      <a:pt x="8632" y="0"/>
                    </a:lnTo>
                    <a:lnTo>
                      <a:pt x="8632" y="33168"/>
                    </a:lnTo>
                    <a:lnTo>
                      <a:pt x="0" y="33168"/>
                    </a:ln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284" name="Google Shape;1284;p30"/>
              <p:cNvGrpSpPr/>
              <p:nvPr/>
            </p:nvGrpSpPr>
            <p:grpSpPr>
              <a:xfrm flipH="1">
                <a:off x="7950758" y="3766296"/>
                <a:ext cx="1585011" cy="675315"/>
                <a:chOff x="4439952" y="2779427"/>
                <a:chExt cx="710608" cy="302764"/>
              </a:xfrm>
            </p:grpSpPr>
            <p:sp>
              <p:nvSpPr>
                <p:cNvPr id="1285" name="Google Shape;1285;p30"/>
                <p:cNvSpPr/>
                <p:nvPr/>
              </p:nvSpPr>
              <p:spPr>
                <a:xfrm>
                  <a:off x="4439952" y="2779427"/>
                  <a:ext cx="71060" cy="286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" h="286520" extrusionOk="0">
                      <a:moveTo>
                        <a:pt x="0" y="0"/>
                      </a:moveTo>
                      <a:lnTo>
                        <a:pt x="71061" y="0"/>
                      </a:lnTo>
                      <a:lnTo>
                        <a:pt x="71061" y="286520"/>
                      </a:lnTo>
                      <a:lnTo>
                        <a:pt x="0" y="28652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86" name="Google Shape;1286;p30"/>
                <p:cNvSpPr/>
                <p:nvPr/>
              </p:nvSpPr>
              <p:spPr>
                <a:xfrm>
                  <a:off x="5079499" y="2795671"/>
                  <a:ext cx="71060" cy="286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" h="286520" extrusionOk="0">
                      <a:moveTo>
                        <a:pt x="0" y="0"/>
                      </a:moveTo>
                      <a:lnTo>
                        <a:pt x="71061" y="0"/>
                      </a:lnTo>
                      <a:lnTo>
                        <a:pt x="71061" y="286520"/>
                      </a:lnTo>
                      <a:lnTo>
                        <a:pt x="0" y="28652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87" name="Google Shape;1287;p30"/>
                <p:cNvSpPr/>
                <p:nvPr/>
              </p:nvSpPr>
              <p:spPr>
                <a:xfrm>
                  <a:off x="4439952" y="3018743"/>
                  <a:ext cx="710608" cy="63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8" h="63448" extrusionOk="0">
                      <a:moveTo>
                        <a:pt x="0" y="0"/>
                      </a:moveTo>
                      <a:lnTo>
                        <a:pt x="710608" y="0"/>
                      </a:lnTo>
                      <a:lnTo>
                        <a:pt x="710608" y="63448"/>
                      </a:lnTo>
                      <a:lnTo>
                        <a:pt x="0" y="6344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sp>
            <p:nvSpPr>
              <p:cNvPr id="1288" name="Google Shape;1288;p30"/>
              <p:cNvSpPr/>
              <p:nvPr/>
            </p:nvSpPr>
            <p:spPr>
              <a:xfrm flipH="1">
                <a:off x="9376164" y="3695045"/>
                <a:ext cx="160663" cy="142475"/>
              </a:xfrm>
              <a:custGeom>
                <a:avLst/>
                <a:gdLst/>
                <a:ahLst/>
                <a:cxnLst/>
                <a:rect l="l" t="t" r="r" b="b"/>
                <a:pathLst>
                  <a:path w="72046" h="63890" extrusionOk="0">
                    <a:moveTo>
                      <a:pt x="36023" y="63890"/>
                    </a:moveTo>
                    <a:cubicBezTo>
                      <a:pt x="55870" y="63890"/>
                      <a:pt x="72046" y="49549"/>
                      <a:pt x="72046" y="31945"/>
                    </a:cubicBezTo>
                    <a:cubicBezTo>
                      <a:pt x="72046" y="14341"/>
                      <a:pt x="55870" y="0"/>
                      <a:pt x="36023" y="0"/>
                    </a:cubicBezTo>
                    <a:cubicBezTo>
                      <a:pt x="16176" y="0"/>
                      <a:pt x="0" y="14375"/>
                      <a:pt x="0" y="31945"/>
                    </a:cubicBezTo>
                    <a:cubicBezTo>
                      <a:pt x="0" y="49515"/>
                      <a:pt x="16176" y="63890"/>
                      <a:pt x="36023" y="6389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9" name="Google Shape;1289;p30"/>
              <p:cNvSpPr/>
              <p:nvPr/>
            </p:nvSpPr>
            <p:spPr>
              <a:xfrm flipH="1">
                <a:off x="7950790" y="3731353"/>
                <a:ext cx="160663" cy="142475"/>
              </a:xfrm>
              <a:custGeom>
                <a:avLst/>
                <a:gdLst/>
                <a:ahLst/>
                <a:cxnLst/>
                <a:rect l="l" t="t" r="r" b="b"/>
                <a:pathLst>
                  <a:path w="72046" h="63890" extrusionOk="0">
                    <a:moveTo>
                      <a:pt x="36023" y="63890"/>
                    </a:moveTo>
                    <a:cubicBezTo>
                      <a:pt x="55870" y="63890"/>
                      <a:pt x="72046" y="49549"/>
                      <a:pt x="72046" y="31945"/>
                    </a:cubicBezTo>
                    <a:cubicBezTo>
                      <a:pt x="72046" y="14341"/>
                      <a:pt x="55870" y="0"/>
                      <a:pt x="36023" y="0"/>
                    </a:cubicBezTo>
                    <a:cubicBezTo>
                      <a:pt x="16176" y="0"/>
                      <a:pt x="0" y="14341"/>
                      <a:pt x="0" y="31945"/>
                    </a:cubicBezTo>
                    <a:cubicBezTo>
                      <a:pt x="0" y="49549"/>
                      <a:pt x="16176" y="63890"/>
                      <a:pt x="36023" y="6389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290" name="Google Shape;1290;p30"/>
              <p:cNvGrpSpPr/>
              <p:nvPr/>
            </p:nvGrpSpPr>
            <p:grpSpPr>
              <a:xfrm flipH="1">
                <a:off x="7063250" y="1284726"/>
                <a:ext cx="506187" cy="975768"/>
                <a:chOff x="4380117" y="1824165"/>
                <a:chExt cx="226939" cy="437466"/>
              </a:xfrm>
            </p:grpSpPr>
            <p:sp>
              <p:nvSpPr>
                <p:cNvPr id="1291" name="Google Shape;1291;p30"/>
                <p:cNvSpPr/>
                <p:nvPr/>
              </p:nvSpPr>
              <p:spPr>
                <a:xfrm>
                  <a:off x="4469971" y="2216942"/>
                  <a:ext cx="57501" cy="446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501" h="44689" extrusionOk="0">
                      <a:moveTo>
                        <a:pt x="57501" y="0"/>
                      </a:moveTo>
                      <a:lnTo>
                        <a:pt x="0" y="0"/>
                      </a:lnTo>
                      <a:lnTo>
                        <a:pt x="18487" y="44689"/>
                      </a:lnTo>
                      <a:lnTo>
                        <a:pt x="38776" y="44689"/>
                      </a:lnTo>
                      <a:lnTo>
                        <a:pt x="5750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2" name="Google Shape;1292;p30"/>
                <p:cNvSpPr/>
                <p:nvPr/>
              </p:nvSpPr>
              <p:spPr>
                <a:xfrm>
                  <a:off x="4496614" y="2025306"/>
                  <a:ext cx="110442" cy="191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42" h="191602" extrusionOk="0">
                      <a:moveTo>
                        <a:pt x="48054" y="0"/>
                      </a:moveTo>
                      <a:cubicBezTo>
                        <a:pt x="48054" y="0"/>
                        <a:pt x="106234" y="59574"/>
                        <a:pt x="110279" y="62973"/>
                      </a:cubicBezTo>
                      <a:cubicBezTo>
                        <a:pt x="114323" y="66337"/>
                        <a:pt x="41937" y="191603"/>
                        <a:pt x="41937" y="191603"/>
                      </a:cubicBezTo>
                      <a:lnTo>
                        <a:pt x="0" y="191603"/>
                      </a:lnTo>
                      <a:lnTo>
                        <a:pt x="0" y="8564"/>
                      </a:lnTo>
                      <a:lnTo>
                        <a:pt x="480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3" name="Google Shape;1293;p30"/>
                <p:cNvSpPr/>
                <p:nvPr/>
              </p:nvSpPr>
              <p:spPr>
                <a:xfrm>
                  <a:off x="4388719" y="2025306"/>
                  <a:ext cx="110410" cy="191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10" h="191602" extrusionOk="0">
                      <a:moveTo>
                        <a:pt x="62391" y="0"/>
                      </a:moveTo>
                      <a:cubicBezTo>
                        <a:pt x="62391" y="0"/>
                        <a:pt x="4210" y="59574"/>
                        <a:pt x="166" y="62973"/>
                      </a:cubicBezTo>
                      <a:cubicBezTo>
                        <a:pt x="-3912" y="66337"/>
                        <a:pt x="68474" y="191603"/>
                        <a:pt x="68474" y="191603"/>
                      </a:cubicBezTo>
                      <a:lnTo>
                        <a:pt x="110410" y="191603"/>
                      </a:lnTo>
                      <a:lnTo>
                        <a:pt x="110410" y="8564"/>
                      </a:lnTo>
                      <a:lnTo>
                        <a:pt x="623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4" name="Google Shape;1294;p30"/>
                <p:cNvSpPr/>
                <p:nvPr/>
              </p:nvSpPr>
              <p:spPr>
                <a:xfrm>
                  <a:off x="4381340" y="1840704"/>
                  <a:ext cx="156938" cy="1811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938" h="181135" extrusionOk="0">
                      <a:moveTo>
                        <a:pt x="0" y="0"/>
                      </a:moveTo>
                      <a:lnTo>
                        <a:pt x="20152" y="0"/>
                      </a:lnTo>
                      <a:cubicBezTo>
                        <a:pt x="95359" y="0"/>
                        <a:pt x="156939" y="61545"/>
                        <a:pt x="156939" y="136786"/>
                      </a:cubicBezTo>
                      <a:lnTo>
                        <a:pt x="156939" y="181136"/>
                      </a:lnTo>
                      <a:lnTo>
                        <a:pt x="82309" y="181136"/>
                      </a:lnTo>
                      <a:lnTo>
                        <a:pt x="82309" y="162478"/>
                      </a:lnTo>
                      <a:cubicBezTo>
                        <a:pt x="82309" y="94646"/>
                        <a:pt x="48733" y="70143"/>
                        <a:pt x="34" y="71741"/>
                      </a:cubicBezTo>
                      <a:lnTo>
                        <a:pt x="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5" name="Google Shape;1295;p30"/>
                <p:cNvSpPr/>
                <p:nvPr/>
              </p:nvSpPr>
              <p:spPr>
                <a:xfrm>
                  <a:off x="4432079" y="2021024"/>
                  <a:ext cx="132436" cy="23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436" h="23721" extrusionOk="0">
                      <a:moveTo>
                        <a:pt x="0" y="23721"/>
                      </a:moveTo>
                      <a:lnTo>
                        <a:pt x="0" y="11861"/>
                      </a:lnTo>
                      <a:cubicBezTo>
                        <a:pt x="0" y="5336"/>
                        <a:pt x="5336" y="0"/>
                        <a:pt x="11860" y="0"/>
                      </a:cubicBezTo>
                      <a:lnTo>
                        <a:pt x="120576" y="0"/>
                      </a:lnTo>
                      <a:cubicBezTo>
                        <a:pt x="127101" y="0"/>
                        <a:pt x="132436" y="5336"/>
                        <a:pt x="132436" y="11861"/>
                      </a:cubicBezTo>
                      <a:lnTo>
                        <a:pt x="132436" y="23721"/>
                      </a:lnTo>
                      <a:lnTo>
                        <a:pt x="0" y="2372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6" name="Google Shape;1296;p30"/>
                <p:cNvSpPr/>
                <p:nvPr/>
              </p:nvSpPr>
              <p:spPr>
                <a:xfrm>
                  <a:off x="4493284" y="2021024"/>
                  <a:ext cx="71230" cy="23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230" h="23721" extrusionOk="0">
                      <a:moveTo>
                        <a:pt x="0" y="0"/>
                      </a:moveTo>
                      <a:lnTo>
                        <a:pt x="59370" y="0"/>
                      </a:lnTo>
                      <a:cubicBezTo>
                        <a:pt x="65895" y="0"/>
                        <a:pt x="71231" y="5336"/>
                        <a:pt x="71231" y="11861"/>
                      </a:cubicBezTo>
                      <a:lnTo>
                        <a:pt x="71231" y="23721"/>
                      </a:lnTo>
                      <a:lnTo>
                        <a:pt x="0" y="2372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7" name="Google Shape;1297;p30"/>
                <p:cNvSpPr/>
                <p:nvPr/>
              </p:nvSpPr>
              <p:spPr>
                <a:xfrm>
                  <a:off x="4453489" y="2009877"/>
                  <a:ext cx="99131" cy="11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31" h="11248" extrusionOk="0">
                      <a:moveTo>
                        <a:pt x="93524" y="0"/>
                      </a:moveTo>
                      <a:lnTo>
                        <a:pt x="5607" y="0"/>
                      </a:lnTo>
                      <a:cubicBezTo>
                        <a:pt x="2515" y="0"/>
                        <a:pt x="0" y="2515"/>
                        <a:pt x="0" y="5607"/>
                      </a:cubicBezTo>
                      <a:lnTo>
                        <a:pt x="0" y="5607"/>
                      </a:lnTo>
                      <a:cubicBezTo>
                        <a:pt x="0" y="8700"/>
                        <a:pt x="2515" y="11249"/>
                        <a:pt x="5607" y="11249"/>
                      </a:cubicBezTo>
                      <a:lnTo>
                        <a:pt x="93524" y="11249"/>
                      </a:lnTo>
                      <a:cubicBezTo>
                        <a:pt x="96617" y="11249"/>
                        <a:pt x="99131" y="8700"/>
                        <a:pt x="99131" y="5607"/>
                      </a:cubicBezTo>
                      <a:lnTo>
                        <a:pt x="99131" y="5607"/>
                      </a:lnTo>
                      <a:cubicBezTo>
                        <a:pt x="99131" y="2515"/>
                        <a:pt x="96583" y="0"/>
                        <a:pt x="935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8" name="Google Shape;1298;p30"/>
                <p:cNvSpPr/>
                <p:nvPr/>
              </p:nvSpPr>
              <p:spPr>
                <a:xfrm>
                  <a:off x="4451585" y="1992137"/>
                  <a:ext cx="99199" cy="11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99" h="11248" extrusionOk="0">
                      <a:moveTo>
                        <a:pt x="93558" y="34"/>
                      </a:moveTo>
                      <a:lnTo>
                        <a:pt x="5641" y="34"/>
                      </a:lnTo>
                      <a:cubicBezTo>
                        <a:pt x="2549" y="34"/>
                        <a:pt x="0" y="2549"/>
                        <a:pt x="0" y="5641"/>
                      </a:cubicBezTo>
                      <a:lnTo>
                        <a:pt x="0" y="5641"/>
                      </a:lnTo>
                      <a:cubicBezTo>
                        <a:pt x="0" y="8734"/>
                        <a:pt x="2549" y="11249"/>
                        <a:pt x="5641" y="11249"/>
                      </a:cubicBezTo>
                      <a:lnTo>
                        <a:pt x="93558" y="11249"/>
                      </a:lnTo>
                      <a:cubicBezTo>
                        <a:pt x="96651" y="11249"/>
                        <a:pt x="99200" y="8700"/>
                        <a:pt x="99200" y="5607"/>
                      </a:cubicBezTo>
                      <a:lnTo>
                        <a:pt x="99200" y="5607"/>
                      </a:lnTo>
                      <a:cubicBezTo>
                        <a:pt x="99200" y="2515"/>
                        <a:pt x="96685" y="0"/>
                        <a:pt x="9355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9" name="Google Shape;1299;p30"/>
                <p:cNvSpPr/>
                <p:nvPr/>
              </p:nvSpPr>
              <p:spPr>
                <a:xfrm>
                  <a:off x="4449751" y="1974466"/>
                  <a:ext cx="99165" cy="11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65" h="11214" extrusionOk="0">
                      <a:moveTo>
                        <a:pt x="93524" y="0"/>
                      </a:moveTo>
                      <a:lnTo>
                        <a:pt x="5607" y="0"/>
                      </a:lnTo>
                      <a:cubicBezTo>
                        <a:pt x="2515" y="0"/>
                        <a:pt x="0" y="2515"/>
                        <a:pt x="0" y="5607"/>
                      </a:cubicBezTo>
                      <a:lnTo>
                        <a:pt x="0" y="5607"/>
                      </a:lnTo>
                      <a:cubicBezTo>
                        <a:pt x="0" y="8700"/>
                        <a:pt x="2515" y="11215"/>
                        <a:pt x="5607" y="11215"/>
                      </a:cubicBezTo>
                      <a:lnTo>
                        <a:pt x="93524" y="11215"/>
                      </a:lnTo>
                      <a:cubicBezTo>
                        <a:pt x="96617" y="11215"/>
                        <a:pt x="99165" y="8666"/>
                        <a:pt x="99165" y="5607"/>
                      </a:cubicBezTo>
                      <a:lnTo>
                        <a:pt x="99165" y="5607"/>
                      </a:lnTo>
                      <a:cubicBezTo>
                        <a:pt x="99165" y="2515"/>
                        <a:pt x="96651" y="0"/>
                        <a:pt x="935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0" name="Google Shape;1300;p30"/>
                <p:cNvSpPr/>
                <p:nvPr/>
              </p:nvSpPr>
              <p:spPr>
                <a:xfrm>
                  <a:off x="4447881" y="1956760"/>
                  <a:ext cx="99131" cy="11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31" h="11214" extrusionOk="0">
                      <a:moveTo>
                        <a:pt x="93524" y="0"/>
                      </a:moveTo>
                      <a:lnTo>
                        <a:pt x="5607" y="0"/>
                      </a:lnTo>
                      <a:cubicBezTo>
                        <a:pt x="2515" y="0"/>
                        <a:pt x="0" y="2515"/>
                        <a:pt x="0" y="5607"/>
                      </a:cubicBezTo>
                      <a:lnTo>
                        <a:pt x="0" y="5607"/>
                      </a:lnTo>
                      <a:cubicBezTo>
                        <a:pt x="0" y="8700"/>
                        <a:pt x="2549" y="11215"/>
                        <a:pt x="5607" y="11215"/>
                      </a:cubicBezTo>
                      <a:lnTo>
                        <a:pt x="93524" y="11215"/>
                      </a:lnTo>
                      <a:cubicBezTo>
                        <a:pt x="96617" y="11215"/>
                        <a:pt x="99132" y="8700"/>
                        <a:pt x="99132" y="5607"/>
                      </a:cubicBezTo>
                      <a:lnTo>
                        <a:pt x="99132" y="5607"/>
                      </a:lnTo>
                      <a:cubicBezTo>
                        <a:pt x="99132" y="2515"/>
                        <a:pt x="96617" y="0"/>
                        <a:pt x="935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1" name="Google Shape;1301;p30"/>
                <p:cNvSpPr/>
                <p:nvPr/>
              </p:nvSpPr>
              <p:spPr>
                <a:xfrm>
                  <a:off x="4446074" y="1936907"/>
                  <a:ext cx="99074" cy="15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74" h="15507" extrusionOk="0">
                      <a:moveTo>
                        <a:pt x="93156" y="6"/>
                      </a:moveTo>
                      <a:lnTo>
                        <a:pt x="5341" y="4288"/>
                      </a:lnTo>
                      <a:cubicBezTo>
                        <a:pt x="2249" y="4424"/>
                        <a:pt x="-130" y="7074"/>
                        <a:pt x="6" y="10167"/>
                      </a:cubicBezTo>
                      <a:lnTo>
                        <a:pt x="6" y="10167"/>
                      </a:lnTo>
                      <a:cubicBezTo>
                        <a:pt x="142" y="13259"/>
                        <a:pt x="2792" y="15638"/>
                        <a:pt x="5885" y="15502"/>
                      </a:cubicBezTo>
                      <a:lnTo>
                        <a:pt x="93734" y="11220"/>
                      </a:lnTo>
                      <a:cubicBezTo>
                        <a:pt x="96826" y="11084"/>
                        <a:pt x="99205" y="8434"/>
                        <a:pt x="99069" y="5341"/>
                      </a:cubicBezTo>
                      <a:lnTo>
                        <a:pt x="99069" y="5341"/>
                      </a:lnTo>
                      <a:cubicBezTo>
                        <a:pt x="98899" y="2249"/>
                        <a:pt x="96283" y="-130"/>
                        <a:pt x="93190" y="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2" name="Google Shape;1302;p30"/>
                <p:cNvSpPr/>
                <p:nvPr/>
              </p:nvSpPr>
              <p:spPr>
                <a:xfrm>
                  <a:off x="4437315" y="1910952"/>
                  <a:ext cx="97595" cy="2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595" h="27725" extrusionOk="0">
                      <a:moveTo>
                        <a:pt x="90939" y="99"/>
                      </a:moveTo>
                      <a:lnTo>
                        <a:pt x="4551" y="16582"/>
                      </a:lnTo>
                      <a:cubicBezTo>
                        <a:pt x="1526" y="17159"/>
                        <a:pt x="-479" y="20116"/>
                        <a:pt x="99" y="23175"/>
                      </a:cubicBezTo>
                      <a:lnTo>
                        <a:pt x="99" y="23175"/>
                      </a:lnTo>
                      <a:cubicBezTo>
                        <a:pt x="677" y="26199"/>
                        <a:pt x="3633" y="28204"/>
                        <a:pt x="6658" y="27626"/>
                      </a:cubicBezTo>
                      <a:lnTo>
                        <a:pt x="93012" y="11110"/>
                      </a:lnTo>
                      <a:cubicBezTo>
                        <a:pt x="96036" y="10532"/>
                        <a:pt x="98075" y="7576"/>
                        <a:pt x="97498" y="4551"/>
                      </a:cubicBezTo>
                      <a:lnTo>
                        <a:pt x="97498" y="4551"/>
                      </a:lnTo>
                      <a:cubicBezTo>
                        <a:pt x="96920" y="1526"/>
                        <a:pt x="93963" y="-478"/>
                        <a:pt x="90939" y="9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3" name="Google Shape;1303;p30"/>
                <p:cNvSpPr/>
                <p:nvPr/>
              </p:nvSpPr>
              <p:spPr>
                <a:xfrm>
                  <a:off x="4429531" y="1882948"/>
                  <a:ext cx="90598" cy="49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598" h="49035" extrusionOk="0">
                      <a:moveTo>
                        <a:pt x="82580" y="542"/>
                      </a:moveTo>
                      <a:lnTo>
                        <a:pt x="3193" y="38366"/>
                      </a:lnTo>
                      <a:cubicBezTo>
                        <a:pt x="406" y="39692"/>
                        <a:pt x="-783" y="43056"/>
                        <a:pt x="542" y="45843"/>
                      </a:cubicBezTo>
                      <a:lnTo>
                        <a:pt x="542" y="45843"/>
                      </a:lnTo>
                      <a:cubicBezTo>
                        <a:pt x="1867" y="48630"/>
                        <a:pt x="5232" y="49819"/>
                        <a:pt x="8018" y="48494"/>
                      </a:cubicBezTo>
                      <a:lnTo>
                        <a:pt x="87405" y="10669"/>
                      </a:lnTo>
                      <a:cubicBezTo>
                        <a:pt x="90192" y="9344"/>
                        <a:pt x="91382" y="5980"/>
                        <a:pt x="90056" y="3193"/>
                      </a:cubicBezTo>
                      <a:lnTo>
                        <a:pt x="90056" y="3193"/>
                      </a:lnTo>
                      <a:cubicBezTo>
                        <a:pt x="88731" y="406"/>
                        <a:pt x="85332" y="-783"/>
                        <a:pt x="82546" y="542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4" name="Google Shape;1304;p30"/>
                <p:cNvSpPr/>
                <p:nvPr/>
              </p:nvSpPr>
              <p:spPr>
                <a:xfrm>
                  <a:off x="4422838" y="1855265"/>
                  <a:ext cx="71972" cy="7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972" h="74814" extrusionOk="0">
                      <a:moveTo>
                        <a:pt x="62324" y="1718"/>
                      </a:moveTo>
                      <a:lnTo>
                        <a:pt x="1560" y="65302"/>
                      </a:lnTo>
                      <a:cubicBezTo>
                        <a:pt x="-581" y="67545"/>
                        <a:pt x="-513" y="71113"/>
                        <a:pt x="1730" y="73254"/>
                      </a:cubicBezTo>
                      <a:lnTo>
                        <a:pt x="1730" y="73254"/>
                      </a:lnTo>
                      <a:cubicBezTo>
                        <a:pt x="3973" y="75395"/>
                        <a:pt x="7541" y="75327"/>
                        <a:pt x="9682" y="73085"/>
                      </a:cubicBezTo>
                      <a:lnTo>
                        <a:pt x="70412" y="9500"/>
                      </a:lnTo>
                      <a:cubicBezTo>
                        <a:pt x="72553" y="7257"/>
                        <a:pt x="72485" y="3689"/>
                        <a:pt x="70242" y="1548"/>
                      </a:cubicBezTo>
                      <a:lnTo>
                        <a:pt x="70242" y="1548"/>
                      </a:lnTo>
                      <a:cubicBezTo>
                        <a:pt x="67999" y="-593"/>
                        <a:pt x="64431" y="-491"/>
                        <a:pt x="62324" y="171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5" name="Google Shape;1305;p30"/>
                <p:cNvSpPr/>
                <p:nvPr/>
              </p:nvSpPr>
              <p:spPr>
                <a:xfrm>
                  <a:off x="4416185" y="1835374"/>
                  <a:ext cx="45386" cy="922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86" h="92221" extrusionOk="0">
                      <a:moveTo>
                        <a:pt x="34619" y="3427"/>
                      </a:moveTo>
                      <a:lnTo>
                        <a:pt x="431" y="84445"/>
                      </a:lnTo>
                      <a:cubicBezTo>
                        <a:pt x="-758" y="87299"/>
                        <a:pt x="601" y="90596"/>
                        <a:pt x="3422" y="91785"/>
                      </a:cubicBezTo>
                      <a:lnTo>
                        <a:pt x="3422" y="91785"/>
                      </a:lnTo>
                      <a:cubicBezTo>
                        <a:pt x="6277" y="92975"/>
                        <a:pt x="9573" y="91649"/>
                        <a:pt x="10762" y="88795"/>
                      </a:cubicBezTo>
                      <a:lnTo>
                        <a:pt x="44951" y="7777"/>
                      </a:lnTo>
                      <a:cubicBezTo>
                        <a:pt x="46140" y="4956"/>
                        <a:pt x="44815" y="1625"/>
                        <a:pt x="41960" y="436"/>
                      </a:cubicBezTo>
                      <a:lnTo>
                        <a:pt x="41960" y="436"/>
                      </a:lnTo>
                      <a:cubicBezTo>
                        <a:pt x="39105" y="-753"/>
                        <a:pt x="35809" y="572"/>
                        <a:pt x="34585" y="342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6" name="Google Shape;1306;p30"/>
                <p:cNvSpPr/>
                <p:nvPr/>
              </p:nvSpPr>
              <p:spPr>
                <a:xfrm>
                  <a:off x="4407685" y="1824165"/>
                  <a:ext cx="19556" cy="98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56" h="98768" extrusionOk="0">
                      <a:moveTo>
                        <a:pt x="8354" y="5086"/>
                      </a:moveTo>
                      <a:lnTo>
                        <a:pt x="28" y="92629"/>
                      </a:lnTo>
                      <a:cubicBezTo>
                        <a:pt x="-279" y="95722"/>
                        <a:pt x="1999" y="98440"/>
                        <a:pt x="5091" y="98746"/>
                      </a:cubicBezTo>
                      <a:lnTo>
                        <a:pt x="5091" y="98746"/>
                      </a:lnTo>
                      <a:cubicBezTo>
                        <a:pt x="8149" y="99018"/>
                        <a:pt x="10902" y="96775"/>
                        <a:pt x="11208" y="93683"/>
                      </a:cubicBezTo>
                      <a:lnTo>
                        <a:pt x="19534" y="6140"/>
                      </a:lnTo>
                      <a:cubicBezTo>
                        <a:pt x="19806" y="3047"/>
                        <a:pt x="17563" y="294"/>
                        <a:pt x="14471" y="22"/>
                      </a:cubicBezTo>
                      <a:lnTo>
                        <a:pt x="14471" y="22"/>
                      </a:lnTo>
                      <a:cubicBezTo>
                        <a:pt x="11378" y="-250"/>
                        <a:pt x="8625" y="1993"/>
                        <a:pt x="8320" y="508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7" name="Google Shape;1307;p30"/>
                <p:cNvSpPr/>
                <p:nvPr/>
              </p:nvSpPr>
              <p:spPr>
                <a:xfrm>
                  <a:off x="4380117" y="1825037"/>
                  <a:ext cx="11486" cy="991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86" h="99165" extrusionOk="0">
                      <a:moveTo>
                        <a:pt x="238" y="5607"/>
                      </a:moveTo>
                      <a:lnTo>
                        <a:pt x="0" y="93524"/>
                      </a:lnTo>
                      <a:cubicBezTo>
                        <a:pt x="0" y="96617"/>
                        <a:pt x="2515" y="99166"/>
                        <a:pt x="5607" y="99166"/>
                      </a:cubicBezTo>
                      <a:lnTo>
                        <a:pt x="5607" y="99166"/>
                      </a:lnTo>
                      <a:cubicBezTo>
                        <a:pt x="8700" y="99166"/>
                        <a:pt x="11249" y="96651"/>
                        <a:pt x="11249" y="93558"/>
                      </a:cubicBezTo>
                      <a:lnTo>
                        <a:pt x="11486" y="5641"/>
                      </a:lnTo>
                      <a:cubicBezTo>
                        <a:pt x="11486" y="2549"/>
                        <a:pt x="8971" y="34"/>
                        <a:pt x="5879" y="0"/>
                      </a:cubicBezTo>
                      <a:lnTo>
                        <a:pt x="5879" y="0"/>
                      </a:lnTo>
                      <a:cubicBezTo>
                        <a:pt x="2787" y="0"/>
                        <a:pt x="272" y="2515"/>
                        <a:pt x="238" y="560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1308" name="Google Shape;1308;p30"/>
              <p:cNvGrpSpPr/>
              <p:nvPr/>
            </p:nvGrpSpPr>
            <p:grpSpPr>
              <a:xfrm flipH="1">
                <a:off x="8101743" y="3785367"/>
                <a:ext cx="1282941" cy="330190"/>
                <a:chOff x="2195175" y="2564277"/>
                <a:chExt cx="575181" cy="148034"/>
              </a:xfrm>
            </p:grpSpPr>
            <p:sp>
              <p:nvSpPr>
                <p:cNvPr id="1309" name="Google Shape;1309;p30"/>
                <p:cNvSpPr/>
                <p:nvPr/>
              </p:nvSpPr>
              <p:spPr>
                <a:xfrm>
                  <a:off x="2692873" y="2596358"/>
                  <a:ext cx="63822" cy="79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7982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79829"/>
                      </a:lnTo>
                      <a:lnTo>
                        <a:pt x="0" y="798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0" name="Google Shape;1310;p30"/>
                <p:cNvSpPr/>
                <p:nvPr/>
              </p:nvSpPr>
              <p:spPr>
                <a:xfrm>
                  <a:off x="2692873" y="2606622"/>
                  <a:ext cx="63822" cy="11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11384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11385"/>
                      </a:lnTo>
                      <a:lnTo>
                        <a:pt x="0" y="11385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1" name="Google Shape;1311;p30"/>
                <p:cNvSpPr/>
                <p:nvPr/>
              </p:nvSpPr>
              <p:spPr>
                <a:xfrm>
                  <a:off x="2744731" y="2566146"/>
                  <a:ext cx="25624" cy="14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4" h="143107" extrusionOk="0">
                      <a:moveTo>
                        <a:pt x="25624" y="0"/>
                      </a:moveTo>
                      <a:lnTo>
                        <a:pt x="12812" y="0"/>
                      </a:lnTo>
                      <a:cubicBezTo>
                        <a:pt x="5777" y="0"/>
                        <a:pt x="0" y="5777"/>
                        <a:pt x="0" y="12812"/>
                      </a:cubicBezTo>
                      <a:lnTo>
                        <a:pt x="0" y="130295"/>
                      </a:lnTo>
                      <a:cubicBezTo>
                        <a:pt x="0" y="137330"/>
                        <a:pt x="5777" y="143107"/>
                        <a:pt x="12812" y="143107"/>
                      </a:cubicBezTo>
                      <a:lnTo>
                        <a:pt x="25624" y="143107"/>
                      </a:lnTo>
                      <a:lnTo>
                        <a:pt x="256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2" name="Google Shape;1312;p30"/>
                <p:cNvSpPr/>
                <p:nvPr/>
              </p:nvSpPr>
              <p:spPr>
                <a:xfrm>
                  <a:off x="2744731" y="2632280"/>
                  <a:ext cx="25624" cy="76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4" h="76974" extrusionOk="0">
                      <a:moveTo>
                        <a:pt x="0" y="0"/>
                      </a:moveTo>
                      <a:lnTo>
                        <a:pt x="0" y="64162"/>
                      </a:lnTo>
                      <a:cubicBezTo>
                        <a:pt x="0" y="71197"/>
                        <a:pt x="5777" y="76974"/>
                        <a:pt x="12812" y="76974"/>
                      </a:cubicBezTo>
                      <a:lnTo>
                        <a:pt x="25624" y="76974"/>
                      </a:lnTo>
                      <a:lnTo>
                        <a:pt x="2562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3" name="Google Shape;1313;p30"/>
                <p:cNvSpPr/>
                <p:nvPr/>
              </p:nvSpPr>
              <p:spPr>
                <a:xfrm>
                  <a:off x="2272625" y="2564277"/>
                  <a:ext cx="423680" cy="1480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680" h="148034" extrusionOk="0">
                      <a:moveTo>
                        <a:pt x="14341" y="0"/>
                      </a:moveTo>
                      <a:lnTo>
                        <a:pt x="409339" y="0"/>
                      </a:lnTo>
                      <a:cubicBezTo>
                        <a:pt x="417257" y="0"/>
                        <a:pt x="423680" y="6661"/>
                        <a:pt x="423680" y="14783"/>
                      </a:cubicBezTo>
                      <a:lnTo>
                        <a:pt x="423680" y="133252"/>
                      </a:lnTo>
                      <a:cubicBezTo>
                        <a:pt x="423680" y="141408"/>
                        <a:pt x="417257" y="148035"/>
                        <a:pt x="409339" y="148035"/>
                      </a:cubicBezTo>
                      <a:lnTo>
                        <a:pt x="14341" y="148035"/>
                      </a:lnTo>
                      <a:cubicBezTo>
                        <a:pt x="6457" y="148035"/>
                        <a:pt x="0" y="141374"/>
                        <a:pt x="0" y="133252"/>
                      </a:cubicBezTo>
                      <a:lnTo>
                        <a:pt x="0" y="14783"/>
                      </a:lnTo>
                      <a:cubicBezTo>
                        <a:pt x="0" y="6661"/>
                        <a:pt x="6457" y="0"/>
                        <a:pt x="1434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4" name="Google Shape;1314;p30"/>
                <p:cNvSpPr/>
                <p:nvPr/>
              </p:nvSpPr>
              <p:spPr>
                <a:xfrm>
                  <a:off x="2285267" y="2573283"/>
                  <a:ext cx="397954" cy="130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954" h="130295" extrusionOk="0">
                      <a:moveTo>
                        <a:pt x="12608" y="0"/>
                      </a:moveTo>
                      <a:lnTo>
                        <a:pt x="385312" y="0"/>
                      </a:lnTo>
                      <a:cubicBezTo>
                        <a:pt x="392245" y="0"/>
                        <a:pt x="397954" y="5845"/>
                        <a:pt x="397954" y="13016"/>
                      </a:cubicBezTo>
                      <a:lnTo>
                        <a:pt x="397954" y="117279"/>
                      </a:lnTo>
                      <a:cubicBezTo>
                        <a:pt x="397954" y="124416"/>
                        <a:pt x="392245" y="130295"/>
                        <a:pt x="385312" y="130295"/>
                      </a:cubicBezTo>
                      <a:lnTo>
                        <a:pt x="12608" y="130295"/>
                      </a:lnTo>
                      <a:cubicBezTo>
                        <a:pt x="5675" y="130295"/>
                        <a:pt x="0" y="124416"/>
                        <a:pt x="0" y="117279"/>
                      </a:cubicBezTo>
                      <a:lnTo>
                        <a:pt x="0" y="13016"/>
                      </a:lnTo>
                      <a:cubicBezTo>
                        <a:pt x="0" y="5845"/>
                        <a:pt x="5675" y="0"/>
                        <a:pt x="12608" y="0"/>
                      </a:cubicBez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grpSp>
              <p:nvGrpSpPr>
                <p:cNvPr id="1315" name="Google Shape;1315;p30"/>
                <p:cNvGrpSpPr/>
                <p:nvPr/>
              </p:nvGrpSpPr>
              <p:grpSpPr>
                <a:xfrm>
                  <a:off x="2445264" y="2583716"/>
                  <a:ext cx="207540" cy="106166"/>
                  <a:chOff x="2445264" y="2583716"/>
                  <a:chExt cx="207540" cy="106166"/>
                </a:xfrm>
              </p:grpSpPr>
              <p:sp>
                <p:nvSpPr>
                  <p:cNvPr id="1316" name="Google Shape;1316;p30"/>
                  <p:cNvSpPr/>
                  <p:nvPr/>
                </p:nvSpPr>
                <p:spPr>
                  <a:xfrm>
                    <a:off x="2445264" y="2628813"/>
                    <a:ext cx="53694" cy="20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694" h="20900" extrusionOk="0">
                        <a:moveTo>
                          <a:pt x="0" y="0"/>
                        </a:moveTo>
                        <a:lnTo>
                          <a:pt x="53695" y="0"/>
                        </a:lnTo>
                        <a:lnTo>
                          <a:pt x="53695" y="20900"/>
                        </a:lnTo>
                        <a:lnTo>
                          <a:pt x="0" y="2090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17" name="Google Shape;1317;p30"/>
                  <p:cNvSpPr/>
                  <p:nvPr/>
                </p:nvSpPr>
                <p:spPr>
                  <a:xfrm>
                    <a:off x="2599110" y="2627216"/>
                    <a:ext cx="53694" cy="20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694" h="20900" extrusionOk="0">
                        <a:moveTo>
                          <a:pt x="0" y="0"/>
                        </a:moveTo>
                        <a:lnTo>
                          <a:pt x="53695" y="0"/>
                        </a:lnTo>
                        <a:lnTo>
                          <a:pt x="53695" y="20900"/>
                        </a:lnTo>
                        <a:lnTo>
                          <a:pt x="0" y="2090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18" name="Google Shape;1318;p30"/>
                  <p:cNvSpPr/>
                  <p:nvPr/>
                </p:nvSpPr>
                <p:spPr>
                  <a:xfrm>
                    <a:off x="2494643" y="2583716"/>
                    <a:ext cx="106166" cy="1061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166" h="106166" extrusionOk="0">
                        <a:moveTo>
                          <a:pt x="53083" y="106166"/>
                        </a:moveTo>
                        <a:cubicBezTo>
                          <a:pt x="82309" y="106166"/>
                          <a:pt x="106166" y="82309"/>
                          <a:pt x="106166" y="53083"/>
                        </a:cubicBezTo>
                        <a:cubicBezTo>
                          <a:pt x="106166" y="23857"/>
                          <a:pt x="82309" y="0"/>
                          <a:pt x="53083" y="0"/>
                        </a:cubicBezTo>
                        <a:cubicBezTo>
                          <a:pt x="23857" y="0"/>
                          <a:pt x="0" y="23857"/>
                          <a:pt x="0" y="53083"/>
                        </a:cubicBezTo>
                        <a:cubicBezTo>
                          <a:pt x="0" y="82309"/>
                          <a:pt x="23823" y="106166"/>
                          <a:pt x="53083" y="106166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19" name="Google Shape;1319;p30"/>
                  <p:cNvSpPr/>
                  <p:nvPr/>
                </p:nvSpPr>
                <p:spPr>
                  <a:xfrm>
                    <a:off x="2503037" y="2592110"/>
                    <a:ext cx="89378" cy="893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378" h="89378" extrusionOk="0">
                        <a:moveTo>
                          <a:pt x="44689" y="89378"/>
                        </a:moveTo>
                        <a:cubicBezTo>
                          <a:pt x="69328" y="89378"/>
                          <a:pt x="89378" y="69294"/>
                          <a:pt x="89378" y="44689"/>
                        </a:cubicBezTo>
                        <a:cubicBezTo>
                          <a:pt x="89378" y="20085"/>
                          <a:pt x="69294" y="0"/>
                          <a:pt x="44689" y="0"/>
                        </a:cubicBezTo>
                        <a:cubicBezTo>
                          <a:pt x="20085" y="0"/>
                          <a:pt x="0" y="20085"/>
                          <a:pt x="0" y="44689"/>
                        </a:cubicBezTo>
                        <a:cubicBezTo>
                          <a:pt x="0" y="69294"/>
                          <a:pt x="20085" y="89378"/>
                          <a:pt x="44689" y="8937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0" name="Google Shape;1320;p30"/>
                  <p:cNvSpPr/>
                  <p:nvPr/>
                </p:nvSpPr>
                <p:spPr>
                  <a:xfrm>
                    <a:off x="2503037" y="2592110"/>
                    <a:ext cx="89378" cy="463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378" h="46388" extrusionOk="0">
                        <a:moveTo>
                          <a:pt x="44689" y="0"/>
                        </a:moveTo>
                        <a:cubicBezTo>
                          <a:pt x="69362" y="0"/>
                          <a:pt x="89378" y="20017"/>
                          <a:pt x="89378" y="44689"/>
                        </a:cubicBezTo>
                        <a:cubicBezTo>
                          <a:pt x="89378" y="45267"/>
                          <a:pt x="89378" y="45811"/>
                          <a:pt x="89310" y="46388"/>
                        </a:cubicBezTo>
                        <a:lnTo>
                          <a:pt x="34" y="46388"/>
                        </a:lnTo>
                        <a:cubicBezTo>
                          <a:pt x="34" y="45811"/>
                          <a:pt x="0" y="45267"/>
                          <a:pt x="0" y="44689"/>
                        </a:cubicBezTo>
                        <a:cubicBezTo>
                          <a:pt x="0" y="20017"/>
                          <a:pt x="20017" y="0"/>
                          <a:pt x="44689" y="0"/>
                        </a:cubicBezTo>
                        <a:close/>
                      </a:path>
                    </a:pathLst>
                  </a:custGeom>
                  <a:solidFill>
                    <a:srgbClr val="74D9E8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1" name="Google Shape;1321;p30"/>
                  <p:cNvSpPr/>
                  <p:nvPr/>
                </p:nvSpPr>
                <p:spPr>
                  <a:xfrm>
                    <a:off x="2546877" y="2599961"/>
                    <a:ext cx="46223" cy="379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223" h="37994" extrusionOk="0">
                        <a:moveTo>
                          <a:pt x="42004" y="18318"/>
                        </a:moveTo>
                        <a:cubicBezTo>
                          <a:pt x="44961" y="24673"/>
                          <a:pt x="46320" y="31401"/>
                          <a:pt x="46218" y="37994"/>
                        </a:cubicBezTo>
                        <a:lnTo>
                          <a:pt x="0" y="37994"/>
                        </a:lnTo>
                        <a:lnTo>
                          <a:pt x="26168" y="0"/>
                        </a:lnTo>
                        <a:cubicBezTo>
                          <a:pt x="32829" y="4384"/>
                          <a:pt x="38368" y="10603"/>
                          <a:pt x="42004" y="18318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2" name="Google Shape;1322;p30"/>
                  <p:cNvSpPr/>
                  <p:nvPr/>
                </p:nvSpPr>
                <p:spPr>
                  <a:xfrm>
                    <a:off x="2527812" y="2592375"/>
                    <a:ext cx="42887" cy="463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887" h="46361" extrusionOk="0">
                        <a:moveTo>
                          <a:pt x="23687" y="143"/>
                        </a:moveTo>
                        <a:cubicBezTo>
                          <a:pt x="30722" y="687"/>
                          <a:pt x="37212" y="2828"/>
                          <a:pt x="42888" y="6193"/>
                        </a:cubicBezTo>
                        <a:lnTo>
                          <a:pt x="20085" y="46362"/>
                        </a:lnTo>
                        <a:lnTo>
                          <a:pt x="0" y="4833"/>
                        </a:lnTo>
                        <a:cubicBezTo>
                          <a:pt x="7069" y="1231"/>
                          <a:pt x="15225" y="-536"/>
                          <a:pt x="23721" y="14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3" name="Google Shape;1323;p30"/>
                  <p:cNvSpPr/>
                  <p:nvPr/>
                </p:nvSpPr>
                <p:spPr>
                  <a:xfrm>
                    <a:off x="2503770" y="2600402"/>
                    <a:ext cx="46199" cy="385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199" h="38572" extrusionOk="0">
                        <a:moveTo>
                          <a:pt x="5554" y="15021"/>
                        </a:moveTo>
                        <a:cubicBezTo>
                          <a:pt x="8953" y="8836"/>
                          <a:pt x="13540" y="3806"/>
                          <a:pt x="18944" y="0"/>
                        </a:cubicBezTo>
                        <a:lnTo>
                          <a:pt x="46199" y="37349"/>
                        </a:lnTo>
                        <a:lnTo>
                          <a:pt x="49" y="38572"/>
                        </a:lnTo>
                        <a:cubicBezTo>
                          <a:pt x="-325" y="30620"/>
                          <a:pt x="1442" y="22497"/>
                          <a:pt x="5520" y="1502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grpSp>
                <p:nvGrpSpPr>
                  <p:cNvPr id="1324" name="Google Shape;1324;p30"/>
                  <p:cNvGrpSpPr/>
                  <p:nvPr/>
                </p:nvGrpSpPr>
                <p:grpSpPr>
                  <a:xfrm>
                    <a:off x="2527089" y="2609748"/>
                    <a:ext cx="30439" cy="37610"/>
                    <a:chOff x="4840276" y="2840598"/>
                    <a:chExt cx="30439" cy="37610"/>
                  </a:xfrm>
                </p:grpSpPr>
                <p:sp>
                  <p:nvSpPr>
                    <p:cNvPr id="1325" name="Google Shape;1325;p30"/>
                    <p:cNvSpPr/>
                    <p:nvPr/>
                  </p:nvSpPr>
                  <p:spPr>
                    <a:xfrm>
                      <a:off x="4850500" y="2857984"/>
                      <a:ext cx="20215" cy="202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215" h="20224" extrusionOk="0">
                          <a:moveTo>
                            <a:pt x="8171" y="184"/>
                          </a:moveTo>
                          <a:cubicBezTo>
                            <a:pt x="13642" y="-869"/>
                            <a:pt x="18978" y="2699"/>
                            <a:pt x="20031" y="8171"/>
                          </a:cubicBezTo>
                          <a:cubicBezTo>
                            <a:pt x="21085" y="13642"/>
                            <a:pt x="17516" y="18944"/>
                            <a:pt x="12045" y="20031"/>
                          </a:cubicBezTo>
                          <a:cubicBezTo>
                            <a:pt x="6573" y="21119"/>
                            <a:pt x="1238" y="17516"/>
                            <a:pt x="184" y="12045"/>
                          </a:cubicBezTo>
                          <a:cubicBezTo>
                            <a:pt x="-869" y="6573"/>
                            <a:pt x="2699" y="1238"/>
                            <a:pt x="8171" y="184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noProof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p:txBody>
                </p:sp>
                <p:sp>
                  <p:nvSpPr>
                    <p:cNvPr id="1326" name="Google Shape;1326;p30"/>
                    <p:cNvSpPr/>
                    <p:nvPr/>
                  </p:nvSpPr>
                  <p:spPr>
                    <a:xfrm>
                      <a:off x="4840276" y="2840598"/>
                      <a:ext cx="20501" cy="2569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501" h="25692" extrusionOk="0">
                          <a:moveTo>
                            <a:pt x="14351" y="25692"/>
                          </a:moveTo>
                          <a:lnTo>
                            <a:pt x="20502" y="21410"/>
                          </a:lnTo>
                          <a:lnTo>
                            <a:pt x="6806" y="1597"/>
                          </a:lnTo>
                          <a:cubicBezTo>
                            <a:pt x="5651" y="-68"/>
                            <a:pt x="3306" y="-510"/>
                            <a:pt x="1606" y="646"/>
                          </a:cubicBezTo>
                          <a:lnTo>
                            <a:pt x="1606" y="646"/>
                          </a:lnTo>
                          <a:cubicBezTo>
                            <a:pt x="-93" y="1835"/>
                            <a:pt x="-501" y="4180"/>
                            <a:pt x="655" y="5845"/>
                          </a:cubicBezTo>
                          <a:lnTo>
                            <a:pt x="14317" y="25658"/>
                          </a:ln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noProof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p:txBody>
                </p:sp>
              </p:grpSp>
            </p:grpSp>
            <p:sp>
              <p:nvSpPr>
                <p:cNvPr id="1327" name="Google Shape;1327;p30"/>
                <p:cNvSpPr/>
                <p:nvPr/>
              </p:nvSpPr>
              <p:spPr>
                <a:xfrm>
                  <a:off x="2310041" y="2586265"/>
                  <a:ext cx="102360" cy="102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360" h="102360" extrusionOk="0">
                      <a:moveTo>
                        <a:pt x="51180" y="0"/>
                      </a:moveTo>
                      <a:cubicBezTo>
                        <a:pt x="79421" y="0"/>
                        <a:pt x="102360" y="22939"/>
                        <a:pt x="102360" y="51180"/>
                      </a:cubicBezTo>
                      <a:cubicBezTo>
                        <a:pt x="102360" y="79421"/>
                        <a:pt x="79421" y="102360"/>
                        <a:pt x="51180" y="102360"/>
                      </a:cubicBezTo>
                      <a:cubicBezTo>
                        <a:pt x="22939" y="102360"/>
                        <a:pt x="0" y="79421"/>
                        <a:pt x="0" y="51180"/>
                      </a:cubicBezTo>
                      <a:cubicBezTo>
                        <a:pt x="0" y="22939"/>
                        <a:pt x="22939" y="0"/>
                        <a:pt x="51180" y="0"/>
                      </a:cubicBezTo>
                      <a:lnTo>
                        <a:pt x="51180" y="0"/>
                      </a:lnTo>
                      <a:close/>
                      <a:moveTo>
                        <a:pt x="51180" y="41936"/>
                      </a:moveTo>
                      <a:cubicBezTo>
                        <a:pt x="46048" y="41936"/>
                        <a:pt x="41903" y="46082"/>
                        <a:pt x="41903" y="51180"/>
                      </a:cubicBezTo>
                      <a:cubicBezTo>
                        <a:pt x="41903" y="56278"/>
                        <a:pt x="46048" y="60458"/>
                        <a:pt x="51180" y="60458"/>
                      </a:cubicBezTo>
                      <a:cubicBezTo>
                        <a:pt x="56312" y="60458"/>
                        <a:pt x="60458" y="56312"/>
                        <a:pt x="60458" y="51180"/>
                      </a:cubicBezTo>
                      <a:cubicBezTo>
                        <a:pt x="60458" y="46048"/>
                        <a:pt x="56312" y="41936"/>
                        <a:pt x="51180" y="41936"/>
                      </a:cubicBezTo>
                      <a:lnTo>
                        <a:pt x="51180" y="41936"/>
                      </a:lnTo>
                      <a:close/>
                      <a:moveTo>
                        <a:pt x="57263" y="30110"/>
                      </a:moveTo>
                      <a:cubicBezTo>
                        <a:pt x="64502" y="32183"/>
                        <a:pt x="70177" y="37892"/>
                        <a:pt x="72284" y="45097"/>
                      </a:cubicBezTo>
                      <a:lnTo>
                        <a:pt x="89073" y="45097"/>
                      </a:lnTo>
                      <a:cubicBezTo>
                        <a:pt x="86490" y="28784"/>
                        <a:pt x="73576" y="15905"/>
                        <a:pt x="57297" y="13322"/>
                      </a:cubicBezTo>
                      <a:lnTo>
                        <a:pt x="57297" y="30110"/>
                      </a:lnTo>
                      <a:lnTo>
                        <a:pt x="57297" y="30110"/>
                      </a:lnTo>
                      <a:close/>
                      <a:moveTo>
                        <a:pt x="72284" y="57263"/>
                      </a:moveTo>
                      <a:cubicBezTo>
                        <a:pt x="70177" y="64502"/>
                        <a:pt x="64502" y="70177"/>
                        <a:pt x="57263" y="72284"/>
                      </a:cubicBezTo>
                      <a:lnTo>
                        <a:pt x="57263" y="89072"/>
                      </a:lnTo>
                      <a:cubicBezTo>
                        <a:pt x="73576" y="86456"/>
                        <a:pt x="86456" y="73576"/>
                        <a:pt x="89038" y="57263"/>
                      </a:cubicBezTo>
                      <a:lnTo>
                        <a:pt x="72250" y="57263"/>
                      </a:lnTo>
                      <a:close/>
                      <a:moveTo>
                        <a:pt x="45131" y="72284"/>
                      </a:moveTo>
                      <a:cubicBezTo>
                        <a:pt x="37926" y="70177"/>
                        <a:pt x="32217" y="64502"/>
                        <a:pt x="30144" y="57263"/>
                      </a:cubicBezTo>
                      <a:lnTo>
                        <a:pt x="13356" y="57263"/>
                      </a:lnTo>
                      <a:cubicBezTo>
                        <a:pt x="15939" y="73576"/>
                        <a:pt x="28853" y="86456"/>
                        <a:pt x="45131" y="89072"/>
                      </a:cubicBezTo>
                      <a:lnTo>
                        <a:pt x="45131" y="72284"/>
                      </a:lnTo>
                      <a:lnTo>
                        <a:pt x="45131" y="72284"/>
                      </a:lnTo>
                      <a:close/>
                      <a:moveTo>
                        <a:pt x="30144" y="45131"/>
                      </a:moveTo>
                      <a:cubicBezTo>
                        <a:pt x="32217" y="37892"/>
                        <a:pt x="37926" y="32217"/>
                        <a:pt x="45131" y="30144"/>
                      </a:cubicBezTo>
                      <a:lnTo>
                        <a:pt x="45131" y="13356"/>
                      </a:lnTo>
                      <a:cubicBezTo>
                        <a:pt x="28853" y="15939"/>
                        <a:pt x="15939" y="28853"/>
                        <a:pt x="13356" y="45131"/>
                      </a:cubicBezTo>
                      <a:lnTo>
                        <a:pt x="30144" y="4513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28" name="Google Shape;1328;p30"/>
                <p:cNvSpPr/>
                <p:nvPr/>
              </p:nvSpPr>
              <p:spPr>
                <a:xfrm>
                  <a:off x="2208836" y="2598499"/>
                  <a:ext cx="63822" cy="79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7982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79829"/>
                      </a:lnTo>
                      <a:lnTo>
                        <a:pt x="0" y="798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29" name="Google Shape;1329;p30"/>
                <p:cNvSpPr/>
                <p:nvPr/>
              </p:nvSpPr>
              <p:spPr>
                <a:xfrm>
                  <a:off x="2208836" y="2608729"/>
                  <a:ext cx="63822" cy="11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1141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11419"/>
                      </a:lnTo>
                      <a:lnTo>
                        <a:pt x="0" y="11419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30" name="Google Shape;1330;p30"/>
                <p:cNvSpPr/>
                <p:nvPr/>
              </p:nvSpPr>
              <p:spPr>
                <a:xfrm>
                  <a:off x="2195175" y="2568219"/>
                  <a:ext cx="25623" cy="14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3" h="143107" extrusionOk="0">
                      <a:moveTo>
                        <a:pt x="0" y="34"/>
                      </a:moveTo>
                      <a:lnTo>
                        <a:pt x="12812" y="34"/>
                      </a:lnTo>
                      <a:cubicBezTo>
                        <a:pt x="19847" y="34"/>
                        <a:pt x="25624" y="5811"/>
                        <a:pt x="25624" y="12846"/>
                      </a:cubicBezTo>
                      <a:lnTo>
                        <a:pt x="25624" y="130295"/>
                      </a:lnTo>
                      <a:cubicBezTo>
                        <a:pt x="25624" y="137330"/>
                        <a:pt x="19847" y="143107"/>
                        <a:pt x="12812" y="143107"/>
                      </a:cubicBezTo>
                      <a:lnTo>
                        <a:pt x="0" y="14310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31" name="Google Shape;1331;p30"/>
                <p:cNvSpPr/>
                <p:nvPr/>
              </p:nvSpPr>
              <p:spPr>
                <a:xfrm>
                  <a:off x="2195175" y="2634387"/>
                  <a:ext cx="25623" cy="76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3" h="76974" extrusionOk="0">
                      <a:moveTo>
                        <a:pt x="25624" y="0"/>
                      </a:moveTo>
                      <a:lnTo>
                        <a:pt x="25624" y="64162"/>
                      </a:lnTo>
                      <a:cubicBezTo>
                        <a:pt x="25624" y="71197"/>
                        <a:pt x="19847" y="76974"/>
                        <a:pt x="12812" y="76974"/>
                      </a:cubicBezTo>
                      <a:lnTo>
                        <a:pt x="0" y="76974"/>
                      </a:lnTo>
                      <a:lnTo>
                        <a:pt x="0" y="0"/>
                      </a:lnTo>
                      <a:lnTo>
                        <a:pt x="25624" y="0"/>
                      </a:lnTo>
                      <a:close/>
                    </a:path>
                  </a:pathLst>
                </a:custGeom>
                <a:solidFill>
                  <a:srgbClr val="161D1E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32" name="Google Shape;1332;p30"/>
                <p:cNvSpPr/>
                <p:nvPr/>
              </p:nvSpPr>
              <p:spPr>
                <a:xfrm>
                  <a:off x="2350924" y="2627556"/>
                  <a:ext cx="19982" cy="19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48" extrusionOk="0">
                      <a:moveTo>
                        <a:pt x="9991" y="19949"/>
                      </a:moveTo>
                      <a:cubicBezTo>
                        <a:pt x="15463" y="19949"/>
                        <a:pt x="19983" y="15463"/>
                        <a:pt x="19983" y="9958"/>
                      </a:cubicBezTo>
                      <a:cubicBezTo>
                        <a:pt x="19983" y="4452"/>
                        <a:pt x="15497" y="0"/>
                        <a:pt x="9991" y="0"/>
                      </a:cubicBezTo>
                      <a:cubicBezTo>
                        <a:pt x="4486" y="0"/>
                        <a:pt x="0" y="4486"/>
                        <a:pt x="0" y="9958"/>
                      </a:cubicBezTo>
                      <a:cubicBezTo>
                        <a:pt x="0" y="15429"/>
                        <a:pt x="4486" y="19949"/>
                        <a:pt x="9991" y="1994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sp>
            <p:nvSpPr>
              <p:cNvPr id="1333" name="Google Shape;1333;p30"/>
              <p:cNvSpPr/>
              <p:nvPr/>
            </p:nvSpPr>
            <p:spPr>
              <a:xfrm flipH="1">
                <a:off x="8083202" y="3204759"/>
                <a:ext cx="432653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94015" h="34731" extrusionOk="0">
                    <a:moveTo>
                      <a:pt x="0" y="34732"/>
                    </a:moveTo>
                    <a:lnTo>
                      <a:pt x="0" y="17366"/>
                    </a:lnTo>
                    <a:cubicBezTo>
                      <a:pt x="0" y="7816"/>
                      <a:pt x="7816" y="0"/>
                      <a:pt x="17366" y="0"/>
                    </a:cubicBezTo>
                    <a:lnTo>
                      <a:pt x="176650" y="0"/>
                    </a:lnTo>
                    <a:cubicBezTo>
                      <a:pt x="186199" y="0"/>
                      <a:pt x="194016" y="7816"/>
                      <a:pt x="194016" y="17366"/>
                    </a:cubicBezTo>
                    <a:lnTo>
                      <a:pt x="194016" y="34732"/>
                    </a:lnTo>
                    <a:lnTo>
                      <a:pt x="0" y="3473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4" name="Google Shape;1334;p30"/>
              <p:cNvSpPr/>
              <p:nvPr/>
            </p:nvSpPr>
            <p:spPr>
              <a:xfrm flipH="1">
                <a:off x="8083155" y="3204683"/>
                <a:ext cx="232734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04365" h="34731" extrusionOk="0">
                    <a:moveTo>
                      <a:pt x="0" y="0"/>
                    </a:moveTo>
                    <a:lnTo>
                      <a:pt x="86999" y="0"/>
                    </a:lnTo>
                    <a:cubicBezTo>
                      <a:pt x="96549" y="0"/>
                      <a:pt x="104365" y="7816"/>
                      <a:pt x="104365" y="17366"/>
                    </a:cubicBezTo>
                    <a:lnTo>
                      <a:pt x="104365" y="34732"/>
                    </a:lnTo>
                    <a:lnTo>
                      <a:pt x="0" y="347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5" name="Google Shape;1335;p30"/>
              <p:cNvSpPr/>
              <p:nvPr/>
            </p:nvSpPr>
            <p:spPr>
              <a:xfrm flipH="1">
                <a:off x="8173818" y="1893996"/>
                <a:ext cx="241297" cy="1310466"/>
              </a:xfrm>
              <a:custGeom>
                <a:avLst/>
                <a:gdLst/>
                <a:ahLst/>
                <a:cxnLst/>
                <a:rect l="l" t="t" r="r" b="b"/>
                <a:pathLst>
                  <a:path w="108205" h="587653" extrusionOk="0">
                    <a:moveTo>
                      <a:pt x="0" y="0"/>
                    </a:moveTo>
                    <a:lnTo>
                      <a:pt x="108206" y="0"/>
                    </a:lnTo>
                    <a:lnTo>
                      <a:pt x="108206" y="587654"/>
                    </a:lnTo>
                    <a:lnTo>
                      <a:pt x="0" y="58765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6" name="Google Shape;1336;p30"/>
              <p:cNvSpPr/>
              <p:nvPr/>
            </p:nvSpPr>
            <p:spPr>
              <a:xfrm flipH="1">
                <a:off x="8349631" y="1893996"/>
                <a:ext cx="34480" cy="1310466"/>
              </a:xfrm>
              <a:custGeom>
                <a:avLst/>
                <a:gdLst/>
                <a:ahLst/>
                <a:cxnLst/>
                <a:rect l="l" t="t" r="r" b="b"/>
                <a:pathLst>
                  <a:path w="15462" h="587653" extrusionOk="0">
                    <a:moveTo>
                      <a:pt x="0" y="0"/>
                    </a:moveTo>
                    <a:lnTo>
                      <a:pt x="15463" y="0"/>
                    </a:lnTo>
                    <a:lnTo>
                      <a:pt x="15463" y="587654"/>
                    </a:lnTo>
                    <a:lnTo>
                      <a:pt x="0" y="587654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7" name="Google Shape;1337;p30"/>
              <p:cNvSpPr/>
              <p:nvPr/>
            </p:nvSpPr>
            <p:spPr>
              <a:xfrm flipH="1">
                <a:off x="8073120" y="1957215"/>
                <a:ext cx="432653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94015" h="34731" extrusionOk="0">
                    <a:moveTo>
                      <a:pt x="0" y="0"/>
                    </a:moveTo>
                    <a:lnTo>
                      <a:pt x="0" y="17366"/>
                    </a:lnTo>
                    <a:cubicBezTo>
                      <a:pt x="0" y="26915"/>
                      <a:pt x="7816" y="34732"/>
                      <a:pt x="17366" y="34732"/>
                    </a:cubicBezTo>
                    <a:lnTo>
                      <a:pt x="176650" y="34732"/>
                    </a:lnTo>
                    <a:cubicBezTo>
                      <a:pt x="186199" y="34732"/>
                      <a:pt x="194015" y="26915"/>
                      <a:pt x="194015" y="17366"/>
                    </a:cubicBezTo>
                    <a:lnTo>
                      <a:pt x="19401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8" name="Google Shape;1338;p30"/>
              <p:cNvSpPr/>
              <p:nvPr/>
            </p:nvSpPr>
            <p:spPr>
              <a:xfrm flipH="1">
                <a:off x="8073073" y="1957291"/>
                <a:ext cx="232734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04365" h="34731" extrusionOk="0">
                    <a:moveTo>
                      <a:pt x="34" y="34732"/>
                    </a:moveTo>
                    <a:lnTo>
                      <a:pt x="86999" y="34732"/>
                    </a:lnTo>
                    <a:cubicBezTo>
                      <a:pt x="96549" y="34732"/>
                      <a:pt x="104365" y="26915"/>
                      <a:pt x="104365" y="17366"/>
                    </a:cubicBezTo>
                    <a:lnTo>
                      <a:pt x="104365" y="0"/>
                    </a:lnTo>
                    <a:lnTo>
                      <a:pt x="0" y="0"/>
                    </a:lnTo>
                    <a:lnTo>
                      <a:pt x="0" y="34732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9" name="Google Shape;1339;p30"/>
              <p:cNvSpPr/>
              <p:nvPr/>
            </p:nvSpPr>
            <p:spPr>
              <a:xfrm flipH="1">
                <a:off x="7910239" y="1296679"/>
                <a:ext cx="510257" cy="588921"/>
              </a:xfrm>
              <a:custGeom>
                <a:avLst/>
                <a:gdLst/>
                <a:ahLst/>
                <a:cxnLst/>
                <a:rect l="l" t="t" r="r" b="b"/>
                <a:pathLst>
                  <a:path w="228815" h="264090" extrusionOk="0">
                    <a:moveTo>
                      <a:pt x="228781" y="0"/>
                    </a:moveTo>
                    <a:lnTo>
                      <a:pt x="199419" y="0"/>
                    </a:lnTo>
                    <a:cubicBezTo>
                      <a:pt x="89718" y="0"/>
                      <a:pt x="0" y="89718"/>
                      <a:pt x="0" y="199419"/>
                    </a:cubicBezTo>
                    <a:lnTo>
                      <a:pt x="0" y="264091"/>
                    </a:lnTo>
                    <a:lnTo>
                      <a:pt x="108817" y="264091"/>
                    </a:lnTo>
                    <a:lnTo>
                      <a:pt x="108817" y="236904"/>
                    </a:lnTo>
                    <a:cubicBezTo>
                      <a:pt x="108817" y="140491"/>
                      <a:pt x="157754" y="102258"/>
                      <a:pt x="228815" y="104603"/>
                    </a:cubicBezTo>
                    <a:lnTo>
                      <a:pt x="228815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0" name="Google Shape;1340;p30"/>
              <p:cNvSpPr/>
              <p:nvPr/>
            </p:nvSpPr>
            <p:spPr>
              <a:xfrm flipH="1">
                <a:off x="7910215" y="1381587"/>
                <a:ext cx="403173" cy="504107"/>
              </a:xfrm>
              <a:custGeom>
                <a:avLst/>
                <a:gdLst/>
                <a:ahLst/>
                <a:cxnLst/>
                <a:rect l="l" t="t" r="r" b="b"/>
                <a:pathLst>
                  <a:path w="180795" h="226057" extrusionOk="0">
                    <a:moveTo>
                      <a:pt x="0" y="226024"/>
                    </a:moveTo>
                    <a:lnTo>
                      <a:pt x="60797" y="226024"/>
                    </a:lnTo>
                    <a:lnTo>
                      <a:pt x="60797" y="198836"/>
                    </a:lnTo>
                    <a:cubicBezTo>
                      <a:pt x="60797" y="102423"/>
                      <a:pt x="109735" y="64191"/>
                      <a:pt x="180796" y="66536"/>
                    </a:cubicBezTo>
                    <a:lnTo>
                      <a:pt x="180796" y="29"/>
                    </a:lnTo>
                    <a:cubicBezTo>
                      <a:pt x="25420" y="-1908"/>
                      <a:pt x="34" y="93214"/>
                      <a:pt x="34" y="198599"/>
                    </a:cubicBezTo>
                    <a:lnTo>
                      <a:pt x="34" y="226058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1" name="Google Shape;1341;p30"/>
              <p:cNvSpPr/>
              <p:nvPr/>
            </p:nvSpPr>
            <p:spPr>
              <a:xfrm flipH="1">
                <a:off x="8075319" y="1883080"/>
                <a:ext cx="430606" cy="77147"/>
              </a:xfrm>
              <a:custGeom>
                <a:avLst/>
                <a:gdLst/>
                <a:ahLst/>
                <a:cxnLst/>
                <a:rect l="l" t="t" r="r" b="b"/>
                <a:pathLst>
                  <a:path w="193097" h="34595" extrusionOk="0">
                    <a:moveTo>
                      <a:pt x="0" y="34596"/>
                    </a:moveTo>
                    <a:lnTo>
                      <a:pt x="0" y="17298"/>
                    </a:lnTo>
                    <a:cubicBezTo>
                      <a:pt x="0" y="7783"/>
                      <a:pt x="7782" y="0"/>
                      <a:pt x="17298" y="0"/>
                    </a:cubicBezTo>
                    <a:lnTo>
                      <a:pt x="175800" y="0"/>
                    </a:lnTo>
                    <a:cubicBezTo>
                      <a:pt x="185316" y="0"/>
                      <a:pt x="193098" y="7783"/>
                      <a:pt x="193098" y="17298"/>
                    </a:cubicBezTo>
                    <a:lnTo>
                      <a:pt x="193098" y="34596"/>
                    </a:lnTo>
                    <a:lnTo>
                      <a:pt x="0" y="3459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2" name="Google Shape;1342;p30"/>
              <p:cNvSpPr/>
              <p:nvPr/>
            </p:nvSpPr>
            <p:spPr>
              <a:xfrm flipH="1">
                <a:off x="8075272" y="1883080"/>
                <a:ext cx="231597" cy="77147"/>
              </a:xfrm>
              <a:custGeom>
                <a:avLst/>
                <a:gdLst/>
                <a:ahLst/>
                <a:cxnLst/>
                <a:rect l="l" t="t" r="r" b="b"/>
                <a:pathLst>
                  <a:path w="103855" h="34595" extrusionOk="0">
                    <a:moveTo>
                      <a:pt x="0" y="0"/>
                    </a:moveTo>
                    <a:lnTo>
                      <a:pt x="86558" y="0"/>
                    </a:lnTo>
                    <a:cubicBezTo>
                      <a:pt x="96073" y="0"/>
                      <a:pt x="103856" y="7783"/>
                      <a:pt x="103856" y="17298"/>
                    </a:cubicBezTo>
                    <a:lnTo>
                      <a:pt x="103856" y="34596"/>
                    </a:lnTo>
                    <a:lnTo>
                      <a:pt x="0" y="34596"/>
                    </a:lnTo>
                    <a:lnTo>
                      <a:pt x="0" y="34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 flipH="1">
                <a:off x="7833734" y="1205338"/>
                <a:ext cx="77147" cy="430606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93097" extrusionOk="0">
                    <a:moveTo>
                      <a:pt x="34596" y="0"/>
                    </a:moveTo>
                    <a:lnTo>
                      <a:pt x="17298" y="0"/>
                    </a:lnTo>
                    <a:cubicBezTo>
                      <a:pt x="7782" y="0"/>
                      <a:pt x="0" y="7782"/>
                      <a:pt x="0" y="17298"/>
                    </a:cubicBezTo>
                    <a:lnTo>
                      <a:pt x="0" y="175800"/>
                    </a:lnTo>
                    <a:cubicBezTo>
                      <a:pt x="0" y="185315"/>
                      <a:pt x="7782" y="193098"/>
                      <a:pt x="17298" y="193098"/>
                    </a:cubicBezTo>
                    <a:lnTo>
                      <a:pt x="34596" y="193098"/>
                    </a:lnTo>
                    <a:lnTo>
                      <a:pt x="3459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 flipH="1">
                <a:off x="7833734" y="1404394"/>
                <a:ext cx="77147" cy="231597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03855" extrusionOk="0">
                    <a:moveTo>
                      <a:pt x="0" y="0"/>
                    </a:moveTo>
                    <a:lnTo>
                      <a:pt x="0" y="86558"/>
                    </a:lnTo>
                    <a:cubicBezTo>
                      <a:pt x="0" y="96073"/>
                      <a:pt x="7782" y="103856"/>
                      <a:pt x="17298" y="103856"/>
                    </a:cubicBezTo>
                    <a:lnTo>
                      <a:pt x="34596" y="103856"/>
                    </a:lnTo>
                    <a:lnTo>
                      <a:pt x="3459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5" name="Google Shape;1345;p30"/>
              <p:cNvSpPr/>
              <p:nvPr/>
            </p:nvSpPr>
            <p:spPr>
              <a:xfrm flipH="1">
                <a:off x="7573432" y="1207461"/>
                <a:ext cx="77147" cy="430606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93097" extrusionOk="0">
                    <a:moveTo>
                      <a:pt x="0" y="0"/>
                    </a:moveTo>
                    <a:lnTo>
                      <a:pt x="17298" y="0"/>
                    </a:lnTo>
                    <a:cubicBezTo>
                      <a:pt x="26814" y="0"/>
                      <a:pt x="34596" y="7782"/>
                      <a:pt x="34596" y="17298"/>
                    </a:cubicBezTo>
                    <a:lnTo>
                      <a:pt x="34596" y="175800"/>
                    </a:lnTo>
                    <a:cubicBezTo>
                      <a:pt x="34596" y="185316"/>
                      <a:pt x="26814" y="193098"/>
                      <a:pt x="17298" y="193098"/>
                    </a:cubicBezTo>
                    <a:lnTo>
                      <a:pt x="0" y="1930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6" name="Google Shape;1346;p30"/>
              <p:cNvSpPr/>
              <p:nvPr/>
            </p:nvSpPr>
            <p:spPr>
              <a:xfrm flipH="1">
                <a:off x="7573432" y="1406516"/>
                <a:ext cx="77147" cy="231597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03855" extrusionOk="0">
                    <a:moveTo>
                      <a:pt x="34596" y="0"/>
                    </a:moveTo>
                    <a:lnTo>
                      <a:pt x="34596" y="86558"/>
                    </a:lnTo>
                    <a:cubicBezTo>
                      <a:pt x="34596" y="96073"/>
                      <a:pt x="26814" y="103856"/>
                      <a:pt x="17298" y="103856"/>
                    </a:cubicBezTo>
                    <a:lnTo>
                      <a:pt x="0" y="103856"/>
                    </a:lnTo>
                    <a:lnTo>
                      <a:pt x="0" y="0"/>
                    </a:lnTo>
                    <a:lnTo>
                      <a:pt x="34562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7" name="Google Shape;1347;p30"/>
              <p:cNvSpPr/>
              <p:nvPr/>
            </p:nvSpPr>
            <p:spPr>
              <a:xfrm flipH="1">
                <a:off x="7637967" y="1298423"/>
                <a:ext cx="203632" cy="241373"/>
              </a:xfrm>
              <a:custGeom>
                <a:avLst/>
                <a:gdLst/>
                <a:ahLst/>
                <a:cxnLst/>
                <a:rect l="l" t="t" r="r" b="b"/>
                <a:pathLst>
                  <a:path w="91315" h="108239" extrusionOk="0">
                    <a:moveTo>
                      <a:pt x="0" y="0"/>
                    </a:moveTo>
                    <a:lnTo>
                      <a:pt x="91315" y="0"/>
                    </a:lnTo>
                    <a:lnTo>
                      <a:pt x="91315" y="108240"/>
                    </a:lnTo>
                    <a:lnTo>
                      <a:pt x="0" y="10824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8" name="Google Shape;1348;p30"/>
              <p:cNvSpPr/>
              <p:nvPr/>
            </p:nvSpPr>
            <p:spPr>
              <a:xfrm flipH="1">
                <a:off x="7118158" y="3283892"/>
                <a:ext cx="423711" cy="1859887"/>
              </a:xfrm>
              <a:custGeom>
                <a:avLst/>
                <a:gdLst/>
                <a:ahLst/>
                <a:cxnLst/>
                <a:rect l="l" t="t" r="r" b="b"/>
                <a:pathLst>
                  <a:path w="190005" h="822959" extrusionOk="0">
                    <a:moveTo>
                      <a:pt x="0" y="0"/>
                    </a:moveTo>
                    <a:lnTo>
                      <a:pt x="190005" y="0"/>
                    </a:lnTo>
                    <a:lnTo>
                      <a:pt x="190005" y="822960"/>
                    </a:lnTo>
                    <a:lnTo>
                      <a:pt x="0" y="82296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349" name="Google Shape;1349;p30"/>
              <p:cNvGrpSpPr/>
              <p:nvPr/>
            </p:nvGrpSpPr>
            <p:grpSpPr>
              <a:xfrm flipH="1">
                <a:off x="6779665" y="2350914"/>
                <a:ext cx="1054096" cy="932360"/>
                <a:chOff x="4168463" y="2302169"/>
                <a:chExt cx="472583" cy="418005"/>
              </a:xfrm>
            </p:grpSpPr>
            <p:sp>
              <p:nvSpPr>
                <p:cNvPr id="1350" name="Google Shape;1350;p30"/>
                <p:cNvSpPr/>
                <p:nvPr/>
              </p:nvSpPr>
              <p:spPr>
                <a:xfrm>
                  <a:off x="4193679" y="2335916"/>
                  <a:ext cx="425889" cy="372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889" h="372126" extrusionOk="0">
                      <a:moveTo>
                        <a:pt x="150618" y="0"/>
                      </a:moveTo>
                      <a:lnTo>
                        <a:pt x="269324" y="0"/>
                      </a:lnTo>
                      <a:lnTo>
                        <a:pt x="425889" y="123396"/>
                      </a:lnTo>
                      <a:lnTo>
                        <a:pt x="425889" y="372126"/>
                      </a:lnTo>
                      <a:lnTo>
                        <a:pt x="0" y="372126"/>
                      </a:lnTo>
                      <a:lnTo>
                        <a:pt x="0" y="123396"/>
                      </a:lnTo>
                      <a:lnTo>
                        <a:pt x="150618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1" name="Google Shape;1351;p30"/>
                <p:cNvSpPr/>
                <p:nvPr/>
              </p:nvSpPr>
              <p:spPr>
                <a:xfrm>
                  <a:off x="4193679" y="2459312"/>
                  <a:ext cx="425889" cy="2486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889" h="248695" extrusionOk="0">
                      <a:moveTo>
                        <a:pt x="0" y="0"/>
                      </a:moveTo>
                      <a:lnTo>
                        <a:pt x="425889" y="0"/>
                      </a:lnTo>
                      <a:lnTo>
                        <a:pt x="425889" y="248696"/>
                      </a:lnTo>
                      <a:lnTo>
                        <a:pt x="0" y="248696"/>
                      </a:lnTo>
                      <a:close/>
                    </a:path>
                  </a:pathLst>
                </a:custGeom>
                <a:solidFill>
                  <a:srgbClr val="161D1E">
                    <a:alpha val="1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2" name="Google Shape;1352;p30"/>
                <p:cNvSpPr/>
                <p:nvPr/>
              </p:nvSpPr>
              <p:spPr>
                <a:xfrm>
                  <a:off x="4488798" y="2459312"/>
                  <a:ext cx="87781" cy="216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81" h="216920" extrusionOk="0">
                      <a:moveTo>
                        <a:pt x="0" y="0"/>
                      </a:moveTo>
                      <a:lnTo>
                        <a:pt x="87781" y="0"/>
                      </a:lnTo>
                      <a:lnTo>
                        <a:pt x="87781" y="216921"/>
                      </a:lnTo>
                      <a:lnTo>
                        <a:pt x="0" y="216921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3" name="Google Shape;1353;p30"/>
                <p:cNvSpPr/>
                <p:nvPr/>
              </p:nvSpPr>
              <p:spPr>
                <a:xfrm>
                  <a:off x="4250229" y="2458904"/>
                  <a:ext cx="60151" cy="216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151" h="216920" extrusionOk="0">
                      <a:moveTo>
                        <a:pt x="0" y="0"/>
                      </a:moveTo>
                      <a:lnTo>
                        <a:pt x="60152" y="0"/>
                      </a:lnTo>
                      <a:lnTo>
                        <a:pt x="60152" y="216921"/>
                      </a:lnTo>
                      <a:lnTo>
                        <a:pt x="0" y="216921"/>
                      </a:ln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4" name="Google Shape;1354;p30"/>
                <p:cNvSpPr/>
                <p:nvPr/>
              </p:nvSpPr>
              <p:spPr>
                <a:xfrm>
                  <a:off x="4423412" y="2335916"/>
                  <a:ext cx="153166" cy="123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166" h="123396" extrusionOk="0">
                      <a:moveTo>
                        <a:pt x="0" y="0"/>
                      </a:moveTo>
                      <a:lnTo>
                        <a:pt x="65385" y="123396"/>
                      </a:lnTo>
                      <a:lnTo>
                        <a:pt x="153167" y="123396"/>
                      </a:lnTo>
                      <a:lnTo>
                        <a:pt x="2242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5" name="Google Shape;1355;p30"/>
                <p:cNvSpPr/>
                <p:nvPr/>
              </p:nvSpPr>
              <p:spPr>
                <a:xfrm>
                  <a:off x="4250229" y="2335916"/>
                  <a:ext cx="114356" cy="122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56" h="122988" extrusionOk="0">
                      <a:moveTo>
                        <a:pt x="0" y="122989"/>
                      </a:moveTo>
                      <a:lnTo>
                        <a:pt x="114357" y="0"/>
                      </a:lnTo>
                      <a:lnTo>
                        <a:pt x="60186" y="122989"/>
                      </a:lnTo>
                      <a:lnTo>
                        <a:pt x="0" y="122989"/>
                      </a:ln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6" name="Google Shape;1356;p30"/>
                <p:cNvSpPr/>
                <p:nvPr/>
              </p:nvSpPr>
              <p:spPr>
                <a:xfrm>
                  <a:off x="4177741" y="2448267"/>
                  <a:ext cx="8394" cy="241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94" h="241219" extrusionOk="0">
                      <a:moveTo>
                        <a:pt x="0" y="0"/>
                      </a:moveTo>
                      <a:lnTo>
                        <a:pt x="8394" y="0"/>
                      </a:lnTo>
                      <a:lnTo>
                        <a:pt x="8394" y="241219"/>
                      </a:lnTo>
                      <a:lnTo>
                        <a:pt x="0" y="2412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7" name="Google Shape;1357;p30"/>
                <p:cNvSpPr/>
                <p:nvPr/>
              </p:nvSpPr>
              <p:spPr>
                <a:xfrm>
                  <a:off x="4627351" y="2449660"/>
                  <a:ext cx="8428" cy="241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28" h="241219" extrusionOk="0">
                      <a:moveTo>
                        <a:pt x="0" y="0"/>
                      </a:moveTo>
                      <a:lnTo>
                        <a:pt x="8428" y="0"/>
                      </a:lnTo>
                      <a:lnTo>
                        <a:pt x="8428" y="241219"/>
                      </a:lnTo>
                      <a:lnTo>
                        <a:pt x="0" y="2412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8" name="Google Shape;1358;p30"/>
                <p:cNvSpPr/>
                <p:nvPr/>
              </p:nvSpPr>
              <p:spPr>
                <a:xfrm>
                  <a:off x="4177809" y="2324463"/>
                  <a:ext cx="159657" cy="131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657" h="131858" extrusionOk="0">
                      <a:moveTo>
                        <a:pt x="0" y="125231"/>
                      </a:moveTo>
                      <a:lnTo>
                        <a:pt x="5166" y="131858"/>
                      </a:lnTo>
                      <a:lnTo>
                        <a:pt x="159658" y="10705"/>
                      </a:lnTo>
                      <a:lnTo>
                        <a:pt x="159658" y="0"/>
                      </a:lnTo>
                      <a:lnTo>
                        <a:pt x="0" y="12523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9" name="Google Shape;1359;p30"/>
                <p:cNvSpPr/>
                <p:nvPr/>
              </p:nvSpPr>
              <p:spPr>
                <a:xfrm>
                  <a:off x="4476086" y="2325890"/>
                  <a:ext cx="159623" cy="1318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623" h="131824" extrusionOk="0">
                      <a:moveTo>
                        <a:pt x="159623" y="125231"/>
                      </a:moveTo>
                      <a:lnTo>
                        <a:pt x="154458" y="131824"/>
                      </a:lnTo>
                      <a:lnTo>
                        <a:pt x="0" y="10671"/>
                      </a:lnTo>
                      <a:lnTo>
                        <a:pt x="0" y="0"/>
                      </a:lnTo>
                      <a:lnTo>
                        <a:pt x="159623" y="12523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0" name="Google Shape;1360;p30"/>
                <p:cNvSpPr/>
                <p:nvPr/>
              </p:nvSpPr>
              <p:spPr>
                <a:xfrm>
                  <a:off x="4337398" y="2324089"/>
                  <a:ext cx="138417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17" h="11690" extrusionOk="0">
                      <a:moveTo>
                        <a:pt x="0" y="0"/>
                      </a:moveTo>
                      <a:lnTo>
                        <a:pt x="138417" y="0"/>
                      </a:lnTo>
                      <a:lnTo>
                        <a:pt x="138417" y="11690"/>
                      </a:lnTo>
                      <a:lnTo>
                        <a:pt x="0" y="1169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1" name="Google Shape;1361;p30"/>
                <p:cNvSpPr/>
                <p:nvPr/>
              </p:nvSpPr>
              <p:spPr>
                <a:xfrm>
                  <a:off x="4337398" y="2302169"/>
                  <a:ext cx="138417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17" h="11690" extrusionOk="0">
                      <a:moveTo>
                        <a:pt x="0" y="0"/>
                      </a:moveTo>
                      <a:lnTo>
                        <a:pt x="138417" y="0"/>
                      </a:lnTo>
                      <a:lnTo>
                        <a:pt x="138417" y="11691"/>
                      </a:lnTo>
                      <a:lnTo>
                        <a:pt x="0" y="1169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2" name="Google Shape;1362;p30"/>
                <p:cNvSpPr/>
                <p:nvPr/>
              </p:nvSpPr>
              <p:spPr>
                <a:xfrm>
                  <a:off x="4168463" y="2676233"/>
                  <a:ext cx="472583" cy="439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583" h="43941" extrusionOk="0">
                      <a:moveTo>
                        <a:pt x="0" y="0"/>
                      </a:moveTo>
                      <a:lnTo>
                        <a:pt x="472584" y="0"/>
                      </a:lnTo>
                      <a:lnTo>
                        <a:pt x="472584" y="43942"/>
                      </a:lnTo>
                      <a:lnTo>
                        <a:pt x="0" y="43942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3" name="Google Shape;1363;p30"/>
                <p:cNvSpPr/>
                <p:nvPr/>
              </p:nvSpPr>
              <p:spPr>
                <a:xfrm>
                  <a:off x="4350549" y="2313010"/>
                  <a:ext cx="111162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62" h="11690" extrusionOk="0">
                      <a:moveTo>
                        <a:pt x="0" y="0"/>
                      </a:moveTo>
                      <a:lnTo>
                        <a:pt x="111162" y="0"/>
                      </a:lnTo>
                      <a:lnTo>
                        <a:pt x="111162" y="11691"/>
                      </a:lnTo>
                      <a:lnTo>
                        <a:pt x="0" y="1169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4" name="Google Shape;1364;p30"/>
                <p:cNvSpPr/>
                <p:nvPr/>
              </p:nvSpPr>
              <p:spPr>
                <a:xfrm>
                  <a:off x="4351049" y="2313010"/>
                  <a:ext cx="111162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62" h="11690" extrusionOk="0">
                      <a:moveTo>
                        <a:pt x="0" y="0"/>
                      </a:moveTo>
                      <a:lnTo>
                        <a:pt x="111162" y="0"/>
                      </a:lnTo>
                      <a:lnTo>
                        <a:pt x="111162" y="11691"/>
                      </a:lnTo>
                      <a:lnTo>
                        <a:pt x="0" y="11691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1365" name="Google Shape;1365;p30"/>
              <p:cNvGrpSpPr/>
              <p:nvPr/>
            </p:nvGrpSpPr>
            <p:grpSpPr>
              <a:xfrm flipH="1">
                <a:off x="6590802" y="3914640"/>
                <a:ext cx="328827" cy="429717"/>
                <a:chOff x="5612846" y="2845934"/>
                <a:chExt cx="147423" cy="192655"/>
              </a:xfrm>
            </p:grpSpPr>
            <p:sp>
              <p:nvSpPr>
                <p:cNvPr id="1366" name="Google Shape;1366;p30"/>
                <p:cNvSpPr/>
                <p:nvPr/>
              </p:nvSpPr>
              <p:spPr>
                <a:xfrm>
                  <a:off x="5632183" y="2939050"/>
                  <a:ext cx="108579" cy="75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9" h="75920" extrusionOk="0">
                      <a:moveTo>
                        <a:pt x="68" y="75920"/>
                      </a:moveTo>
                      <a:lnTo>
                        <a:pt x="25454" y="75920"/>
                      </a:lnTo>
                      <a:lnTo>
                        <a:pt x="25454" y="36873"/>
                      </a:lnTo>
                      <a:cubicBezTo>
                        <a:pt x="25454" y="29736"/>
                        <a:pt x="31333" y="23857"/>
                        <a:pt x="38470" y="23857"/>
                      </a:cubicBezTo>
                      <a:lnTo>
                        <a:pt x="70177" y="23857"/>
                      </a:lnTo>
                      <a:cubicBezTo>
                        <a:pt x="77314" y="23857"/>
                        <a:pt x="83193" y="29702"/>
                        <a:pt x="83193" y="36873"/>
                      </a:cubicBezTo>
                      <a:lnTo>
                        <a:pt x="83193" y="75920"/>
                      </a:lnTo>
                      <a:lnTo>
                        <a:pt x="108579" y="75920"/>
                      </a:lnTo>
                      <a:lnTo>
                        <a:pt x="108579" y="24469"/>
                      </a:lnTo>
                      <a:cubicBezTo>
                        <a:pt x="108579" y="11011"/>
                        <a:pt x="97568" y="0"/>
                        <a:pt x="84111" y="0"/>
                      </a:cubicBezTo>
                      <a:lnTo>
                        <a:pt x="24468" y="0"/>
                      </a:lnTo>
                      <a:cubicBezTo>
                        <a:pt x="11011" y="0"/>
                        <a:pt x="0" y="11011"/>
                        <a:pt x="0" y="24469"/>
                      </a:cubicBezTo>
                      <a:lnTo>
                        <a:pt x="0" y="7592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7" name="Google Shape;1367;p30"/>
                <p:cNvSpPr/>
                <p:nvPr/>
              </p:nvSpPr>
              <p:spPr>
                <a:xfrm>
                  <a:off x="5612846" y="3013305"/>
                  <a:ext cx="147423" cy="25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25284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603" y="0"/>
                        <a:pt x="147423" y="2821"/>
                        <a:pt x="147423" y="6321"/>
                      </a:cubicBezTo>
                      <a:lnTo>
                        <a:pt x="147423" y="18963"/>
                      </a:lnTo>
                      <a:cubicBezTo>
                        <a:pt x="147423" y="22430"/>
                        <a:pt x="144603" y="25284"/>
                        <a:pt x="141102" y="25284"/>
                      </a:cubicBezTo>
                      <a:lnTo>
                        <a:pt x="6321" y="25284"/>
                      </a:lnTo>
                      <a:cubicBezTo>
                        <a:pt x="2821" y="25284"/>
                        <a:pt x="0" y="22463"/>
                        <a:pt x="0" y="18963"/>
                      </a:cubicBezTo>
                      <a:lnTo>
                        <a:pt x="0" y="6355"/>
                      </a:lnTo>
                      <a:cubicBezTo>
                        <a:pt x="0" y="2855"/>
                        <a:pt x="2821" y="34"/>
                        <a:pt x="6321" y="3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8" name="Google Shape;1368;p30"/>
                <p:cNvSpPr/>
                <p:nvPr/>
              </p:nvSpPr>
              <p:spPr>
                <a:xfrm>
                  <a:off x="5612846" y="3013305"/>
                  <a:ext cx="147423" cy="11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11316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569" y="0"/>
                        <a:pt x="147423" y="2821"/>
                        <a:pt x="147423" y="6321"/>
                      </a:cubicBezTo>
                      <a:lnTo>
                        <a:pt x="147423" y="11317"/>
                      </a:lnTo>
                      <a:lnTo>
                        <a:pt x="0" y="11317"/>
                      </a:lnTo>
                      <a:lnTo>
                        <a:pt x="0" y="6321"/>
                      </a:lnTo>
                      <a:cubicBezTo>
                        <a:pt x="0" y="2855"/>
                        <a:pt x="2855" y="0"/>
                        <a:pt x="6321" y="0"/>
                      </a:cubicBez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9" name="Google Shape;1369;p30"/>
                <p:cNvSpPr/>
                <p:nvPr/>
              </p:nvSpPr>
              <p:spPr>
                <a:xfrm>
                  <a:off x="5673984" y="2868533"/>
                  <a:ext cx="25148" cy="70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48" h="70517" extrusionOk="0">
                      <a:moveTo>
                        <a:pt x="0" y="0"/>
                      </a:moveTo>
                      <a:lnTo>
                        <a:pt x="25148" y="0"/>
                      </a:lnTo>
                      <a:lnTo>
                        <a:pt x="25148" y="70517"/>
                      </a:lnTo>
                      <a:lnTo>
                        <a:pt x="0" y="70517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70" name="Google Shape;1370;p30"/>
                <p:cNvSpPr/>
                <p:nvPr/>
              </p:nvSpPr>
              <p:spPr>
                <a:xfrm>
                  <a:off x="5665148" y="2845934"/>
                  <a:ext cx="42819" cy="428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19" h="42820" extrusionOk="0">
                      <a:moveTo>
                        <a:pt x="21410" y="42820"/>
                      </a:moveTo>
                      <a:cubicBezTo>
                        <a:pt x="33203" y="42820"/>
                        <a:pt x="42820" y="33203"/>
                        <a:pt x="42820" y="21410"/>
                      </a:cubicBezTo>
                      <a:cubicBezTo>
                        <a:pt x="42820" y="9618"/>
                        <a:pt x="33203" y="0"/>
                        <a:pt x="21410" y="0"/>
                      </a:cubicBezTo>
                      <a:cubicBezTo>
                        <a:pt x="9618" y="0"/>
                        <a:pt x="0" y="9618"/>
                        <a:pt x="0" y="21410"/>
                      </a:cubicBezTo>
                      <a:cubicBezTo>
                        <a:pt x="0" y="33203"/>
                        <a:pt x="9618" y="42820"/>
                        <a:pt x="21410" y="4282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71" name="Google Shape;1371;p30"/>
                <p:cNvSpPr/>
                <p:nvPr/>
              </p:nvSpPr>
              <p:spPr>
                <a:xfrm>
                  <a:off x="5672692" y="2850488"/>
                  <a:ext cx="19405" cy="19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05" h="19438" extrusionOk="0">
                      <a:moveTo>
                        <a:pt x="9686" y="19439"/>
                      </a:moveTo>
                      <a:cubicBezTo>
                        <a:pt x="15055" y="19439"/>
                        <a:pt x="19405" y="15089"/>
                        <a:pt x="19405" y="9719"/>
                      </a:cubicBezTo>
                      <a:cubicBezTo>
                        <a:pt x="19405" y="4350"/>
                        <a:pt x="15055" y="0"/>
                        <a:pt x="9686" y="0"/>
                      </a:cubicBezTo>
                      <a:cubicBezTo>
                        <a:pt x="4316" y="0"/>
                        <a:pt x="0" y="4384"/>
                        <a:pt x="0" y="9719"/>
                      </a:cubicBezTo>
                      <a:cubicBezTo>
                        <a:pt x="0" y="15055"/>
                        <a:pt x="4350" y="19439"/>
                        <a:pt x="9686" y="1943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  <p:sp>
          <p:nvSpPr>
            <p:cNvPr id="1372" name="Google Shape;1372;p30"/>
            <p:cNvSpPr/>
            <p:nvPr/>
          </p:nvSpPr>
          <p:spPr>
            <a:xfrm flipH="1">
              <a:off x="9189886" y="4417130"/>
              <a:ext cx="345880" cy="718513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3" name="Google Shape;1373;p30"/>
            <p:cNvSpPr/>
            <p:nvPr/>
          </p:nvSpPr>
          <p:spPr>
            <a:xfrm flipH="1">
              <a:off x="7950907" y="4417130"/>
              <a:ext cx="345880" cy="718513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4" name="Google Shape;1374;p30"/>
            <p:cNvSpPr/>
            <p:nvPr/>
          </p:nvSpPr>
          <p:spPr>
            <a:xfrm flipH="1">
              <a:off x="8570359" y="4422664"/>
              <a:ext cx="345880" cy="718513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375" name="Google Shape;1375;p30"/>
            <p:cNvGrpSpPr/>
            <p:nvPr/>
          </p:nvGrpSpPr>
          <p:grpSpPr>
            <a:xfrm flipH="1">
              <a:off x="7133162" y="4525117"/>
              <a:ext cx="501352" cy="617327"/>
              <a:chOff x="5292342" y="3091129"/>
              <a:chExt cx="224771" cy="276766"/>
            </a:xfrm>
          </p:grpSpPr>
          <p:sp>
            <p:nvSpPr>
              <p:cNvPr id="1376" name="Google Shape;1376;p30"/>
              <p:cNvSpPr/>
              <p:nvPr/>
            </p:nvSpPr>
            <p:spPr>
              <a:xfrm>
                <a:off x="5378390" y="3254253"/>
                <a:ext cx="44247" cy="113642"/>
              </a:xfrm>
              <a:custGeom>
                <a:avLst/>
                <a:gdLst/>
                <a:ahLst/>
                <a:cxnLst/>
                <a:rect l="l" t="t" r="r" b="b"/>
                <a:pathLst>
                  <a:path w="44247" h="113642" extrusionOk="0">
                    <a:moveTo>
                      <a:pt x="0" y="0"/>
                    </a:moveTo>
                    <a:lnTo>
                      <a:pt x="44247" y="0"/>
                    </a:lnTo>
                    <a:lnTo>
                      <a:pt x="44247" y="113643"/>
                    </a:lnTo>
                    <a:lnTo>
                      <a:pt x="0" y="11364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77" name="Google Shape;1377;p30"/>
              <p:cNvSpPr/>
              <p:nvPr/>
            </p:nvSpPr>
            <p:spPr>
              <a:xfrm>
                <a:off x="5292342" y="3091129"/>
                <a:ext cx="224771" cy="224770"/>
              </a:xfrm>
              <a:custGeom>
                <a:avLst/>
                <a:gdLst/>
                <a:ahLst/>
                <a:cxnLst/>
                <a:rect l="l" t="t" r="r" b="b"/>
                <a:pathLst>
                  <a:path w="224771" h="224770" extrusionOk="0">
                    <a:moveTo>
                      <a:pt x="112385" y="224771"/>
                    </a:moveTo>
                    <a:cubicBezTo>
                      <a:pt x="174271" y="224771"/>
                      <a:pt x="224771" y="174305"/>
                      <a:pt x="224771" y="112386"/>
                    </a:cubicBezTo>
                    <a:cubicBezTo>
                      <a:pt x="224771" y="50466"/>
                      <a:pt x="174305" y="0"/>
                      <a:pt x="112385" y="0"/>
                    </a:cubicBezTo>
                    <a:cubicBezTo>
                      <a:pt x="50466" y="0"/>
                      <a:pt x="0" y="50500"/>
                      <a:pt x="0" y="112386"/>
                    </a:cubicBezTo>
                    <a:cubicBezTo>
                      <a:pt x="0" y="174271"/>
                      <a:pt x="50466" y="224771"/>
                      <a:pt x="112385" y="22477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78" name="Google Shape;1378;p30"/>
              <p:cNvSpPr/>
              <p:nvPr/>
            </p:nvSpPr>
            <p:spPr>
              <a:xfrm>
                <a:off x="5310116" y="3108903"/>
                <a:ext cx="189189" cy="189223"/>
              </a:xfrm>
              <a:custGeom>
                <a:avLst/>
                <a:gdLst/>
                <a:ahLst/>
                <a:cxnLst/>
                <a:rect l="l" t="t" r="r" b="b"/>
                <a:pathLst>
                  <a:path w="189189" h="189223" extrusionOk="0">
                    <a:moveTo>
                      <a:pt x="94612" y="189224"/>
                    </a:moveTo>
                    <a:cubicBezTo>
                      <a:pt x="146710" y="189224"/>
                      <a:pt x="189190" y="146744"/>
                      <a:pt x="189190" y="94612"/>
                    </a:cubicBezTo>
                    <a:cubicBezTo>
                      <a:pt x="189190" y="42480"/>
                      <a:pt x="146710" y="0"/>
                      <a:pt x="94612" y="0"/>
                    </a:cubicBezTo>
                    <a:cubicBezTo>
                      <a:pt x="42514" y="0"/>
                      <a:pt x="0" y="42514"/>
                      <a:pt x="0" y="94612"/>
                    </a:cubicBezTo>
                    <a:cubicBezTo>
                      <a:pt x="0" y="146709"/>
                      <a:pt x="42480" y="189224"/>
                      <a:pt x="94612" y="18922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79" name="Google Shape;1379;p30"/>
              <p:cNvSpPr/>
              <p:nvPr/>
            </p:nvSpPr>
            <p:spPr>
              <a:xfrm>
                <a:off x="5310116" y="3108937"/>
                <a:ext cx="189189" cy="98180"/>
              </a:xfrm>
              <a:custGeom>
                <a:avLst/>
                <a:gdLst/>
                <a:ahLst/>
                <a:cxnLst/>
                <a:rect l="l" t="t" r="r" b="b"/>
                <a:pathLst>
                  <a:path w="189189" h="98180" extrusionOk="0">
                    <a:moveTo>
                      <a:pt x="94578" y="0"/>
                    </a:moveTo>
                    <a:cubicBezTo>
                      <a:pt x="146845" y="0"/>
                      <a:pt x="189190" y="42378"/>
                      <a:pt x="189190" y="94612"/>
                    </a:cubicBezTo>
                    <a:cubicBezTo>
                      <a:pt x="189190" y="95801"/>
                      <a:pt x="189190" y="96991"/>
                      <a:pt x="189122" y="98180"/>
                    </a:cubicBezTo>
                    <a:lnTo>
                      <a:pt x="68" y="98180"/>
                    </a:lnTo>
                    <a:cubicBezTo>
                      <a:pt x="68" y="96991"/>
                      <a:pt x="0" y="95801"/>
                      <a:pt x="0" y="94612"/>
                    </a:cubicBezTo>
                    <a:cubicBezTo>
                      <a:pt x="0" y="42378"/>
                      <a:pt x="42378" y="0"/>
                      <a:pt x="9461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80" name="Google Shape;1380;p30"/>
              <p:cNvSpPr/>
              <p:nvPr/>
            </p:nvSpPr>
            <p:spPr>
              <a:xfrm>
                <a:off x="5402893" y="3125521"/>
                <a:ext cx="97853" cy="80440"/>
              </a:xfrm>
              <a:custGeom>
                <a:avLst/>
                <a:gdLst/>
                <a:ahLst/>
                <a:cxnLst/>
                <a:rect l="l" t="t" r="r" b="b"/>
                <a:pathLst>
                  <a:path w="97853" h="80440" extrusionOk="0">
                    <a:moveTo>
                      <a:pt x="88902" y="38810"/>
                    </a:moveTo>
                    <a:cubicBezTo>
                      <a:pt x="95223" y="52302"/>
                      <a:pt x="98078" y="66507"/>
                      <a:pt x="97840" y="80440"/>
                    </a:cubicBezTo>
                    <a:lnTo>
                      <a:pt x="0" y="80440"/>
                    </a:lnTo>
                    <a:lnTo>
                      <a:pt x="55428" y="0"/>
                    </a:lnTo>
                    <a:cubicBezTo>
                      <a:pt x="69497" y="9278"/>
                      <a:pt x="81256" y="22429"/>
                      <a:pt x="88902" y="3877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81" name="Google Shape;1381;p30"/>
              <p:cNvSpPr/>
              <p:nvPr/>
            </p:nvSpPr>
            <p:spPr>
              <a:xfrm>
                <a:off x="5362485" y="3109487"/>
                <a:ext cx="90873" cy="98173"/>
              </a:xfrm>
              <a:custGeom>
                <a:avLst/>
                <a:gdLst/>
                <a:ahLst/>
                <a:cxnLst/>
                <a:rect l="l" t="t" r="r" b="b"/>
                <a:pathLst>
                  <a:path w="90873" h="98173" extrusionOk="0">
                    <a:moveTo>
                      <a:pt x="50228" y="299"/>
                    </a:moveTo>
                    <a:cubicBezTo>
                      <a:pt x="65080" y="1455"/>
                      <a:pt x="78877" y="6008"/>
                      <a:pt x="90874" y="13111"/>
                    </a:cubicBezTo>
                    <a:lnTo>
                      <a:pt x="42548" y="98173"/>
                    </a:lnTo>
                    <a:lnTo>
                      <a:pt x="0" y="10257"/>
                    </a:lnTo>
                    <a:cubicBezTo>
                      <a:pt x="15055" y="2610"/>
                      <a:pt x="32217" y="-1128"/>
                      <a:pt x="50228" y="29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82" name="Google Shape;1382;p30"/>
              <p:cNvSpPr/>
              <p:nvPr/>
            </p:nvSpPr>
            <p:spPr>
              <a:xfrm>
                <a:off x="5311712" y="3126507"/>
                <a:ext cx="97738" cy="81629"/>
              </a:xfrm>
              <a:custGeom>
                <a:avLst/>
                <a:gdLst/>
                <a:ahLst/>
                <a:cxnLst/>
                <a:rect l="l" t="t" r="r" b="b"/>
                <a:pathLst>
                  <a:path w="97738" h="81629" extrusionOk="0">
                    <a:moveTo>
                      <a:pt x="11657" y="31775"/>
                    </a:moveTo>
                    <a:cubicBezTo>
                      <a:pt x="18862" y="18725"/>
                      <a:pt x="28649" y="8054"/>
                      <a:pt x="40068" y="0"/>
                    </a:cubicBezTo>
                    <a:lnTo>
                      <a:pt x="97739" y="79047"/>
                    </a:lnTo>
                    <a:lnTo>
                      <a:pt x="103" y="81630"/>
                    </a:lnTo>
                    <a:cubicBezTo>
                      <a:pt x="-679" y="64808"/>
                      <a:pt x="2991" y="47578"/>
                      <a:pt x="11691" y="3174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383" name="Google Shape;1383;p30"/>
              <p:cNvGrpSpPr/>
              <p:nvPr/>
            </p:nvGrpSpPr>
            <p:grpSpPr>
              <a:xfrm>
                <a:off x="5361045" y="3146273"/>
                <a:ext cx="64409" cy="79667"/>
                <a:chOff x="5361045" y="3146273"/>
                <a:chExt cx="64409" cy="79667"/>
              </a:xfrm>
            </p:grpSpPr>
            <p:sp>
              <p:nvSpPr>
                <p:cNvPr id="1384" name="Google Shape;1384;p30"/>
                <p:cNvSpPr/>
                <p:nvPr/>
              </p:nvSpPr>
              <p:spPr>
                <a:xfrm>
                  <a:off x="5382608" y="3183094"/>
                  <a:ext cx="42846" cy="42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46" h="42846" extrusionOk="0">
                      <a:moveTo>
                        <a:pt x="17328" y="404"/>
                      </a:moveTo>
                      <a:cubicBezTo>
                        <a:pt x="28951" y="-1873"/>
                        <a:pt x="40166" y="5705"/>
                        <a:pt x="42442" y="17328"/>
                      </a:cubicBezTo>
                      <a:cubicBezTo>
                        <a:pt x="44719" y="28951"/>
                        <a:pt x="37141" y="40199"/>
                        <a:pt x="25518" y="42442"/>
                      </a:cubicBezTo>
                      <a:cubicBezTo>
                        <a:pt x="13896" y="44719"/>
                        <a:pt x="2647" y="37141"/>
                        <a:pt x="404" y="25518"/>
                      </a:cubicBezTo>
                      <a:cubicBezTo>
                        <a:pt x="-1873" y="13930"/>
                        <a:pt x="5706" y="2681"/>
                        <a:pt x="17328" y="43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85" name="Google Shape;1385;p30"/>
                <p:cNvSpPr/>
                <p:nvPr/>
              </p:nvSpPr>
              <p:spPr>
                <a:xfrm>
                  <a:off x="5361045" y="3146273"/>
                  <a:ext cx="43376" cy="543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76" h="54353" extrusionOk="0">
                      <a:moveTo>
                        <a:pt x="30327" y="54353"/>
                      </a:moveTo>
                      <a:lnTo>
                        <a:pt x="43376" y="45348"/>
                      </a:lnTo>
                      <a:lnTo>
                        <a:pt x="14456" y="3411"/>
                      </a:lnTo>
                      <a:cubicBezTo>
                        <a:pt x="11975" y="-191"/>
                        <a:pt x="6980" y="-1075"/>
                        <a:pt x="3411" y="1406"/>
                      </a:cubicBezTo>
                      <a:lnTo>
                        <a:pt x="3411" y="1406"/>
                      </a:lnTo>
                      <a:cubicBezTo>
                        <a:pt x="-191" y="3853"/>
                        <a:pt x="-1075" y="8815"/>
                        <a:pt x="1406" y="12451"/>
                      </a:cubicBezTo>
                      <a:lnTo>
                        <a:pt x="30361" y="54353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</p:grpSp>
      <p:grpSp>
        <p:nvGrpSpPr>
          <p:cNvPr id="1386" name="Google Shape;1386;p30"/>
          <p:cNvGrpSpPr/>
          <p:nvPr/>
        </p:nvGrpSpPr>
        <p:grpSpPr>
          <a:xfrm>
            <a:off x="146750" y="-76097"/>
            <a:ext cx="1392653" cy="3806820"/>
            <a:chOff x="7569444" y="2914051"/>
            <a:chExt cx="456473" cy="1247769"/>
          </a:xfrm>
        </p:grpSpPr>
        <p:sp>
          <p:nvSpPr>
            <p:cNvPr id="1387" name="Google Shape;1387;p30"/>
            <p:cNvSpPr/>
            <p:nvPr/>
          </p:nvSpPr>
          <p:spPr>
            <a:xfrm>
              <a:off x="7774605" y="2946357"/>
              <a:ext cx="43737" cy="824553"/>
            </a:xfrm>
            <a:custGeom>
              <a:avLst/>
              <a:gdLst/>
              <a:ahLst/>
              <a:cxnLst/>
              <a:rect l="l" t="t" r="r" b="b"/>
              <a:pathLst>
                <a:path w="43737" h="349017" extrusionOk="0">
                  <a:moveTo>
                    <a:pt x="0" y="0"/>
                  </a:moveTo>
                  <a:lnTo>
                    <a:pt x="43738" y="0"/>
                  </a:lnTo>
                  <a:lnTo>
                    <a:pt x="43738" y="349017"/>
                  </a:lnTo>
                  <a:lnTo>
                    <a:pt x="0" y="34901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88" name="Google Shape;1388;p30"/>
            <p:cNvSpPr/>
            <p:nvPr/>
          </p:nvSpPr>
          <p:spPr>
            <a:xfrm>
              <a:off x="7705754" y="2914051"/>
              <a:ext cx="181440" cy="72386"/>
            </a:xfrm>
            <a:custGeom>
              <a:avLst/>
              <a:gdLst/>
              <a:ahLst/>
              <a:cxnLst/>
              <a:rect l="l" t="t" r="r" b="b"/>
              <a:pathLst>
                <a:path w="181440" h="72386" extrusionOk="0">
                  <a:moveTo>
                    <a:pt x="36193" y="0"/>
                  </a:moveTo>
                  <a:lnTo>
                    <a:pt x="145248" y="0"/>
                  </a:lnTo>
                  <a:cubicBezTo>
                    <a:pt x="165162" y="0"/>
                    <a:pt x="181441" y="16278"/>
                    <a:pt x="181441" y="36193"/>
                  </a:cubicBezTo>
                  <a:lnTo>
                    <a:pt x="181441" y="36193"/>
                  </a:lnTo>
                  <a:cubicBezTo>
                    <a:pt x="181441" y="56108"/>
                    <a:pt x="165162" y="72386"/>
                    <a:pt x="145248" y="72386"/>
                  </a:cubicBezTo>
                  <a:lnTo>
                    <a:pt x="36193" y="72386"/>
                  </a:lnTo>
                  <a:cubicBezTo>
                    <a:pt x="16279" y="72386"/>
                    <a:pt x="0" y="56108"/>
                    <a:pt x="0" y="36193"/>
                  </a:cubicBezTo>
                  <a:lnTo>
                    <a:pt x="0" y="36193"/>
                  </a:lnTo>
                  <a:cubicBezTo>
                    <a:pt x="0" y="16278"/>
                    <a:pt x="16279" y="0"/>
                    <a:pt x="36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89" name="Google Shape;1389;p30"/>
            <p:cNvSpPr/>
            <p:nvPr/>
          </p:nvSpPr>
          <p:spPr>
            <a:xfrm>
              <a:off x="7735761" y="3795302"/>
              <a:ext cx="122717" cy="69735"/>
            </a:xfrm>
            <a:custGeom>
              <a:avLst/>
              <a:gdLst/>
              <a:ahLst/>
              <a:cxnLst/>
              <a:rect l="l" t="t" r="r" b="b"/>
              <a:pathLst>
                <a:path w="122717" h="69735" extrusionOk="0">
                  <a:moveTo>
                    <a:pt x="0" y="69736"/>
                  </a:moveTo>
                  <a:lnTo>
                    <a:pt x="122717" y="69736"/>
                  </a:lnTo>
                  <a:lnTo>
                    <a:pt x="122717" y="9924"/>
                  </a:lnTo>
                  <a:cubicBezTo>
                    <a:pt x="122717" y="4452"/>
                    <a:pt x="118231" y="0"/>
                    <a:pt x="112794" y="0"/>
                  </a:cubicBezTo>
                  <a:lnTo>
                    <a:pt x="9924" y="0"/>
                  </a:lnTo>
                  <a:cubicBezTo>
                    <a:pt x="4452" y="0"/>
                    <a:pt x="0" y="4486"/>
                    <a:pt x="0" y="9924"/>
                  </a:cubicBezTo>
                  <a:lnTo>
                    <a:pt x="0" y="697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0" name="Google Shape;1390;p30"/>
            <p:cNvSpPr/>
            <p:nvPr/>
          </p:nvSpPr>
          <p:spPr>
            <a:xfrm>
              <a:off x="7735897" y="3795268"/>
              <a:ext cx="122444" cy="8292"/>
            </a:xfrm>
            <a:custGeom>
              <a:avLst/>
              <a:gdLst/>
              <a:ahLst/>
              <a:cxnLst/>
              <a:rect l="l" t="t" r="r" b="b"/>
              <a:pathLst>
                <a:path w="122444" h="8292" extrusionOk="0">
                  <a:moveTo>
                    <a:pt x="122445" y="8292"/>
                  </a:moveTo>
                  <a:cubicBezTo>
                    <a:pt x="121663" y="3603"/>
                    <a:pt x="117551" y="0"/>
                    <a:pt x="112658" y="0"/>
                  </a:cubicBezTo>
                  <a:lnTo>
                    <a:pt x="9788" y="0"/>
                  </a:lnTo>
                  <a:cubicBezTo>
                    <a:pt x="4894" y="0"/>
                    <a:pt x="782" y="3603"/>
                    <a:pt x="0" y="8292"/>
                  </a:cubicBezTo>
                  <a:lnTo>
                    <a:pt x="122445" y="82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1" name="Google Shape;1391;p30"/>
            <p:cNvSpPr/>
            <p:nvPr/>
          </p:nvSpPr>
          <p:spPr>
            <a:xfrm>
              <a:off x="7761249" y="3757172"/>
              <a:ext cx="71740" cy="39727"/>
            </a:xfrm>
            <a:custGeom>
              <a:avLst/>
              <a:gdLst/>
              <a:ahLst/>
              <a:cxnLst/>
              <a:rect l="l" t="t" r="r" b="b"/>
              <a:pathLst>
                <a:path w="71740" h="39727" extrusionOk="0">
                  <a:moveTo>
                    <a:pt x="0" y="39727"/>
                  </a:moveTo>
                  <a:lnTo>
                    <a:pt x="71741" y="39727"/>
                  </a:lnTo>
                  <a:lnTo>
                    <a:pt x="71741" y="9923"/>
                  </a:lnTo>
                  <a:cubicBezTo>
                    <a:pt x="71741" y="4452"/>
                    <a:pt x="67289" y="0"/>
                    <a:pt x="61818" y="0"/>
                  </a:cubicBezTo>
                  <a:lnTo>
                    <a:pt x="9958" y="0"/>
                  </a:lnTo>
                  <a:cubicBezTo>
                    <a:pt x="4486" y="0"/>
                    <a:pt x="34" y="4452"/>
                    <a:pt x="34" y="9923"/>
                  </a:cubicBezTo>
                  <a:lnTo>
                    <a:pt x="34" y="397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2" name="Google Shape;1392;p30"/>
            <p:cNvSpPr/>
            <p:nvPr/>
          </p:nvSpPr>
          <p:spPr>
            <a:xfrm>
              <a:off x="7761556" y="3757138"/>
              <a:ext cx="71196" cy="7646"/>
            </a:xfrm>
            <a:custGeom>
              <a:avLst/>
              <a:gdLst/>
              <a:ahLst/>
              <a:cxnLst/>
              <a:rect l="l" t="t" r="r" b="b"/>
              <a:pathLst>
                <a:path w="71196" h="7646" extrusionOk="0">
                  <a:moveTo>
                    <a:pt x="71163" y="7646"/>
                  </a:moveTo>
                  <a:cubicBezTo>
                    <a:pt x="70110" y="3262"/>
                    <a:pt x="66167" y="0"/>
                    <a:pt x="61512" y="0"/>
                  </a:cubicBezTo>
                  <a:lnTo>
                    <a:pt x="9652" y="0"/>
                  </a:lnTo>
                  <a:cubicBezTo>
                    <a:pt x="4996" y="0"/>
                    <a:pt x="1020" y="3262"/>
                    <a:pt x="0" y="7646"/>
                  </a:cubicBezTo>
                  <a:lnTo>
                    <a:pt x="71197" y="76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3" name="Google Shape;1393;p30"/>
            <p:cNvSpPr/>
            <p:nvPr/>
          </p:nvSpPr>
          <p:spPr>
            <a:xfrm>
              <a:off x="7578755" y="3861231"/>
              <a:ext cx="171280" cy="178790"/>
            </a:xfrm>
            <a:custGeom>
              <a:avLst/>
              <a:gdLst/>
              <a:ahLst/>
              <a:cxnLst/>
              <a:rect l="l" t="t" r="r" b="b"/>
              <a:pathLst>
                <a:path w="171280" h="178790" extrusionOk="0">
                  <a:moveTo>
                    <a:pt x="112216" y="0"/>
                  </a:moveTo>
                  <a:lnTo>
                    <a:pt x="171281" y="54850"/>
                  </a:lnTo>
                  <a:lnTo>
                    <a:pt x="28750" y="178791"/>
                  </a:lnTo>
                  <a:lnTo>
                    <a:pt x="0" y="152079"/>
                  </a:lnTo>
                  <a:lnTo>
                    <a:pt x="112250" y="0"/>
                  </a:lnTo>
                  <a:lnTo>
                    <a:pt x="112250" y="0"/>
                  </a:lnTo>
                  <a:close/>
                  <a:moveTo>
                    <a:pt x="108410" y="63312"/>
                  </a:moveTo>
                  <a:cubicBezTo>
                    <a:pt x="105419" y="60458"/>
                    <a:pt x="100593" y="60594"/>
                    <a:pt x="97738" y="63584"/>
                  </a:cubicBezTo>
                  <a:lnTo>
                    <a:pt x="51996" y="111910"/>
                  </a:lnTo>
                  <a:cubicBezTo>
                    <a:pt x="49141" y="114900"/>
                    <a:pt x="49277" y="119726"/>
                    <a:pt x="52302" y="122581"/>
                  </a:cubicBezTo>
                  <a:lnTo>
                    <a:pt x="52302" y="122581"/>
                  </a:lnTo>
                  <a:cubicBezTo>
                    <a:pt x="55326" y="125436"/>
                    <a:pt x="60119" y="125300"/>
                    <a:pt x="62973" y="122309"/>
                  </a:cubicBezTo>
                  <a:lnTo>
                    <a:pt x="108715" y="73984"/>
                  </a:lnTo>
                  <a:cubicBezTo>
                    <a:pt x="111570" y="70959"/>
                    <a:pt x="111434" y="66167"/>
                    <a:pt x="108444" y="63312"/>
                  </a:cubicBezTo>
                  <a:lnTo>
                    <a:pt x="108444" y="633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4" name="Google Shape;1394;p30"/>
            <p:cNvSpPr/>
            <p:nvPr/>
          </p:nvSpPr>
          <p:spPr>
            <a:xfrm>
              <a:off x="7845327" y="3860042"/>
              <a:ext cx="171279" cy="178824"/>
            </a:xfrm>
            <a:custGeom>
              <a:avLst/>
              <a:gdLst/>
              <a:ahLst/>
              <a:cxnLst/>
              <a:rect l="l" t="t" r="r" b="b"/>
              <a:pathLst>
                <a:path w="171279" h="178824" extrusionOk="0">
                  <a:moveTo>
                    <a:pt x="59064" y="0"/>
                  </a:moveTo>
                  <a:lnTo>
                    <a:pt x="0" y="54850"/>
                  </a:lnTo>
                  <a:lnTo>
                    <a:pt x="142529" y="178825"/>
                  </a:lnTo>
                  <a:lnTo>
                    <a:pt x="171280" y="152113"/>
                  </a:lnTo>
                  <a:lnTo>
                    <a:pt x="59030" y="34"/>
                  </a:lnTo>
                  <a:lnTo>
                    <a:pt x="59030" y="34"/>
                  </a:lnTo>
                  <a:close/>
                  <a:moveTo>
                    <a:pt x="62871" y="63312"/>
                  </a:moveTo>
                  <a:cubicBezTo>
                    <a:pt x="65895" y="60458"/>
                    <a:pt x="70686" y="60594"/>
                    <a:pt x="73541" y="63584"/>
                  </a:cubicBezTo>
                  <a:lnTo>
                    <a:pt x="119284" y="111910"/>
                  </a:lnTo>
                  <a:cubicBezTo>
                    <a:pt x="122139" y="114934"/>
                    <a:pt x="122003" y="119726"/>
                    <a:pt x="119012" y="122581"/>
                  </a:cubicBezTo>
                  <a:lnTo>
                    <a:pt x="119012" y="122581"/>
                  </a:lnTo>
                  <a:cubicBezTo>
                    <a:pt x="115987" y="125435"/>
                    <a:pt x="111196" y="125300"/>
                    <a:pt x="108341" y="122309"/>
                  </a:cubicBezTo>
                  <a:lnTo>
                    <a:pt x="62599" y="73983"/>
                  </a:lnTo>
                  <a:cubicBezTo>
                    <a:pt x="59744" y="70959"/>
                    <a:pt x="59880" y="66167"/>
                    <a:pt x="62904" y="63312"/>
                  </a:cubicBezTo>
                  <a:lnTo>
                    <a:pt x="62904" y="633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5" name="Google Shape;1395;p30"/>
            <p:cNvSpPr/>
            <p:nvPr/>
          </p:nvSpPr>
          <p:spPr>
            <a:xfrm>
              <a:off x="7679538" y="3848961"/>
              <a:ext cx="80741" cy="80717"/>
            </a:xfrm>
            <a:custGeom>
              <a:avLst/>
              <a:gdLst/>
              <a:ahLst/>
              <a:cxnLst/>
              <a:rect l="l" t="t" r="r" b="b"/>
              <a:pathLst>
                <a:path w="80741" h="80717" extrusionOk="0">
                  <a:moveTo>
                    <a:pt x="12928" y="69942"/>
                  </a:moveTo>
                  <a:cubicBezTo>
                    <a:pt x="29241" y="85099"/>
                    <a:pt x="54797" y="84147"/>
                    <a:pt x="69953" y="67835"/>
                  </a:cubicBezTo>
                  <a:cubicBezTo>
                    <a:pt x="85110" y="51488"/>
                    <a:pt x="84193" y="25966"/>
                    <a:pt x="67847" y="10775"/>
                  </a:cubicBezTo>
                  <a:cubicBezTo>
                    <a:pt x="51534" y="-4382"/>
                    <a:pt x="25978" y="-3430"/>
                    <a:pt x="10787" y="12882"/>
                  </a:cubicBezTo>
                  <a:cubicBezTo>
                    <a:pt x="-4369" y="29229"/>
                    <a:pt x="-3452" y="54751"/>
                    <a:pt x="12894" y="6994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6" name="Google Shape;1396;p30"/>
            <p:cNvSpPr/>
            <p:nvPr/>
          </p:nvSpPr>
          <p:spPr>
            <a:xfrm>
              <a:off x="7835027" y="3847805"/>
              <a:ext cx="80683" cy="80683"/>
            </a:xfrm>
            <a:custGeom>
              <a:avLst/>
              <a:gdLst/>
              <a:ahLst/>
              <a:cxnLst/>
              <a:rect l="l" t="t" r="r" b="b"/>
              <a:pathLst>
                <a:path w="80683" h="80683" extrusionOk="0">
                  <a:moveTo>
                    <a:pt x="67835" y="69908"/>
                  </a:moveTo>
                  <a:cubicBezTo>
                    <a:pt x="51488" y="85065"/>
                    <a:pt x="25966" y="84113"/>
                    <a:pt x="10775" y="67801"/>
                  </a:cubicBezTo>
                  <a:cubicBezTo>
                    <a:pt x="-4382" y="51488"/>
                    <a:pt x="-3430" y="25932"/>
                    <a:pt x="12882" y="10775"/>
                  </a:cubicBezTo>
                  <a:cubicBezTo>
                    <a:pt x="29194" y="-4381"/>
                    <a:pt x="54751" y="-3430"/>
                    <a:pt x="69907" y="12882"/>
                  </a:cubicBezTo>
                  <a:cubicBezTo>
                    <a:pt x="85065" y="29229"/>
                    <a:pt x="84113" y="54751"/>
                    <a:pt x="67801" y="6994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7" name="Google Shape;1397;p30"/>
            <p:cNvSpPr/>
            <p:nvPr/>
          </p:nvSpPr>
          <p:spPr>
            <a:xfrm>
              <a:off x="7577226" y="3998731"/>
              <a:ext cx="139844" cy="148884"/>
            </a:xfrm>
            <a:custGeom>
              <a:avLst/>
              <a:gdLst/>
              <a:ahLst/>
              <a:cxnLst/>
              <a:rect l="l" t="t" r="r" b="b"/>
              <a:pathLst>
                <a:path w="139844" h="148884" extrusionOk="0">
                  <a:moveTo>
                    <a:pt x="0" y="43874"/>
                  </a:moveTo>
                  <a:lnTo>
                    <a:pt x="50025" y="0"/>
                  </a:lnTo>
                  <a:lnTo>
                    <a:pt x="139844" y="127509"/>
                  </a:lnTo>
                  <a:lnTo>
                    <a:pt x="115478" y="148885"/>
                  </a:lnTo>
                  <a:lnTo>
                    <a:pt x="0" y="43874"/>
                  </a:lnTo>
                  <a:lnTo>
                    <a:pt x="0" y="43874"/>
                  </a:lnTo>
                  <a:close/>
                  <a:moveTo>
                    <a:pt x="94917" y="101884"/>
                  </a:moveTo>
                  <a:lnTo>
                    <a:pt x="94917" y="101884"/>
                  </a:lnTo>
                  <a:cubicBezTo>
                    <a:pt x="97500" y="99709"/>
                    <a:pt x="97772" y="95802"/>
                    <a:pt x="95564" y="93253"/>
                  </a:cubicBezTo>
                  <a:lnTo>
                    <a:pt x="60322" y="52234"/>
                  </a:lnTo>
                  <a:cubicBezTo>
                    <a:pt x="58113" y="49685"/>
                    <a:pt x="54239" y="49379"/>
                    <a:pt x="51656" y="51588"/>
                  </a:cubicBezTo>
                  <a:lnTo>
                    <a:pt x="51656" y="51588"/>
                  </a:lnTo>
                  <a:cubicBezTo>
                    <a:pt x="49107" y="53797"/>
                    <a:pt x="48802" y="57671"/>
                    <a:pt x="51010" y="60220"/>
                  </a:cubicBezTo>
                  <a:lnTo>
                    <a:pt x="86252" y="101239"/>
                  </a:lnTo>
                  <a:cubicBezTo>
                    <a:pt x="88427" y="103788"/>
                    <a:pt x="92335" y="104093"/>
                    <a:pt x="94883" y="1018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8" name="Google Shape;1398;p30"/>
            <p:cNvSpPr/>
            <p:nvPr/>
          </p:nvSpPr>
          <p:spPr>
            <a:xfrm>
              <a:off x="7878257" y="3997576"/>
              <a:ext cx="139844" cy="148884"/>
            </a:xfrm>
            <a:custGeom>
              <a:avLst/>
              <a:gdLst/>
              <a:ahLst/>
              <a:cxnLst/>
              <a:rect l="l" t="t" r="r" b="b"/>
              <a:pathLst>
                <a:path w="139844" h="148884" extrusionOk="0">
                  <a:moveTo>
                    <a:pt x="139844" y="43874"/>
                  </a:moveTo>
                  <a:lnTo>
                    <a:pt x="89820" y="0"/>
                  </a:lnTo>
                  <a:lnTo>
                    <a:pt x="0" y="127509"/>
                  </a:lnTo>
                  <a:lnTo>
                    <a:pt x="24366" y="148884"/>
                  </a:lnTo>
                  <a:lnTo>
                    <a:pt x="139844" y="43874"/>
                  </a:lnTo>
                  <a:lnTo>
                    <a:pt x="139844" y="43874"/>
                  </a:lnTo>
                  <a:close/>
                  <a:moveTo>
                    <a:pt x="44927" y="101884"/>
                  </a:moveTo>
                  <a:lnTo>
                    <a:pt x="44927" y="101884"/>
                  </a:lnTo>
                  <a:cubicBezTo>
                    <a:pt x="42378" y="99709"/>
                    <a:pt x="42072" y="95801"/>
                    <a:pt x="44281" y="93252"/>
                  </a:cubicBezTo>
                  <a:lnTo>
                    <a:pt x="79523" y="52268"/>
                  </a:lnTo>
                  <a:cubicBezTo>
                    <a:pt x="81732" y="49685"/>
                    <a:pt x="85606" y="49413"/>
                    <a:pt x="88155" y="51622"/>
                  </a:cubicBezTo>
                  <a:lnTo>
                    <a:pt x="88155" y="51622"/>
                  </a:lnTo>
                  <a:cubicBezTo>
                    <a:pt x="90703" y="53831"/>
                    <a:pt x="91010" y="57705"/>
                    <a:pt x="88800" y="60254"/>
                  </a:cubicBezTo>
                  <a:lnTo>
                    <a:pt x="53559" y="101273"/>
                  </a:lnTo>
                  <a:cubicBezTo>
                    <a:pt x="51350" y="103821"/>
                    <a:pt x="47476" y="104127"/>
                    <a:pt x="44893" y="1019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9" name="Google Shape;1399;p30"/>
            <p:cNvSpPr/>
            <p:nvPr/>
          </p:nvSpPr>
          <p:spPr>
            <a:xfrm>
              <a:off x="7569444" y="3987823"/>
              <a:ext cx="66646" cy="66675"/>
            </a:xfrm>
            <a:custGeom>
              <a:avLst/>
              <a:gdLst/>
              <a:ahLst/>
              <a:cxnLst/>
              <a:rect l="l" t="t" r="r" b="b"/>
              <a:pathLst>
                <a:path w="66646" h="66675" extrusionOk="0">
                  <a:moveTo>
                    <a:pt x="55291" y="58384"/>
                  </a:moveTo>
                  <a:cubicBezTo>
                    <a:pt x="69123" y="46252"/>
                    <a:pt x="70516" y="25182"/>
                    <a:pt x="58384" y="11350"/>
                  </a:cubicBezTo>
                  <a:cubicBezTo>
                    <a:pt x="46252" y="-2482"/>
                    <a:pt x="25182" y="-3875"/>
                    <a:pt x="11350" y="8291"/>
                  </a:cubicBezTo>
                  <a:cubicBezTo>
                    <a:pt x="-2482" y="20424"/>
                    <a:pt x="-3875" y="41494"/>
                    <a:pt x="8291" y="55325"/>
                  </a:cubicBezTo>
                  <a:cubicBezTo>
                    <a:pt x="20424" y="69157"/>
                    <a:pt x="41494" y="70550"/>
                    <a:pt x="55325" y="583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0" name="Google Shape;1400;p30"/>
            <p:cNvSpPr/>
            <p:nvPr/>
          </p:nvSpPr>
          <p:spPr>
            <a:xfrm>
              <a:off x="7959242" y="3986668"/>
              <a:ext cx="66675" cy="66680"/>
            </a:xfrm>
            <a:custGeom>
              <a:avLst/>
              <a:gdLst/>
              <a:ahLst/>
              <a:cxnLst/>
              <a:rect l="l" t="t" r="r" b="b"/>
              <a:pathLst>
                <a:path w="66675" h="66680" extrusionOk="0">
                  <a:moveTo>
                    <a:pt x="55325" y="58384"/>
                  </a:moveTo>
                  <a:cubicBezTo>
                    <a:pt x="69157" y="46252"/>
                    <a:pt x="70550" y="25181"/>
                    <a:pt x="58384" y="11350"/>
                  </a:cubicBezTo>
                  <a:cubicBezTo>
                    <a:pt x="46252" y="-2482"/>
                    <a:pt x="25182" y="-3875"/>
                    <a:pt x="11350" y="8291"/>
                  </a:cubicBezTo>
                  <a:cubicBezTo>
                    <a:pt x="-2482" y="20423"/>
                    <a:pt x="-3875" y="41494"/>
                    <a:pt x="8292" y="55325"/>
                  </a:cubicBezTo>
                  <a:cubicBezTo>
                    <a:pt x="20423" y="69157"/>
                    <a:pt x="41494" y="70550"/>
                    <a:pt x="55325" y="584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1" name="Google Shape;1401;p30"/>
            <p:cNvSpPr/>
            <p:nvPr/>
          </p:nvSpPr>
          <p:spPr>
            <a:xfrm>
              <a:off x="7693791" y="3864562"/>
              <a:ext cx="206598" cy="49514"/>
            </a:xfrm>
            <a:custGeom>
              <a:avLst/>
              <a:gdLst/>
              <a:ahLst/>
              <a:cxnLst/>
              <a:rect l="l" t="t" r="r" b="b"/>
              <a:pathLst>
                <a:path w="206598" h="49514" extrusionOk="0">
                  <a:moveTo>
                    <a:pt x="22939" y="0"/>
                  </a:moveTo>
                  <a:lnTo>
                    <a:pt x="183684" y="0"/>
                  </a:lnTo>
                  <a:cubicBezTo>
                    <a:pt x="214236" y="0"/>
                    <a:pt x="214236" y="49515"/>
                    <a:pt x="183684" y="49515"/>
                  </a:cubicBezTo>
                  <a:lnTo>
                    <a:pt x="22939" y="49515"/>
                  </a:lnTo>
                  <a:cubicBezTo>
                    <a:pt x="-7646" y="49515"/>
                    <a:pt x="-7646" y="0"/>
                    <a:pt x="229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2" name="Google Shape;1402;p30"/>
            <p:cNvSpPr/>
            <p:nvPr/>
          </p:nvSpPr>
          <p:spPr>
            <a:xfrm>
              <a:off x="7696544" y="4116996"/>
              <a:ext cx="77585" cy="32556"/>
            </a:xfrm>
            <a:custGeom>
              <a:avLst/>
              <a:gdLst/>
              <a:ahLst/>
              <a:cxnLst/>
              <a:rect l="l" t="t" r="r" b="b"/>
              <a:pathLst>
                <a:path w="77585" h="32556" extrusionOk="0">
                  <a:moveTo>
                    <a:pt x="0" y="32557"/>
                  </a:moveTo>
                  <a:lnTo>
                    <a:pt x="2447" y="0"/>
                  </a:lnTo>
                  <a:lnTo>
                    <a:pt x="77585" y="20526"/>
                  </a:lnTo>
                  <a:lnTo>
                    <a:pt x="77314" y="24468"/>
                  </a:lnTo>
                  <a:lnTo>
                    <a:pt x="0" y="3255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3" name="Google Shape;1403;p30"/>
            <p:cNvSpPr/>
            <p:nvPr/>
          </p:nvSpPr>
          <p:spPr>
            <a:xfrm>
              <a:off x="7821198" y="4115840"/>
              <a:ext cx="77620" cy="32523"/>
            </a:xfrm>
            <a:custGeom>
              <a:avLst/>
              <a:gdLst/>
              <a:ahLst/>
              <a:cxnLst/>
              <a:rect l="l" t="t" r="r" b="b"/>
              <a:pathLst>
                <a:path w="77620" h="32523" extrusionOk="0">
                  <a:moveTo>
                    <a:pt x="77620" y="32523"/>
                  </a:moveTo>
                  <a:lnTo>
                    <a:pt x="75172" y="0"/>
                  </a:lnTo>
                  <a:lnTo>
                    <a:pt x="0" y="20493"/>
                  </a:lnTo>
                  <a:lnTo>
                    <a:pt x="306" y="24435"/>
                  </a:lnTo>
                  <a:lnTo>
                    <a:pt x="77620" y="3252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4" name="Google Shape;1404;p30"/>
            <p:cNvSpPr/>
            <p:nvPr/>
          </p:nvSpPr>
          <p:spPr>
            <a:xfrm>
              <a:off x="7670017" y="4095145"/>
              <a:ext cx="66633" cy="66675"/>
            </a:xfrm>
            <a:custGeom>
              <a:avLst/>
              <a:gdLst/>
              <a:ahLst/>
              <a:cxnLst/>
              <a:rect l="l" t="t" r="r" b="b"/>
              <a:pathLst>
                <a:path w="66633" h="66675" extrusionOk="0">
                  <a:moveTo>
                    <a:pt x="55278" y="58384"/>
                  </a:moveTo>
                  <a:cubicBezTo>
                    <a:pt x="69110" y="46252"/>
                    <a:pt x="70503" y="25182"/>
                    <a:pt x="58370" y="11350"/>
                  </a:cubicBezTo>
                  <a:cubicBezTo>
                    <a:pt x="46238" y="-2482"/>
                    <a:pt x="25168" y="-3875"/>
                    <a:pt x="11337" y="8291"/>
                  </a:cubicBezTo>
                  <a:cubicBezTo>
                    <a:pt x="-2495" y="20424"/>
                    <a:pt x="-3855" y="41494"/>
                    <a:pt x="8278" y="55325"/>
                  </a:cubicBezTo>
                  <a:cubicBezTo>
                    <a:pt x="20410" y="69157"/>
                    <a:pt x="41480" y="70550"/>
                    <a:pt x="55278" y="583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5" name="Google Shape;1405;p30"/>
            <p:cNvSpPr/>
            <p:nvPr/>
          </p:nvSpPr>
          <p:spPr>
            <a:xfrm>
              <a:off x="7858678" y="4093955"/>
              <a:ext cx="66646" cy="66680"/>
            </a:xfrm>
            <a:custGeom>
              <a:avLst/>
              <a:gdLst/>
              <a:ahLst/>
              <a:cxnLst/>
              <a:rect l="l" t="t" r="r" b="b"/>
              <a:pathLst>
                <a:path w="66646" h="66680" extrusionOk="0">
                  <a:moveTo>
                    <a:pt x="11355" y="58384"/>
                  </a:moveTo>
                  <a:cubicBezTo>
                    <a:pt x="-2476" y="46252"/>
                    <a:pt x="-3870" y="25182"/>
                    <a:pt x="8263" y="11350"/>
                  </a:cubicBezTo>
                  <a:cubicBezTo>
                    <a:pt x="20395" y="-2482"/>
                    <a:pt x="41465" y="-3875"/>
                    <a:pt x="55297" y="8291"/>
                  </a:cubicBezTo>
                  <a:cubicBezTo>
                    <a:pt x="69128" y="20424"/>
                    <a:pt x="70522" y="41494"/>
                    <a:pt x="58355" y="55325"/>
                  </a:cubicBezTo>
                  <a:cubicBezTo>
                    <a:pt x="46223" y="69157"/>
                    <a:pt x="25153" y="70550"/>
                    <a:pt x="11321" y="584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6" name="Google Shape;1406;p30"/>
            <p:cNvSpPr/>
            <p:nvPr/>
          </p:nvSpPr>
          <p:spPr>
            <a:xfrm>
              <a:off x="7582799" y="4001246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8" y="39897"/>
                  </a:moveTo>
                  <a:cubicBezTo>
                    <a:pt x="30959" y="39897"/>
                    <a:pt x="39897" y="30925"/>
                    <a:pt x="39897" y="19949"/>
                  </a:cubicBezTo>
                  <a:cubicBezTo>
                    <a:pt x="39897" y="8972"/>
                    <a:pt x="30925" y="0"/>
                    <a:pt x="19948" y="0"/>
                  </a:cubicBezTo>
                  <a:cubicBezTo>
                    <a:pt x="8971" y="0"/>
                    <a:pt x="0" y="8972"/>
                    <a:pt x="0" y="19949"/>
                  </a:cubicBezTo>
                  <a:cubicBezTo>
                    <a:pt x="0" y="30925"/>
                    <a:pt x="8971" y="39897"/>
                    <a:pt x="19948" y="398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7" name="Google Shape;1407;p30"/>
            <p:cNvSpPr/>
            <p:nvPr/>
          </p:nvSpPr>
          <p:spPr>
            <a:xfrm>
              <a:off x="7972631" y="4000056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8" y="39897"/>
                  </a:moveTo>
                  <a:cubicBezTo>
                    <a:pt x="30959" y="39897"/>
                    <a:pt x="39897" y="30925"/>
                    <a:pt x="39897" y="19949"/>
                  </a:cubicBezTo>
                  <a:cubicBezTo>
                    <a:pt x="39897" y="8972"/>
                    <a:pt x="30925" y="0"/>
                    <a:pt x="19948" y="0"/>
                  </a:cubicBezTo>
                  <a:cubicBezTo>
                    <a:pt x="8971" y="0"/>
                    <a:pt x="0" y="8972"/>
                    <a:pt x="0" y="19949"/>
                  </a:cubicBezTo>
                  <a:cubicBezTo>
                    <a:pt x="0" y="30925"/>
                    <a:pt x="8971" y="39897"/>
                    <a:pt x="19948" y="398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8" name="Google Shape;1408;p30"/>
            <p:cNvSpPr/>
            <p:nvPr/>
          </p:nvSpPr>
          <p:spPr>
            <a:xfrm>
              <a:off x="7592212" y="4010625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7" y="21070"/>
                    <a:pt x="21071" y="16347"/>
                    <a:pt x="21071" y="10535"/>
                  </a:cubicBezTo>
                  <a:cubicBezTo>
                    <a:pt x="21071" y="4724"/>
                    <a:pt x="16347" y="0"/>
                    <a:pt x="10535" y="0"/>
                  </a:cubicBezTo>
                  <a:cubicBezTo>
                    <a:pt x="4724" y="0"/>
                    <a:pt x="0" y="4724"/>
                    <a:pt x="0" y="10535"/>
                  </a:cubicBezTo>
                  <a:cubicBezTo>
                    <a:pt x="0" y="16347"/>
                    <a:pt x="4724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9" name="Google Shape;1409;p30"/>
            <p:cNvSpPr/>
            <p:nvPr/>
          </p:nvSpPr>
          <p:spPr>
            <a:xfrm>
              <a:off x="7982045" y="4009470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6" y="21070"/>
                    <a:pt x="21070" y="16346"/>
                    <a:pt x="21070" y="10535"/>
                  </a:cubicBezTo>
                  <a:cubicBezTo>
                    <a:pt x="21070" y="4724"/>
                    <a:pt x="16346" y="0"/>
                    <a:pt x="10535" y="0"/>
                  </a:cubicBezTo>
                  <a:cubicBezTo>
                    <a:pt x="4723" y="0"/>
                    <a:pt x="0" y="4724"/>
                    <a:pt x="0" y="10535"/>
                  </a:cubicBezTo>
                  <a:cubicBezTo>
                    <a:pt x="0" y="16346"/>
                    <a:pt x="4723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0" name="Google Shape;1410;p30"/>
            <p:cNvSpPr/>
            <p:nvPr/>
          </p:nvSpPr>
          <p:spPr>
            <a:xfrm>
              <a:off x="7683392" y="4108534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9" y="39897"/>
                  </a:moveTo>
                  <a:cubicBezTo>
                    <a:pt x="30926" y="39897"/>
                    <a:pt x="39897" y="30925"/>
                    <a:pt x="39897" y="19949"/>
                  </a:cubicBezTo>
                  <a:cubicBezTo>
                    <a:pt x="39897" y="8972"/>
                    <a:pt x="30926" y="0"/>
                    <a:pt x="19949" y="0"/>
                  </a:cubicBezTo>
                  <a:cubicBezTo>
                    <a:pt x="8972" y="0"/>
                    <a:pt x="0" y="8972"/>
                    <a:pt x="0" y="19949"/>
                  </a:cubicBezTo>
                  <a:cubicBezTo>
                    <a:pt x="0" y="30925"/>
                    <a:pt x="8972" y="39897"/>
                    <a:pt x="19949" y="398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1" name="Google Shape;1411;p30"/>
            <p:cNvSpPr/>
            <p:nvPr/>
          </p:nvSpPr>
          <p:spPr>
            <a:xfrm>
              <a:off x="7872072" y="4107344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9" y="39898"/>
                  </a:moveTo>
                  <a:cubicBezTo>
                    <a:pt x="30926" y="39898"/>
                    <a:pt x="39897" y="30926"/>
                    <a:pt x="39897" y="19949"/>
                  </a:cubicBezTo>
                  <a:cubicBezTo>
                    <a:pt x="39897" y="8972"/>
                    <a:pt x="30926" y="0"/>
                    <a:pt x="19949" y="0"/>
                  </a:cubicBezTo>
                  <a:cubicBezTo>
                    <a:pt x="8971" y="0"/>
                    <a:pt x="0" y="8972"/>
                    <a:pt x="0" y="19949"/>
                  </a:cubicBezTo>
                  <a:cubicBezTo>
                    <a:pt x="0" y="30926"/>
                    <a:pt x="8971" y="39898"/>
                    <a:pt x="19949" y="3989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2" name="Google Shape;1412;p30"/>
            <p:cNvSpPr/>
            <p:nvPr/>
          </p:nvSpPr>
          <p:spPr>
            <a:xfrm>
              <a:off x="7692806" y="4117947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7" y="21070"/>
                    <a:pt x="21070" y="16347"/>
                    <a:pt x="21070" y="10535"/>
                  </a:cubicBezTo>
                  <a:cubicBezTo>
                    <a:pt x="21070" y="4724"/>
                    <a:pt x="16313" y="0"/>
                    <a:pt x="10535" y="0"/>
                  </a:cubicBezTo>
                  <a:cubicBezTo>
                    <a:pt x="4757" y="0"/>
                    <a:pt x="0" y="4724"/>
                    <a:pt x="0" y="10535"/>
                  </a:cubicBezTo>
                  <a:cubicBezTo>
                    <a:pt x="0" y="16347"/>
                    <a:pt x="4723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3" name="Google Shape;1413;p30"/>
            <p:cNvSpPr/>
            <p:nvPr/>
          </p:nvSpPr>
          <p:spPr>
            <a:xfrm>
              <a:off x="7881486" y="4116758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7" y="21070"/>
                    <a:pt x="21070" y="16347"/>
                    <a:pt x="21070" y="10535"/>
                  </a:cubicBezTo>
                  <a:cubicBezTo>
                    <a:pt x="21070" y="4724"/>
                    <a:pt x="16347" y="0"/>
                    <a:pt x="10535" y="0"/>
                  </a:cubicBezTo>
                  <a:cubicBezTo>
                    <a:pt x="4723" y="0"/>
                    <a:pt x="0" y="4724"/>
                    <a:pt x="0" y="10535"/>
                  </a:cubicBezTo>
                  <a:cubicBezTo>
                    <a:pt x="0" y="16347"/>
                    <a:pt x="4723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4" name="Google Shape;1414;p30"/>
            <p:cNvSpPr/>
            <p:nvPr/>
          </p:nvSpPr>
          <p:spPr>
            <a:xfrm>
              <a:off x="7702695" y="3872106"/>
              <a:ext cx="34494" cy="34459"/>
            </a:xfrm>
            <a:custGeom>
              <a:avLst/>
              <a:gdLst/>
              <a:ahLst/>
              <a:cxnLst/>
              <a:rect l="l" t="t" r="r" b="b"/>
              <a:pathLst>
                <a:path w="34494" h="34459" extrusionOk="0">
                  <a:moveTo>
                    <a:pt x="17264" y="34460"/>
                  </a:moveTo>
                  <a:cubicBezTo>
                    <a:pt x="26746" y="34460"/>
                    <a:pt x="34494" y="26711"/>
                    <a:pt x="34494" y="17230"/>
                  </a:cubicBezTo>
                  <a:cubicBezTo>
                    <a:pt x="34494" y="7748"/>
                    <a:pt x="26746" y="0"/>
                    <a:pt x="17264" y="0"/>
                  </a:cubicBezTo>
                  <a:cubicBezTo>
                    <a:pt x="7783" y="0"/>
                    <a:pt x="0" y="7748"/>
                    <a:pt x="0" y="17230"/>
                  </a:cubicBezTo>
                  <a:cubicBezTo>
                    <a:pt x="0" y="26711"/>
                    <a:pt x="7748" y="34460"/>
                    <a:pt x="17264" y="34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5" name="Google Shape;1415;p30"/>
            <p:cNvSpPr/>
            <p:nvPr/>
          </p:nvSpPr>
          <p:spPr>
            <a:xfrm>
              <a:off x="7858172" y="3870917"/>
              <a:ext cx="34460" cy="34459"/>
            </a:xfrm>
            <a:custGeom>
              <a:avLst/>
              <a:gdLst/>
              <a:ahLst/>
              <a:cxnLst/>
              <a:rect l="l" t="t" r="r" b="b"/>
              <a:pathLst>
                <a:path w="34460" h="34459" extrusionOk="0">
                  <a:moveTo>
                    <a:pt x="17230" y="34460"/>
                  </a:moveTo>
                  <a:cubicBezTo>
                    <a:pt x="26746" y="34460"/>
                    <a:pt x="34460" y="26711"/>
                    <a:pt x="34460" y="17230"/>
                  </a:cubicBezTo>
                  <a:cubicBezTo>
                    <a:pt x="34460" y="7748"/>
                    <a:pt x="26712" y="0"/>
                    <a:pt x="17230" y="0"/>
                  </a:cubicBezTo>
                  <a:cubicBezTo>
                    <a:pt x="7748" y="0"/>
                    <a:pt x="0" y="7748"/>
                    <a:pt x="0" y="17230"/>
                  </a:cubicBezTo>
                  <a:cubicBezTo>
                    <a:pt x="0" y="26711"/>
                    <a:pt x="7748" y="34460"/>
                    <a:pt x="17230" y="34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6" name="Google Shape;1416;p30"/>
            <p:cNvSpPr/>
            <p:nvPr/>
          </p:nvSpPr>
          <p:spPr>
            <a:xfrm>
              <a:off x="7711772" y="3880384"/>
              <a:ext cx="16509" cy="16544"/>
            </a:xfrm>
            <a:custGeom>
              <a:avLst/>
              <a:gdLst/>
              <a:ahLst/>
              <a:cxnLst/>
              <a:rect l="l" t="t" r="r" b="b"/>
              <a:pathLst>
                <a:path w="16509" h="16544" extrusionOk="0">
                  <a:moveTo>
                    <a:pt x="2614" y="14321"/>
                  </a:moveTo>
                  <a:cubicBezTo>
                    <a:pt x="5944" y="17448"/>
                    <a:pt x="11178" y="17244"/>
                    <a:pt x="14304" y="13913"/>
                  </a:cubicBezTo>
                  <a:cubicBezTo>
                    <a:pt x="17396" y="10583"/>
                    <a:pt x="17226" y="5349"/>
                    <a:pt x="13862" y="2223"/>
                  </a:cubicBezTo>
                  <a:cubicBezTo>
                    <a:pt x="10532" y="-904"/>
                    <a:pt x="5298" y="-700"/>
                    <a:pt x="2206" y="2631"/>
                  </a:cubicBezTo>
                  <a:cubicBezTo>
                    <a:pt x="-887" y="5961"/>
                    <a:pt x="-717" y="11195"/>
                    <a:pt x="2648" y="143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7" name="Google Shape;1417;p30"/>
            <p:cNvSpPr/>
            <p:nvPr/>
          </p:nvSpPr>
          <p:spPr>
            <a:xfrm>
              <a:off x="7867079" y="3879195"/>
              <a:ext cx="16557" cy="16544"/>
            </a:xfrm>
            <a:custGeom>
              <a:avLst/>
              <a:gdLst/>
              <a:ahLst/>
              <a:cxnLst/>
              <a:rect l="l" t="t" r="r" b="b"/>
              <a:pathLst>
                <a:path w="16557" h="16544" extrusionOk="0">
                  <a:moveTo>
                    <a:pt x="13897" y="14321"/>
                  </a:moveTo>
                  <a:cubicBezTo>
                    <a:pt x="10566" y="17448"/>
                    <a:pt x="5333" y="17244"/>
                    <a:pt x="2206" y="13914"/>
                  </a:cubicBezTo>
                  <a:cubicBezTo>
                    <a:pt x="-887" y="10583"/>
                    <a:pt x="-717" y="5349"/>
                    <a:pt x="2648" y="2223"/>
                  </a:cubicBezTo>
                  <a:cubicBezTo>
                    <a:pt x="5978" y="-904"/>
                    <a:pt x="11212" y="-700"/>
                    <a:pt x="14338" y="2631"/>
                  </a:cubicBezTo>
                  <a:cubicBezTo>
                    <a:pt x="17464" y="5961"/>
                    <a:pt x="17261" y="11195"/>
                    <a:pt x="13897" y="143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29"/>
          <p:cNvSpPr txBox="1">
            <a:spLocks noGrp="1"/>
          </p:cNvSpPr>
          <p:nvPr>
            <p:ph type="title"/>
          </p:nvPr>
        </p:nvSpPr>
        <p:spPr>
          <a:xfrm>
            <a:off x="85058" y="529120"/>
            <a:ext cx="4149712" cy="6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solidFill>
                  <a:srgbClr val="03515F"/>
                </a:solidFill>
                <a:latin typeface="Montserrat" panose="00000500000000000000" pitchFamily="2" charset="0"/>
              </a:rPr>
              <a:t>Data Analysis Team</a:t>
            </a:r>
          </a:p>
        </p:txBody>
      </p:sp>
      <p:sp>
        <p:nvSpPr>
          <p:cNvPr id="1244" name="Google Shape;1244;p29"/>
          <p:cNvSpPr txBox="1">
            <a:spLocks noGrp="1"/>
          </p:cNvSpPr>
          <p:nvPr>
            <p:ph type="subTitle" idx="1"/>
          </p:nvPr>
        </p:nvSpPr>
        <p:spPr>
          <a:xfrm>
            <a:off x="1387086" y="1766000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solidFill>
                  <a:srgbClr val="0C373E"/>
                </a:solidFill>
                <a:latin typeface="Montserrat" panose="00000500000000000000" pitchFamily="2" charset="0"/>
              </a:rPr>
              <a:t>Team Leader</a:t>
            </a:r>
          </a:p>
        </p:txBody>
      </p:sp>
      <p:sp>
        <p:nvSpPr>
          <p:cNvPr id="1251" name="Google Shape;1251;p29"/>
          <p:cNvSpPr txBox="1">
            <a:spLocks noGrp="1"/>
          </p:cNvSpPr>
          <p:nvPr>
            <p:ph type="subTitle" idx="9"/>
          </p:nvPr>
        </p:nvSpPr>
        <p:spPr>
          <a:xfrm>
            <a:off x="1093078" y="1450025"/>
            <a:ext cx="3223135" cy="4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0C373E"/>
              </a:buClr>
              <a:buFont typeface="Arial" panose="020B0604020202020204" pitchFamily="34" charset="0"/>
              <a:buChar char="•"/>
            </a:pPr>
            <a:r>
              <a:rPr lang="en-US" sz="1400" spc="0" baseline="0" noProof="0" dirty="0">
                <a:solidFill>
                  <a:srgbClr val="0C373E"/>
                </a:solidFill>
                <a:latin typeface="Montserrat" panose="00000500000000000000" pitchFamily="2" charset="0"/>
                <a:sym typeface="Montserrat" panose="00000500000000000000"/>
              </a:rPr>
              <a:t>Rania Mohamed El-wany </a:t>
            </a:r>
            <a:endParaRPr lang="en-US" sz="1400" noProof="0" dirty="0">
              <a:solidFill>
                <a:srgbClr val="0C373E"/>
              </a:solidFill>
              <a:latin typeface="Montserrat" panose="00000500000000000000" pitchFamily="2" charset="0"/>
            </a:endParaRPr>
          </a:p>
        </p:txBody>
      </p:sp>
      <p:sp>
        <p:nvSpPr>
          <p:cNvPr id="1252" name="Google Shape;1252;p29"/>
          <p:cNvSpPr txBox="1">
            <a:spLocks noGrp="1"/>
          </p:cNvSpPr>
          <p:nvPr>
            <p:ph type="subTitle" idx="13"/>
          </p:nvPr>
        </p:nvSpPr>
        <p:spPr>
          <a:xfrm>
            <a:off x="1093078" y="2544686"/>
            <a:ext cx="2972113" cy="4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0C373E"/>
              </a:buClr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rgbClr val="0C373E"/>
                </a:solidFill>
                <a:latin typeface="Montserrat" panose="00000500000000000000" pitchFamily="2" charset="0"/>
              </a:rPr>
              <a:t>Israa Nagy Mohamed</a:t>
            </a:r>
          </a:p>
        </p:txBody>
      </p:sp>
      <p:sp>
        <p:nvSpPr>
          <p:cNvPr id="1253" name="Google Shape;1253;p29"/>
          <p:cNvSpPr txBox="1">
            <a:spLocks noGrp="1"/>
          </p:cNvSpPr>
          <p:nvPr>
            <p:ph type="subTitle" idx="14"/>
          </p:nvPr>
        </p:nvSpPr>
        <p:spPr>
          <a:xfrm>
            <a:off x="4901429" y="2544686"/>
            <a:ext cx="2972112" cy="4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0C373E"/>
              </a:buClr>
              <a:buFont typeface="Arial" panose="020B0604020202020204" pitchFamily="34" charset="0"/>
              <a:buChar char="•"/>
            </a:pPr>
            <a:r>
              <a:rPr lang="en-US" sz="1400" spc="0" noProof="0" dirty="0">
                <a:solidFill>
                  <a:srgbClr val="0C373E"/>
                </a:solidFill>
                <a:uFill>
                  <a:noFill/>
                </a:uFill>
                <a:latin typeface="Montserrat" panose="00000500000000000000" pitchFamily="2" charset="0"/>
                <a:sym typeface="Montserrat" panose="00000500000000000000"/>
              </a:rPr>
              <a:t>Mayada Kairy</a:t>
            </a:r>
            <a:r>
              <a:rPr lang="en-US" sz="1400" spc="0" baseline="0" noProof="0" dirty="0">
                <a:solidFill>
                  <a:srgbClr val="0C373E"/>
                </a:solidFill>
                <a:uFill>
                  <a:noFill/>
                </a:uFill>
                <a:latin typeface="Montserrat" panose="00000500000000000000" pitchFamily="2" charset="0"/>
                <a:sym typeface="Montserrat" panose="00000500000000000000"/>
              </a:rPr>
              <a:t> Mohamed </a:t>
            </a:r>
            <a:endParaRPr lang="en-US" sz="1400" noProof="0" dirty="0">
              <a:solidFill>
                <a:srgbClr val="0C373E"/>
              </a:solidFill>
              <a:latin typeface="Montserrat" panose="00000500000000000000" pitchFamily="2" charset="0"/>
            </a:endParaRPr>
          </a:p>
        </p:txBody>
      </p:sp>
      <p:sp>
        <p:nvSpPr>
          <p:cNvPr id="1254" name="Google Shape;1254;p29"/>
          <p:cNvSpPr txBox="1">
            <a:spLocks noGrp="1"/>
          </p:cNvSpPr>
          <p:nvPr>
            <p:ph type="subTitle" idx="15"/>
          </p:nvPr>
        </p:nvSpPr>
        <p:spPr>
          <a:xfrm>
            <a:off x="4901428" y="1450025"/>
            <a:ext cx="3434497" cy="4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0C373E"/>
              </a:buClr>
              <a:buFont typeface="Arial" panose="020B0604020202020204" pitchFamily="34" charset="0"/>
              <a:buChar char="•"/>
            </a:pPr>
            <a:r>
              <a:rPr lang="en-US" sz="1400" spc="0" noProof="0" dirty="0">
                <a:solidFill>
                  <a:srgbClr val="0C373E"/>
                </a:solidFill>
                <a:uFill>
                  <a:noFill/>
                </a:uFill>
                <a:latin typeface="Montserrat" panose="00000500000000000000" pitchFamily="2" charset="0"/>
                <a:sym typeface="Montserrat" panose="00000500000000000000"/>
              </a:rPr>
              <a:t>Aya Emad Abd Al-manum</a:t>
            </a:r>
            <a:endParaRPr lang="en-US" sz="1400" noProof="0" dirty="0">
              <a:solidFill>
                <a:srgbClr val="0C373E"/>
              </a:solidFill>
              <a:latin typeface="Montserrat" panose="00000500000000000000" pitchFamily="2" charset="0"/>
            </a:endParaRPr>
          </a:p>
        </p:txBody>
      </p:sp>
      <p:sp>
        <p:nvSpPr>
          <p:cNvPr id="1259" name="Google Shape;1259;p29"/>
          <p:cNvSpPr txBox="1">
            <a:spLocks noGrp="1"/>
          </p:cNvSpPr>
          <p:nvPr>
            <p:ph type="subTitle" idx="20"/>
          </p:nvPr>
        </p:nvSpPr>
        <p:spPr>
          <a:xfrm>
            <a:off x="1093079" y="3639222"/>
            <a:ext cx="4044326" cy="4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0C373E"/>
              </a:buClr>
              <a:buFont typeface="Arial" panose="020B0604020202020204" pitchFamily="34" charset="0"/>
              <a:buChar char="•"/>
            </a:pPr>
            <a:r>
              <a:rPr lang="en-US" sz="1400" spc="0" noProof="0" dirty="0">
                <a:solidFill>
                  <a:srgbClr val="0C373E"/>
                </a:solidFill>
                <a:uFill>
                  <a:noFill/>
                </a:uFill>
                <a:latin typeface="Montserrat" panose="00000500000000000000" pitchFamily="2" charset="0"/>
                <a:sym typeface="Montserrat" panose="00000500000000000000"/>
              </a:rPr>
              <a:t>Toka Ahmed El-sayed </a:t>
            </a:r>
            <a:r>
              <a:rPr lang="en-US" sz="1400" spc="0" baseline="0" noProof="0" dirty="0">
                <a:solidFill>
                  <a:srgbClr val="0C373E"/>
                </a:solidFill>
                <a:uFill>
                  <a:noFill/>
                </a:uFill>
                <a:latin typeface="Montserrat" panose="00000500000000000000" pitchFamily="2" charset="0"/>
                <a:sym typeface="Montserrat" panose="00000500000000000000"/>
              </a:rPr>
              <a:t> </a:t>
            </a:r>
            <a:endParaRPr lang="en-US" sz="1400" noProof="0" dirty="0">
              <a:solidFill>
                <a:srgbClr val="0C373E"/>
              </a:solidFill>
              <a:latin typeface="Montserrat" panose="00000500000000000000" pitchFamily="2" charset="0"/>
            </a:endParaRPr>
          </a:p>
        </p:txBody>
      </p:sp>
      <p:sp>
        <p:nvSpPr>
          <p:cNvPr id="1260" name="Google Shape;1260;p29"/>
          <p:cNvSpPr txBox="1">
            <a:spLocks noGrp="1"/>
          </p:cNvSpPr>
          <p:nvPr>
            <p:ph type="subTitle" idx="21"/>
          </p:nvPr>
        </p:nvSpPr>
        <p:spPr>
          <a:xfrm>
            <a:off x="4901429" y="3639199"/>
            <a:ext cx="2982206" cy="4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0C373E"/>
              </a:buClr>
              <a:buFont typeface="Arial" panose="020B0604020202020204" pitchFamily="34" charset="0"/>
              <a:buChar char="•"/>
            </a:pPr>
            <a:r>
              <a:rPr lang="en-US" sz="1400" u="none" strike="noStrike" cap="none" spc="0" noProof="0" dirty="0">
                <a:solidFill>
                  <a:srgbClr val="0C373E"/>
                </a:solidFill>
                <a:uFill>
                  <a:noFill/>
                </a:uFill>
                <a:latin typeface="Montserrat" panose="00000500000000000000" pitchFamily="2" charset="0"/>
                <a:sym typeface="Montserrat" panose="00000500000000000000"/>
              </a:rPr>
              <a:t>Hend Adel Ahmed Wafa</a:t>
            </a:r>
            <a:endParaRPr lang="en-US" sz="1400" noProof="0" dirty="0">
              <a:solidFill>
                <a:srgbClr val="0C373E"/>
              </a:solidFill>
              <a:latin typeface="Montserrat" panose="00000500000000000000" pitchFamily="2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10774" y="3966461"/>
            <a:ext cx="6913822" cy="81759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noProof="0" dirty="0">
                <a:solidFill>
                  <a:srgbClr val="0C373E"/>
                </a:solidFill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“And then we started with understanding the metadata, then the business questions, followed by exploring the data, preparing clearing transforming, and finally uncovering actionable insights.”</a:t>
            </a:r>
            <a:endParaRPr lang="en-US" noProof="0" dirty="0">
              <a:solidFill>
                <a:srgbClr val="0C373E"/>
              </a:solidFill>
              <a:latin typeface="Montserrat" panose="00000500000000000000" pitchFamily="2" charset="0"/>
              <a:ea typeface="Lato" panose="020F0502020204030203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6179" t="4449" r="4643" b="5582"/>
          <a:stretch>
            <a:fillRect/>
          </a:stretch>
        </p:blipFill>
        <p:spPr>
          <a:xfrm>
            <a:off x="519103" y="282458"/>
            <a:ext cx="1437892" cy="1273626"/>
          </a:xfrm>
          <a:prstGeom prst="rect">
            <a:avLst/>
          </a:prstGeom>
          <a:ln>
            <a:noFill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2113219" y="374304"/>
            <a:ext cx="6433881" cy="918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sz="2000" b="1" noProof="0" dirty="0">
                <a:solidFill>
                  <a:srgbClr val="03515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LatheTech</a:t>
            </a:r>
            <a:r>
              <a:rPr lang="en-US" sz="1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noProof="0" dirty="0">
                <a:solidFill>
                  <a:srgbClr val="0C373E"/>
                </a:solidFill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Industries came to us with a challenge:</a:t>
            </a:r>
            <a:br>
              <a:rPr lang="en-US" sz="1400" noProof="0" dirty="0">
                <a:solidFill>
                  <a:srgbClr val="0C373E"/>
                </a:solidFill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400" noProof="0" dirty="0">
                <a:solidFill>
                  <a:srgbClr val="0C373E"/>
                </a:solidFill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"Our machines are experiencing unexpected breakdowns, which heavily impact productivity and increase costs."</a:t>
            </a:r>
            <a:endParaRPr lang="en-US" sz="1400" noProof="0" dirty="0">
              <a:solidFill>
                <a:srgbClr val="0C373E"/>
              </a:solidFill>
              <a:latin typeface="Montserrat" panose="00000500000000000000" pitchFamily="2" charset="0"/>
              <a:ea typeface="Lato" panose="020F0502020204030203" pitchFamily="34" charset="0"/>
              <a:cs typeface="Lato" panose="020F0502020204030203" pitchFamily="34" charset="0"/>
              <a:sym typeface="Lato" panose="020F0502020204030203"/>
            </a:endParaRPr>
          </a:p>
        </p:txBody>
      </p:sp>
      <p:sp>
        <p:nvSpPr>
          <p:cNvPr id="7" name="Google Shape;1726;p35"/>
          <p:cNvSpPr/>
          <p:nvPr/>
        </p:nvSpPr>
        <p:spPr>
          <a:xfrm>
            <a:off x="2135669" y="2062162"/>
            <a:ext cx="915900" cy="6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solidFill>
                  <a:srgbClr val="0C373E"/>
                </a:solidFill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  <a:sym typeface="Montserrat" panose="00000500000000000000"/>
              </a:rPr>
              <a:t>01</a:t>
            </a:r>
          </a:p>
        </p:txBody>
      </p:sp>
      <p:sp>
        <p:nvSpPr>
          <p:cNvPr id="8" name="Google Shape;1727;p35"/>
          <p:cNvSpPr txBox="1"/>
          <p:nvPr/>
        </p:nvSpPr>
        <p:spPr>
          <a:xfrm>
            <a:off x="1956995" y="2718532"/>
            <a:ext cx="16392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b="1" noProof="0" dirty="0">
                <a:solidFill>
                  <a:srgbClr val="0C373E"/>
                </a:solidFill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Heat &amp; Power Issues</a:t>
            </a:r>
            <a:r>
              <a:rPr lang="en-US" b="1" noProof="0" dirty="0">
                <a:solidFill>
                  <a:srgbClr val="0C373E"/>
                </a:solidFill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  <a:sym typeface="Montserrat" panose="00000500000000000000"/>
              </a:rPr>
              <a:t> </a:t>
            </a:r>
          </a:p>
        </p:txBody>
      </p:sp>
      <p:sp>
        <p:nvSpPr>
          <p:cNvPr id="9" name="Google Shape;1729;p35"/>
          <p:cNvSpPr/>
          <p:nvPr/>
        </p:nvSpPr>
        <p:spPr>
          <a:xfrm>
            <a:off x="3900025" y="2062162"/>
            <a:ext cx="915900" cy="6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solidFill>
                  <a:srgbClr val="0C373E"/>
                </a:solidFill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  <a:sym typeface="Montserrat" panose="00000500000000000000"/>
              </a:rPr>
              <a:t>02</a:t>
            </a:r>
          </a:p>
        </p:txBody>
      </p:sp>
      <p:sp>
        <p:nvSpPr>
          <p:cNvPr id="10" name="Google Shape;1730;p35"/>
          <p:cNvSpPr txBox="1"/>
          <p:nvPr/>
        </p:nvSpPr>
        <p:spPr>
          <a:xfrm>
            <a:off x="5506948" y="2635009"/>
            <a:ext cx="3376554" cy="567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b="1" noProof="0" dirty="0">
                <a:solidFill>
                  <a:srgbClr val="0C373E"/>
                </a:solidFill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High Downtime </a:t>
            </a:r>
            <a:br>
              <a:rPr lang="en-US" b="1" noProof="0" dirty="0">
                <a:solidFill>
                  <a:srgbClr val="0C373E"/>
                </a:solidFill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b="1" noProof="0" dirty="0">
                <a:solidFill>
                  <a:srgbClr val="0C373E"/>
                </a:solidFill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&amp; Costs</a:t>
            </a:r>
            <a:r>
              <a:rPr lang="en-US" b="1" noProof="0" dirty="0">
                <a:solidFill>
                  <a:srgbClr val="0C373E"/>
                </a:solidFill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  <a:sym typeface="Montserrat" panose="00000500000000000000"/>
              </a:rPr>
              <a:t> </a:t>
            </a:r>
          </a:p>
        </p:txBody>
      </p:sp>
      <p:sp>
        <p:nvSpPr>
          <p:cNvPr id="12" name="Google Shape;1733;p35"/>
          <p:cNvSpPr txBox="1"/>
          <p:nvPr/>
        </p:nvSpPr>
        <p:spPr>
          <a:xfrm>
            <a:off x="3643021" y="2571750"/>
            <a:ext cx="1817101" cy="64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b="1" noProof="0" dirty="0">
                <a:solidFill>
                  <a:srgbClr val="0C373E"/>
                </a:solidFill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</a:rPr>
              <a:t>Excessive Tool Wear</a:t>
            </a:r>
            <a:endParaRPr lang="en-US" b="1" noProof="0" dirty="0">
              <a:solidFill>
                <a:srgbClr val="0C373E"/>
              </a:solidFill>
              <a:latin typeface="Montserrat" panose="00000500000000000000" pitchFamily="2" charset="0"/>
              <a:ea typeface="Lato" panose="020F0502020204030203" pitchFamily="34" charset="0"/>
              <a:cs typeface="Lato" panose="020F0502020204030203" pitchFamily="34" charset="0"/>
              <a:sym typeface="Montserrat" panose="00000500000000000000"/>
            </a:endParaRPr>
          </a:p>
        </p:txBody>
      </p:sp>
      <p:sp>
        <p:nvSpPr>
          <p:cNvPr id="13" name="Google Shape;1735;p35"/>
          <p:cNvSpPr txBox="1"/>
          <p:nvPr/>
        </p:nvSpPr>
        <p:spPr>
          <a:xfrm>
            <a:off x="3281539" y="1387549"/>
            <a:ext cx="2572293" cy="804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0" dirty="0">
                <a:solidFill>
                  <a:srgbClr val="0C373E"/>
                </a:solidFill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  <a:sym typeface="Montserrat" panose="00000500000000000000"/>
              </a:rPr>
              <a:t>Reported Issues</a:t>
            </a:r>
          </a:p>
        </p:txBody>
      </p:sp>
      <p:sp>
        <p:nvSpPr>
          <p:cNvPr id="17" name="Google Shape;1729;p35"/>
          <p:cNvSpPr/>
          <p:nvPr/>
        </p:nvSpPr>
        <p:spPr>
          <a:xfrm>
            <a:off x="5808687" y="2063956"/>
            <a:ext cx="915900" cy="6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solidFill>
                  <a:srgbClr val="0C373E"/>
                </a:solidFill>
                <a:latin typeface="Montserrat" panose="00000500000000000000" pitchFamily="2" charset="0"/>
                <a:ea typeface="Lato" panose="020F0502020204030203" pitchFamily="34" charset="0"/>
                <a:cs typeface="Lato" panose="020F0502020204030203" pitchFamily="34" charset="0"/>
                <a:sym typeface="Montserrat" panose="00000500000000000000"/>
              </a:rPr>
              <a:t>03</a:t>
            </a:r>
          </a:p>
        </p:txBody>
      </p:sp>
      <p:sp>
        <p:nvSpPr>
          <p:cNvPr id="18" name="Rectangle: Top Corners One Rounded and One Snipped 17"/>
          <p:cNvSpPr/>
          <p:nvPr/>
        </p:nvSpPr>
        <p:spPr>
          <a:xfrm>
            <a:off x="1701739" y="2089778"/>
            <a:ext cx="5740522" cy="1247929"/>
          </a:xfrm>
          <a:prstGeom prst="snipRoundRect">
            <a:avLst/>
          </a:prstGeom>
          <a:noFill/>
          <a:ln>
            <a:solidFill>
              <a:srgbClr val="035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atin typeface="Montserrat" panose="00000500000000000000" pitchFamily="2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0" grpId="0"/>
      <p:bldP spid="12" grpId="0"/>
      <p:bldP spid="13" grpId="0"/>
      <p:bldP spid="17" grpId="0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4EE55-00D7-BF60-DED1-8BD355CCD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204F4A9-A9C5-C915-6CA2-85109510628C}"/>
              </a:ext>
            </a:extLst>
          </p:cNvPr>
          <p:cNvSpPr txBox="1"/>
          <p:nvPr/>
        </p:nvSpPr>
        <p:spPr>
          <a:xfrm>
            <a:off x="0" y="30391"/>
            <a:ext cx="4761805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 fontAlgn="ctr"/>
            <a:r>
              <a:rPr lang="en-US" sz="3600" b="1" noProof="0" dirty="0">
                <a:solidFill>
                  <a:srgbClr val="03515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Objective</a:t>
            </a:r>
            <a:endParaRPr lang="en-US" sz="3600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EE2137-C3A4-6C99-B413-8EB29FC430DD}"/>
              </a:ext>
            </a:extLst>
          </p:cNvPr>
          <p:cNvSpPr txBox="1"/>
          <p:nvPr/>
        </p:nvSpPr>
        <p:spPr>
          <a:xfrm>
            <a:off x="837131" y="1296679"/>
            <a:ext cx="5861929" cy="31700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lvl="2" indent="-342900">
              <a:buFont typeface="+mj-lt"/>
              <a:buAutoNum type="arabicPeriod"/>
            </a:pPr>
            <a:r>
              <a:rPr lang="en-GB" sz="20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Analyze</a:t>
            </a:r>
            <a:r>
              <a:rPr lang="en-GB" sz="2000" dirty="0">
                <a:solidFill>
                  <a:schemeClr val="tx1"/>
                </a:solidFill>
                <a:latin typeface="Magneto" panose="04030805050802020D02" pitchFamily="82" charset="0"/>
                <a:cs typeface="+mj-cs"/>
              </a:rPr>
              <a:t> </a:t>
            </a:r>
            <a:r>
              <a:rPr lang="en-GB" sz="20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machine failures</a:t>
            </a:r>
          </a:p>
          <a:p>
            <a:pPr marL="342900" lvl="2" indent="-342900">
              <a:buFont typeface="+mj-lt"/>
              <a:buAutoNum type="arabicPeriod"/>
            </a:pPr>
            <a:endParaRPr lang="ar-EG" sz="2000" dirty="0">
              <a:solidFill>
                <a:schemeClr val="tx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marL="342900" lvl="2" indent="-342900">
              <a:buFont typeface="+mj-lt"/>
              <a:buAutoNum type="arabicPeriod"/>
            </a:pPr>
            <a:r>
              <a:rPr lang="en-GB" sz="20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Identify root causes behind downtime</a:t>
            </a:r>
            <a:endParaRPr lang="ar-EG" sz="2000" dirty="0">
              <a:solidFill>
                <a:schemeClr val="tx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marL="342900" lvl="2" indent="-342900">
              <a:buFont typeface="+mj-lt"/>
              <a:buAutoNum type="arabicPeriod"/>
            </a:pPr>
            <a:endParaRPr lang="en-GB" sz="2000" dirty="0">
              <a:solidFill>
                <a:schemeClr val="tx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marL="342900" lvl="2" indent="-342900">
              <a:buFont typeface="+mj-lt"/>
              <a:buAutoNum type="arabicPeriod"/>
            </a:pPr>
            <a:r>
              <a:rPr lang="en-GB" sz="20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Build automated Power BI dashboard</a:t>
            </a:r>
            <a:endParaRPr lang="ar-EG" sz="2000" dirty="0">
              <a:solidFill>
                <a:schemeClr val="tx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marL="342900" lvl="2" indent="-342900">
              <a:buFont typeface="+mj-lt"/>
              <a:buAutoNum type="arabicPeriod"/>
            </a:pPr>
            <a:endParaRPr lang="en-GB" sz="2000" dirty="0">
              <a:solidFill>
                <a:schemeClr val="tx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marL="342900" lvl="2" indent="-342900">
              <a:buFont typeface="+mj-lt"/>
              <a:buAutoNum type="arabicPeriod"/>
            </a:pPr>
            <a:r>
              <a:rPr lang="en-GB" sz="20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Predict high-risk operating conditions</a:t>
            </a:r>
            <a:endParaRPr lang="ar-EG" sz="2000" dirty="0">
              <a:solidFill>
                <a:schemeClr val="tx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marL="342900" lvl="2" indent="-342900">
              <a:buFont typeface="+mj-lt"/>
              <a:buAutoNum type="arabicPeriod"/>
            </a:pPr>
            <a:endParaRPr lang="en-GB" sz="2000" dirty="0">
              <a:solidFill>
                <a:schemeClr val="tx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marL="342900" lvl="2" indent="-342900">
              <a:buFont typeface="+mj-lt"/>
              <a:buAutoNum type="arabicPeriod"/>
            </a:pPr>
            <a:r>
              <a:rPr lang="en-GB" sz="2000" dirty="0">
                <a:solidFill>
                  <a:schemeClr val="tx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Recommend proactive maintenance actions</a:t>
            </a:r>
            <a:endParaRPr lang="en-US" sz="2000" dirty="0">
              <a:solidFill>
                <a:schemeClr val="tx1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1268" name="Google Shape;1268;p30">
            <a:extLst>
              <a:ext uri="{FF2B5EF4-FFF2-40B4-BE49-F238E27FC236}">
                <a16:creationId xmlns:a16="http://schemas.microsoft.com/office/drawing/2014/main" id="{DA3194D0-76BF-102B-3382-02492B4871AE}"/>
              </a:ext>
            </a:extLst>
          </p:cNvPr>
          <p:cNvGrpSpPr/>
          <p:nvPr/>
        </p:nvGrpSpPr>
        <p:grpSpPr>
          <a:xfrm>
            <a:off x="6590802" y="1205338"/>
            <a:ext cx="3180479" cy="3938442"/>
            <a:chOff x="6590802" y="1205338"/>
            <a:chExt cx="3180479" cy="3938442"/>
          </a:xfrm>
        </p:grpSpPr>
        <p:grpSp>
          <p:nvGrpSpPr>
            <p:cNvPr id="1269" name="Google Shape;1269;p30">
              <a:extLst>
                <a:ext uri="{FF2B5EF4-FFF2-40B4-BE49-F238E27FC236}">
                  <a16:creationId xmlns:a16="http://schemas.microsoft.com/office/drawing/2014/main" id="{1EE170DF-3EDE-35AD-66D0-CFDF8AE6D046}"/>
                </a:ext>
              </a:extLst>
            </p:cNvPr>
            <p:cNvGrpSpPr/>
            <p:nvPr/>
          </p:nvGrpSpPr>
          <p:grpSpPr>
            <a:xfrm>
              <a:off x="6590802" y="1205338"/>
              <a:ext cx="3180479" cy="3938442"/>
              <a:chOff x="6590802" y="1205338"/>
              <a:chExt cx="3180479" cy="3938442"/>
            </a:xfrm>
          </p:grpSpPr>
          <p:sp>
            <p:nvSpPr>
              <p:cNvPr id="1270" name="Google Shape;1270;p30">
                <a:extLst>
                  <a:ext uri="{FF2B5EF4-FFF2-40B4-BE49-F238E27FC236}">
                    <a16:creationId xmlns:a16="http://schemas.microsoft.com/office/drawing/2014/main" id="{C36C1037-817E-20A2-66B0-08B25997B8B9}"/>
                  </a:ext>
                </a:extLst>
              </p:cNvPr>
              <p:cNvSpPr/>
              <p:nvPr/>
            </p:nvSpPr>
            <p:spPr>
              <a:xfrm flipH="1">
                <a:off x="8147676" y="3172468"/>
                <a:ext cx="289800" cy="213712"/>
              </a:xfrm>
              <a:custGeom>
                <a:avLst/>
                <a:gdLst/>
                <a:ahLst/>
                <a:cxnLst/>
                <a:rect l="l" t="t" r="r" b="b"/>
                <a:pathLst>
                  <a:path w="129955" h="95835" extrusionOk="0">
                    <a:moveTo>
                      <a:pt x="64978" y="95835"/>
                    </a:moveTo>
                    <a:cubicBezTo>
                      <a:pt x="100763" y="95835"/>
                      <a:pt x="129955" y="74323"/>
                      <a:pt x="129955" y="47918"/>
                    </a:cubicBezTo>
                    <a:cubicBezTo>
                      <a:pt x="129955" y="21512"/>
                      <a:pt x="100763" y="0"/>
                      <a:pt x="64978" y="0"/>
                    </a:cubicBezTo>
                    <a:cubicBezTo>
                      <a:pt x="29192" y="0"/>
                      <a:pt x="0" y="21546"/>
                      <a:pt x="0" y="47918"/>
                    </a:cubicBezTo>
                    <a:cubicBezTo>
                      <a:pt x="0" y="74289"/>
                      <a:pt x="29192" y="95835"/>
                      <a:pt x="64978" y="95835"/>
                    </a:cubicBezTo>
                    <a:close/>
                  </a:path>
                </a:pathLst>
              </a:custGeom>
              <a:solidFill>
                <a:srgbClr val="0057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1" name="Google Shape;1271;p30">
                <a:extLst>
                  <a:ext uri="{FF2B5EF4-FFF2-40B4-BE49-F238E27FC236}">
                    <a16:creationId xmlns:a16="http://schemas.microsoft.com/office/drawing/2014/main" id="{425F5889-3E9D-1D88-2D67-04E0C024FD6A}"/>
                  </a:ext>
                </a:extLst>
              </p:cNvPr>
              <p:cNvSpPr/>
              <p:nvPr/>
            </p:nvSpPr>
            <p:spPr>
              <a:xfrm flipH="1">
                <a:off x="8148662" y="3265703"/>
                <a:ext cx="289724" cy="131789"/>
              </a:xfrm>
              <a:custGeom>
                <a:avLst/>
                <a:gdLst/>
                <a:ahLst/>
                <a:cxnLst/>
                <a:rect l="l" t="t" r="r" b="b"/>
                <a:pathLst>
                  <a:path w="129921" h="59098" extrusionOk="0">
                    <a:moveTo>
                      <a:pt x="0" y="0"/>
                    </a:moveTo>
                    <a:lnTo>
                      <a:pt x="129921" y="0"/>
                    </a:lnTo>
                    <a:lnTo>
                      <a:pt x="129921" y="59099"/>
                    </a:lnTo>
                    <a:lnTo>
                      <a:pt x="0" y="5909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2" name="Google Shape;1272;p30">
                <a:extLst>
                  <a:ext uri="{FF2B5EF4-FFF2-40B4-BE49-F238E27FC236}">
                    <a16:creationId xmlns:a16="http://schemas.microsoft.com/office/drawing/2014/main" id="{87EF030C-C2AB-45A9-77D2-A7591FF42253}"/>
                  </a:ext>
                </a:extLst>
              </p:cNvPr>
              <p:cNvSpPr/>
              <p:nvPr/>
            </p:nvSpPr>
            <p:spPr>
              <a:xfrm flipH="1">
                <a:off x="8099110" y="3217341"/>
                <a:ext cx="394079" cy="57822"/>
              </a:xfrm>
              <a:custGeom>
                <a:avLst/>
                <a:gdLst/>
                <a:ahLst/>
                <a:cxnLst/>
                <a:rect l="l" t="t" r="r" b="b"/>
                <a:pathLst>
                  <a:path w="176717" h="25929" extrusionOk="0">
                    <a:moveTo>
                      <a:pt x="163736" y="0"/>
                    </a:moveTo>
                    <a:lnTo>
                      <a:pt x="12982" y="0"/>
                    </a:lnTo>
                    <a:cubicBezTo>
                      <a:pt x="5845" y="0"/>
                      <a:pt x="0" y="5845"/>
                      <a:pt x="0" y="12982"/>
                    </a:cubicBezTo>
                    <a:lnTo>
                      <a:pt x="0" y="12982"/>
                    </a:lnTo>
                    <a:cubicBezTo>
                      <a:pt x="0" y="20119"/>
                      <a:pt x="5845" y="25930"/>
                      <a:pt x="12982" y="25930"/>
                    </a:cubicBezTo>
                    <a:lnTo>
                      <a:pt x="163736" y="25930"/>
                    </a:lnTo>
                    <a:cubicBezTo>
                      <a:pt x="170872" y="25930"/>
                      <a:pt x="176718" y="20085"/>
                      <a:pt x="176718" y="12948"/>
                    </a:cubicBezTo>
                    <a:lnTo>
                      <a:pt x="176718" y="12948"/>
                    </a:lnTo>
                    <a:cubicBezTo>
                      <a:pt x="176718" y="5811"/>
                      <a:pt x="170872" y="0"/>
                      <a:pt x="163736" y="0"/>
                    </a:cubicBezTo>
                    <a:close/>
                  </a:path>
                </a:pathLst>
              </a:custGeom>
              <a:solidFill>
                <a:srgbClr val="00495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3" name="Google Shape;1273;p30">
                <a:extLst>
                  <a:ext uri="{FF2B5EF4-FFF2-40B4-BE49-F238E27FC236}">
                    <a16:creationId xmlns:a16="http://schemas.microsoft.com/office/drawing/2014/main" id="{CECB4936-B63C-6E47-9C08-5E31653F4BBA}"/>
                  </a:ext>
                </a:extLst>
              </p:cNvPr>
              <p:cNvSpPr/>
              <p:nvPr/>
            </p:nvSpPr>
            <p:spPr>
              <a:xfrm flipH="1">
                <a:off x="8394275" y="3275785"/>
                <a:ext cx="19247" cy="73965"/>
              </a:xfrm>
              <a:custGeom>
                <a:avLst/>
                <a:gdLst/>
                <a:ahLst/>
                <a:cxnLst/>
                <a:rect l="l" t="t" r="r" b="b"/>
                <a:pathLst>
                  <a:path w="8631" h="33168" extrusionOk="0">
                    <a:moveTo>
                      <a:pt x="0" y="0"/>
                    </a:moveTo>
                    <a:lnTo>
                      <a:pt x="8632" y="0"/>
                    </a:lnTo>
                    <a:lnTo>
                      <a:pt x="8632" y="33169"/>
                    </a:lnTo>
                    <a:lnTo>
                      <a:pt x="0" y="33169"/>
                    </a:ln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4" name="Google Shape;1274;p30">
                <a:extLst>
                  <a:ext uri="{FF2B5EF4-FFF2-40B4-BE49-F238E27FC236}">
                    <a16:creationId xmlns:a16="http://schemas.microsoft.com/office/drawing/2014/main" id="{DF83A7AF-643E-8020-AC03-FD683B436F5A}"/>
                  </a:ext>
                </a:extLst>
              </p:cNvPr>
              <p:cNvSpPr/>
              <p:nvPr/>
            </p:nvSpPr>
            <p:spPr>
              <a:xfrm flipH="1">
                <a:off x="9082312" y="3273815"/>
                <a:ext cx="289800" cy="131789"/>
              </a:xfrm>
              <a:custGeom>
                <a:avLst/>
                <a:gdLst/>
                <a:ahLst/>
                <a:cxnLst/>
                <a:rect l="l" t="t" r="r" b="b"/>
                <a:pathLst>
                  <a:path w="129955" h="59098" extrusionOk="0">
                    <a:moveTo>
                      <a:pt x="0" y="0"/>
                    </a:moveTo>
                    <a:lnTo>
                      <a:pt x="129955" y="0"/>
                    </a:lnTo>
                    <a:lnTo>
                      <a:pt x="129955" y="59099"/>
                    </a:lnTo>
                    <a:lnTo>
                      <a:pt x="0" y="5909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5" name="Google Shape;1275;p30">
                <a:extLst>
                  <a:ext uri="{FF2B5EF4-FFF2-40B4-BE49-F238E27FC236}">
                    <a16:creationId xmlns:a16="http://schemas.microsoft.com/office/drawing/2014/main" id="{871203A8-7EEA-B613-AF3E-B43253A19998}"/>
                  </a:ext>
                </a:extLst>
              </p:cNvPr>
              <p:cNvSpPr/>
              <p:nvPr/>
            </p:nvSpPr>
            <p:spPr>
              <a:xfrm flipH="1">
                <a:off x="9030259" y="3225453"/>
                <a:ext cx="393927" cy="57822"/>
              </a:xfrm>
              <a:custGeom>
                <a:avLst/>
                <a:gdLst/>
                <a:ahLst/>
                <a:cxnLst/>
                <a:rect l="l" t="t" r="r" b="b"/>
                <a:pathLst>
                  <a:path w="176649" h="25929" extrusionOk="0">
                    <a:moveTo>
                      <a:pt x="12948" y="0"/>
                    </a:moveTo>
                    <a:lnTo>
                      <a:pt x="163702" y="0"/>
                    </a:lnTo>
                    <a:cubicBezTo>
                      <a:pt x="170838" y="0"/>
                      <a:pt x="176650" y="5811"/>
                      <a:pt x="176650" y="12948"/>
                    </a:cubicBezTo>
                    <a:lnTo>
                      <a:pt x="176650" y="12948"/>
                    </a:lnTo>
                    <a:cubicBezTo>
                      <a:pt x="176650" y="20085"/>
                      <a:pt x="170838" y="25930"/>
                      <a:pt x="163702" y="25930"/>
                    </a:cubicBezTo>
                    <a:lnTo>
                      <a:pt x="12948" y="25930"/>
                    </a:lnTo>
                    <a:cubicBezTo>
                      <a:pt x="5811" y="25930"/>
                      <a:pt x="0" y="20085"/>
                      <a:pt x="0" y="12948"/>
                    </a:cubicBezTo>
                    <a:lnTo>
                      <a:pt x="0" y="12948"/>
                    </a:lnTo>
                    <a:cubicBezTo>
                      <a:pt x="0" y="5811"/>
                      <a:pt x="5811" y="0"/>
                      <a:pt x="129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6" name="Google Shape;1276;p30">
                <a:extLst>
                  <a:ext uri="{FF2B5EF4-FFF2-40B4-BE49-F238E27FC236}">
                    <a16:creationId xmlns:a16="http://schemas.microsoft.com/office/drawing/2014/main" id="{61294453-BC16-63F7-1209-099828DDFC6A}"/>
                  </a:ext>
                </a:extLst>
              </p:cNvPr>
              <p:cNvSpPr/>
              <p:nvPr/>
            </p:nvSpPr>
            <p:spPr>
              <a:xfrm flipH="1">
                <a:off x="7715701" y="3357802"/>
                <a:ext cx="2055581" cy="865082"/>
              </a:xfrm>
              <a:custGeom>
                <a:avLst/>
                <a:gdLst/>
                <a:ahLst/>
                <a:cxnLst/>
                <a:rect l="l" t="t" r="r" b="b"/>
                <a:pathLst>
                  <a:path w="921785" h="387929" extrusionOk="0">
                    <a:moveTo>
                      <a:pt x="38776" y="34"/>
                    </a:moveTo>
                    <a:lnTo>
                      <a:pt x="883010" y="34"/>
                    </a:lnTo>
                    <a:cubicBezTo>
                      <a:pt x="904420" y="34"/>
                      <a:pt x="921786" y="17400"/>
                      <a:pt x="921786" y="38810"/>
                    </a:cubicBezTo>
                    <a:lnTo>
                      <a:pt x="921786" y="349153"/>
                    </a:lnTo>
                    <a:cubicBezTo>
                      <a:pt x="921786" y="370563"/>
                      <a:pt x="904420" y="387929"/>
                      <a:pt x="883010" y="387929"/>
                    </a:cubicBezTo>
                    <a:lnTo>
                      <a:pt x="38776" y="387929"/>
                    </a:lnTo>
                    <a:cubicBezTo>
                      <a:pt x="17366" y="387929"/>
                      <a:pt x="0" y="370563"/>
                      <a:pt x="0" y="349153"/>
                    </a:cubicBezTo>
                    <a:lnTo>
                      <a:pt x="0" y="38776"/>
                    </a:lnTo>
                    <a:cubicBezTo>
                      <a:pt x="0" y="17366"/>
                      <a:pt x="17366" y="0"/>
                      <a:pt x="387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7" name="Google Shape;1277;p30">
                <a:extLst>
                  <a:ext uri="{FF2B5EF4-FFF2-40B4-BE49-F238E27FC236}">
                    <a16:creationId xmlns:a16="http://schemas.microsoft.com/office/drawing/2014/main" id="{636A37A7-FEDC-5F40-7C16-25AB7283B2B2}"/>
                  </a:ext>
                </a:extLst>
              </p:cNvPr>
              <p:cNvSpPr/>
              <p:nvPr/>
            </p:nvSpPr>
            <p:spPr>
              <a:xfrm flipH="1">
                <a:off x="7715625" y="3766299"/>
                <a:ext cx="2055656" cy="373162"/>
              </a:xfrm>
              <a:custGeom>
                <a:avLst/>
                <a:gdLst/>
                <a:ahLst/>
                <a:cxnLst/>
                <a:rect l="l" t="t" r="r" b="b"/>
                <a:pathLst>
                  <a:path w="921819" h="167337" extrusionOk="0">
                    <a:moveTo>
                      <a:pt x="921786" y="0"/>
                    </a:moveTo>
                    <a:lnTo>
                      <a:pt x="921786" y="128528"/>
                    </a:lnTo>
                    <a:cubicBezTo>
                      <a:pt x="921786" y="149870"/>
                      <a:pt x="904318" y="167338"/>
                      <a:pt x="883010" y="167338"/>
                    </a:cubicBezTo>
                    <a:lnTo>
                      <a:pt x="38776" y="167338"/>
                    </a:lnTo>
                    <a:cubicBezTo>
                      <a:pt x="17434" y="167338"/>
                      <a:pt x="0" y="149870"/>
                      <a:pt x="0" y="128528"/>
                    </a:cubicBezTo>
                    <a:lnTo>
                      <a:pt x="0" y="0"/>
                    </a:lnTo>
                    <a:lnTo>
                      <a:pt x="921820" y="0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8" name="Google Shape;1278;p30">
                <a:extLst>
                  <a:ext uri="{FF2B5EF4-FFF2-40B4-BE49-F238E27FC236}">
                    <a16:creationId xmlns:a16="http://schemas.microsoft.com/office/drawing/2014/main" id="{470BE5E0-306B-C4F1-48A7-912C3C381E31}"/>
                  </a:ext>
                </a:extLst>
              </p:cNvPr>
              <p:cNvSpPr/>
              <p:nvPr/>
            </p:nvSpPr>
            <p:spPr>
              <a:xfrm flipH="1">
                <a:off x="9664275" y="3357878"/>
                <a:ext cx="107007" cy="865082"/>
              </a:xfrm>
              <a:custGeom>
                <a:avLst/>
                <a:gdLst/>
                <a:ahLst/>
                <a:cxnLst/>
                <a:rect l="l" t="t" r="r" b="b"/>
                <a:pathLst>
                  <a:path w="47985" h="387929" extrusionOk="0">
                    <a:moveTo>
                      <a:pt x="38776" y="0"/>
                    </a:moveTo>
                    <a:lnTo>
                      <a:pt x="47986" y="0"/>
                    </a:lnTo>
                    <a:lnTo>
                      <a:pt x="47986" y="387929"/>
                    </a:lnTo>
                    <a:lnTo>
                      <a:pt x="38776" y="387929"/>
                    </a:lnTo>
                    <a:cubicBezTo>
                      <a:pt x="17434" y="387929"/>
                      <a:pt x="0" y="370461"/>
                      <a:pt x="0" y="349153"/>
                    </a:cubicBezTo>
                    <a:lnTo>
                      <a:pt x="0" y="38810"/>
                    </a:lnTo>
                    <a:cubicBezTo>
                      <a:pt x="0" y="17468"/>
                      <a:pt x="17434" y="34"/>
                      <a:pt x="38776" y="3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9" name="Google Shape;1279;p30">
                <a:extLst>
                  <a:ext uri="{FF2B5EF4-FFF2-40B4-BE49-F238E27FC236}">
                    <a16:creationId xmlns:a16="http://schemas.microsoft.com/office/drawing/2014/main" id="{D2B2785F-CFC6-9332-3990-A86A3691F612}"/>
                  </a:ext>
                </a:extLst>
              </p:cNvPr>
              <p:cNvSpPr/>
              <p:nvPr/>
            </p:nvSpPr>
            <p:spPr>
              <a:xfrm flipH="1">
                <a:off x="9664199" y="3766299"/>
                <a:ext cx="107082" cy="373088"/>
              </a:xfrm>
              <a:custGeom>
                <a:avLst/>
                <a:gdLst/>
                <a:ahLst/>
                <a:cxnLst/>
                <a:rect l="l" t="t" r="r" b="b"/>
                <a:pathLst>
                  <a:path w="48019" h="167304" extrusionOk="0">
                    <a:moveTo>
                      <a:pt x="47986" y="0"/>
                    </a:moveTo>
                    <a:lnTo>
                      <a:pt x="47986" y="167304"/>
                    </a:lnTo>
                    <a:lnTo>
                      <a:pt x="38776" y="167304"/>
                    </a:lnTo>
                    <a:cubicBezTo>
                      <a:pt x="17434" y="167304"/>
                      <a:pt x="0" y="149836"/>
                      <a:pt x="0" y="128528"/>
                    </a:cubicBezTo>
                    <a:lnTo>
                      <a:pt x="0" y="0"/>
                    </a:lnTo>
                    <a:lnTo>
                      <a:pt x="48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0" name="Google Shape;1280;p30">
                <a:extLst>
                  <a:ext uri="{FF2B5EF4-FFF2-40B4-BE49-F238E27FC236}">
                    <a16:creationId xmlns:a16="http://schemas.microsoft.com/office/drawing/2014/main" id="{0EC3430C-E6A0-DD13-3D3C-56A22ECA77BA}"/>
                  </a:ext>
                </a:extLst>
              </p:cNvPr>
              <p:cNvSpPr/>
              <p:nvPr/>
            </p:nvSpPr>
            <p:spPr>
              <a:xfrm flipH="1">
                <a:off x="7715263" y="3357878"/>
                <a:ext cx="107007" cy="865082"/>
              </a:xfrm>
              <a:custGeom>
                <a:avLst/>
                <a:gdLst/>
                <a:ahLst/>
                <a:cxnLst/>
                <a:rect l="l" t="t" r="r" b="b"/>
                <a:pathLst>
                  <a:path w="47985" h="387929" extrusionOk="0">
                    <a:moveTo>
                      <a:pt x="9210" y="387929"/>
                    </a:moveTo>
                    <a:lnTo>
                      <a:pt x="0" y="387929"/>
                    </a:lnTo>
                    <a:lnTo>
                      <a:pt x="0" y="0"/>
                    </a:lnTo>
                    <a:lnTo>
                      <a:pt x="9210" y="0"/>
                    </a:lnTo>
                    <a:cubicBezTo>
                      <a:pt x="30552" y="0"/>
                      <a:pt x="47986" y="17468"/>
                      <a:pt x="47986" y="38776"/>
                    </a:cubicBezTo>
                    <a:lnTo>
                      <a:pt x="47986" y="349119"/>
                    </a:lnTo>
                    <a:cubicBezTo>
                      <a:pt x="47986" y="370461"/>
                      <a:pt x="30518" y="387895"/>
                      <a:pt x="9210" y="38789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1" name="Google Shape;1281;p30">
                <a:extLst>
                  <a:ext uri="{FF2B5EF4-FFF2-40B4-BE49-F238E27FC236}">
                    <a16:creationId xmlns:a16="http://schemas.microsoft.com/office/drawing/2014/main" id="{2735513B-6FC4-595C-BA22-32A907852301}"/>
                  </a:ext>
                </a:extLst>
              </p:cNvPr>
              <p:cNvSpPr/>
              <p:nvPr/>
            </p:nvSpPr>
            <p:spPr>
              <a:xfrm flipH="1">
                <a:off x="7715188" y="3766374"/>
                <a:ext cx="107082" cy="373086"/>
              </a:xfrm>
              <a:custGeom>
                <a:avLst/>
                <a:gdLst/>
                <a:ahLst/>
                <a:cxnLst/>
                <a:rect l="l" t="t" r="r" b="b"/>
                <a:pathLst>
                  <a:path w="48019" h="167303" extrusionOk="0">
                    <a:moveTo>
                      <a:pt x="9210" y="167304"/>
                    </a:moveTo>
                    <a:lnTo>
                      <a:pt x="0" y="167304"/>
                    </a:lnTo>
                    <a:lnTo>
                      <a:pt x="0" y="0"/>
                    </a:lnTo>
                    <a:lnTo>
                      <a:pt x="48020" y="0"/>
                    </a:lnTo>
                    <a:lnTo>
                      <a:pt x="48020" y="128528"/>
                    </a:lnTo>
                    <a:cubicBezTo>
                      <a:pt x="48020" y="149870"/>
                      <a:pt x="30552" y="167304"/>
                      <a:pt x="9244" y="1673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2" name="Google Shape;1282;p30">
                <a:extLst>
                  <a:ext uri="{FF2B5EF4-FFF2-40B4-BE49-F238E27FC236}">
                    <a16:creationId xmlns:a16="http://schemas.microsoft.com/office/drawing/2014/main" id="{6BCFDC3D-209D-830B-6809-D7144B03D231}"/>
                  </a:ext>
                </a:extLst>
              </p:cNvPr>
              <p:cNvSpPr/>
              <p:nvPr/>
            </p:nvSpPr>
            <p:spPr>
              <a:xfrm flipH="1">
                <a:off x="7912634" y="3457557"/>
                <a:ext cx="1728040" cy="75026"/>
              </a:xfrm>
              <a:custGeom>
                <a:avLst/>
                <a:gdLst/>
                <a:ahLst/>
                <a:cxnLst/>
                <a:rect l="l" t="t" r="r" b="b"/>
                <a:pathLst>
                  <a:path w="774906" h="33644" extrusionOk="0">
                    <a:moveTo>
                      <a:pt x="16822" y="0"/>
                    </a:moveTo>
                    <a:lnTo>
                      <a:pt x="758084" y="0"/>
                    </a:lnTo>
                    <a:cubicBezTo>
                      <a:pt x="767328" y="0"/>
                      <a:pt x="774907" y="7578"/>
                      <a:pt x="774907" y="16822"/>
                    </a:cubicBezTo>
                    <a:lnTo>
                      <a:pt x="774907" y="16822"/>
                    </a:lnTo>
                    <a:cubicBezTo>
                      <a:pt x="774907" y="26066"/>
                      <a:pt x="767328" y="33644"/>
                      <a:pt x="758084" y="33644"/>
                    </a:cubicBezTo>
                    <a:lnTo>
                      <a:pt x="16822" y="33644"/>
                    </a:lnTo>
                    <a:cubicBezTo>
                      <a:pt x="7545" y="33644"/>
                      <a:pt x="0" y="26066"/>
                      <a:pt x="0" y="16822"/>
                    </a:cubicBezTo>
                    <a:lnTo>
                      <a:pt x="0" y="16822"/>
                    </a:lnTo>
                    <a:cubicBezTo>
                      <a:pt x="0" y="7578"/>
                      <a:pt x="7579" y="0"/>
                      <a:pt x="16822" y="0"/>
                    </a:cubicBez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3" name="Google Shape;1283;p30">
                <a:extLst>
                  <a:ext uri="{FF2B5EF4-FFF2-40B4-BE49-F238E27FC236}">
                    <a16:creationId xmlns:a16="http://schemas.microsoft.com/office/drawing/2014/main" id="{5D37D312-77A3-8E83-8339-A9B3FC811BD1}"/>
                  </a:ext>
                </a:extLst>
              </p:cNvPr>
              <p:cNvSpPr/>
              <p:nvPr/>
            </p:nvSpPr>
            <p:spPr>
              <a:xfrm flipH="1">
                <a:off x="9328001" y="3283897"/>
                <a:ext cx="19247" cy="73965"/>
              </a:xfrm>
              <a:custGeom>
                <a:avLst/>
                <a:gdLst/>
                <a:ahLst/>
                <a:cxnLst/>
                <a:rect l="l" t="t" r="r" b="b"/>
                <a:pathLst>
                  <a:path w="8631" h="33168" extrusionOk="0">
                    <a:moveTo>
                      <a:pt x="0" y="0"/>
                    </a:moveTo>
                    <a:lnTo>
                      <a:pt x="8632" y="0"/>
                    </a:lnTo>
                    <a:lnTo>
                      <a:pt x="8632" y="33168"/>
                    </a:lnTo>
                    <a:lnTo>
                      <a:pt x="0" y="33168"/>
                    </a:ln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284" name="Google Shape;1284;p30">
                <a:extLst>
                  <a:ext uri="{FF2B5EF4-FFF2-40B4-BE49-F238E27FC236}">
                    <a16:creationId xmlns:a16="http://schemas.microsoft.com/office/drawing/2014/main" id="{BD3CE4A2-8697-C082-5A2A-BE0202A94804}"/>
                  </a:ext>
                </a:extLst>
              </p:cNvPr>
              <p:cNvGrpSpPr/>
              <p:nvPr/>
            </p:nvGrpSpPr>
            <p:grpSpPr>
              <a:xfrm flipH="1">
                <a:off x="7950758" y="3766296"/>
                <a:ext cx="1585011" cy="675315"/>
                <a:chOff x="4439952" y="2779427"/>
                <a:chExt cx="710608" cy="302764"/>
              </a:xfrm>
            </p:grpSpPr>
            <p:sp>
              <p:nvSpPr>
                <p:cNvPr id="1285" name="Google Shape;1285;p30">
                  <a:extLst>
                    <a:ext uri="{FF2B5EF4-FFF2-40B4-BE49-F238E27FC236}">
                      <a16:creationId xmlns:a16="http://schemas.microsoft.com/office/drawing/2014/main" id="{0134A58E-D517-A157-6685-9E2144D94352}"/>
                    </a:ext>
                  </a:extLst>
                </p:cNvPr>
                <p:cNvSpPr/>
                <p:nvPr/>
              </p:nvSpPr>
              <p:spPr>
                <a:xfrm>
                  <a:off x="4439952" y="2779427"/>
                  <a:ext cx="71060" cy="286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" h="286520" extrusionOk="0">
                      <a:moveTo>
                        <a:pt x="0" y="0"/>
                      </a:moveTo>
                      <a:lnTo>
                        <a:pt x="71061" y="0"/>
                      </a:lnTo>
                      <a:lnTo>
                        <a:pt x="71061" y="286520"/>
                      </a:lnTo>
                      <a:lnTo>
                        <a:pt x="0" y="28652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86" name="Google Shape;1286;p30">
                  <a:extLst>
                    <a:ext uri="{FF2B5EF4-FFF2-40B4-BE49-F238E27FC236}">
                      <a16:creationId xmlns:a16="http://schemas.microsoft.com/office/drawing/2014/main" id="{45F1FA17-3549-E225-F801-30DE8BBACA5B}"/>
                    </a:ext>
                  </a:extLst>
                </p:cNvPr>
                <p:cNvSpPr/>
                <p:nvPr/>
              </p:nvSpPr>
              <p:spPr>
                <a:xfrm>
                  <a:off x="5079499" y="2795671"/>
                  <a:ext cx="71060" cy="286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" h="286520" extrusionOk="0">
                      <a:moveTo>
                        <a:pt x="0" y="0"/>
                      </a:moveTo>
                      <a:lnTo>
                        <a:pt x="71061" y="0"/>
                      </a:lnTo>
                      <a:lnTo>
                        <a:pt x="71061" y="286520"/>
                      </a:lnTo>
                      <a:lnTo>
                        <a:pt x="0" y="28652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87" name="Google Shape;1287;p30">
                  <a:extLst>
                    <a:ext uri="{FF2B5EF4-FFF2-40B4-BE49-F238E27FC236}">
                      <a16:creationId xmlns:a16="http://schemas.microsoft.com/office/drawing/2014/main" id="{83AEEA33-9227-1A5D-1CB4-5E38A74D3BFA}"/>
                    </a:ext>
                  </a:extLst>
                </p:cNvPr>
                <p:cNvSpPr/>
                <p:nvPr/>
              </p:nvSpPr>
              <p:spPr>
                <a:xfrm>
                  <a:off x="4439952" y="3018743"/>
                  <a:ext cx="710608" cy="63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8" h="63448" extrusionOk="0">
                      <a:moveTo>
                        <a:pt x="0" y="0"/>
                      </a:moveTo>
                      <a:lnTo>
                        <a:pt x="710608" y="0"/>
                      </a:lnTo>
                      <a:lnTo>
                        <a:pt x="710608" y="63448"/>
                      </a:lnTo>
                      <a:lnTo>
                        <a:pt x="0" y="6344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sp>
            <p:nvSpPr>
              <p:cNvPr id="1288" name="Google Shape;1288;p30">
                <a:extLst>
                  <a:ext uri="{FF2B5EF4-FFF2-40B4-BE49-F238E27FC236}">
                    <a16:creationId xmlns:a16="http://schemas.microsoft.com/office/drawing/2014/main" id="{1C6E2931-25ED-5373-8C34-147D06717FFC}"/>
                  </a:ext>
                </a:extLst>
              </p:cNvPr>
              <p:cNvSpPr/>
              <p:nvPr/>
            </p:nvSpPr>
            <p:spPr>
              <a:xfrm flipH="1">
                <a:off x="9376164" y="3695045"/>
                <a:ext cx="160663" cy="142475"/>
              </a:xfrm>
              <a:custGeom>
                <a:avLst/>
                <a:gdLst/>
                <a:ahLst/>
                <a:cxnLst/>
                <a:rect l="l" t="t" r="r" b="b"/>
                <a:pathLst>
                  <a:path w="72046" h="63890" extrusionOk="0">
                    <a:moveTo>
                      <a:pt x="36023" y="63890"/>
                    </a:moveTo>
                    <a:cubicBezTo>
                      <a:pt x="55870" y="63890"/>
                      <a:pt x="72046" y="49549"/>
                      <a:pt x="72046" y="31945"/>
                    </a:cubicBezTo>
                    <a:cubicBezTo>
                      <a:pt x="72046" y="14341"/>
                      <a:pt x="55870" y="0"/>
                      <a:pt x="36023" y="0"/>
                    </a:cubicBezTo>
                    <a:cubicBezTo>
                      <a:pt x="16176" y="0"/>
                      <a:pt x="0" y="14375"/>
                      <a:pt x="0" y="31945"/>
                    </a:cubicBezTo>
                    <a:cubicBezTo>
                      <a:pt x="0" y="49515"/>
                      <a:pt x="16176" y="63890"/>
                      <a:pt x="36023" y="6389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9" name="Google Shape;1289;p30">
                <a:extLst>
                  <a:ext uri="{FF2B5EF4-FFF2-40B4-BE49-F238E27FC236}">
                    <a16:creationId xmlns:a16="http://schemas.microsoft.com/office/drawing/2014/main" id="{101F226C-BE16-C3B6-0FC9-3EB63129B0AB}"/>
                  </a:ext>
                </a:extLst>
              </p:cNvPr>
              <p:cNvSpPr/>
              <p:nvPr/>
            </p:nvSpPr>
            <p:spPr>
              <a:xfrm flipH="1">
                <a:off x="7950790" y="3731353"/>
                <a:ext cx="160663" cy="142475"/>
              </a:xfrm>
              <a:custGeom>
                <a:avLst/>
                <a:gdLst/>
                <a:ahLst/>
                <a:cxnLst/>
                <a:rect l="l" t="t" r="r" b="b"/>
                <a:pathLst>
                  <a:path w="72046" h="63890" extrusionOk="0">
                    <a:moveTo>
                      <a:pt x="36023" y="63890"/>
                    </a:moveTo>
                    <a:cubicBezTo>
                      <a:pt x="55870" y="63890"/>
                      <a:pt x="72046" y="49549"/>
                      <a:pt x="72046" y="31945"/>
                    </a:cubicBezTo>
                    <a:cubicBezTo>
                      <a:pt x="72046" y="14341"/>
                      <a:pt x="55870" y="0"/>
                      <a:pt x="36023" y="0"/>
                    </a:cubicBezTo>
                    <a:cubicBezTo>
                      <a:pt x="16176" y="0"/>
                      <a:pt x="0" y="14341"/>
                      <a:pt x="0" y="31945"/>
                    </a:cubicBezTo>
                    <a:cubicBezTo>
                      <a:pt x="0" y="49549"/>
                      <a:pt x="16176" y="63890"/>
                      <a:pt x="36023" y="6389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290" name="Google Shape;1290;p30">
                <a:extLst>
                  <a:ext uri="{FF2B5EF4-FFF2-40B4-BE49-F238E27FC236}">
                    <a16:creationId xmlns:a16="http://schemas.microsoft.com/office/drawing/2014/main" id="{F4BE16C8-B29F-2A27-6A1E-00E43C15AEBD}"/>
                  </a:ext>
                </a:extLst>
              </p:cNvPr>
              <p:cNvGrpSpPr/>
              <p:nvPr/>
            </p:nvGrpSpPr>
            <p:grpSpPr>
              <a:xfrm flipH="1">
                <a:off x="7063250" y="1284726"/>
                <a:ext cx="506187" cy="975768"/>
                <a:chOff x="4380117" y="1824165"/>
                <a:chExt cx="226939" cy="437466"/>
              </a:xfrm>
            </p:grpSpPr>
            <p:sp>
              <p:nvSpPr>
                <p:cNvPr id="1291" name="Google Shape;1291;p30">
                  <a:extLst>
                    <a:ext uri="{FF2B5EF4-FFF2-40B4-BE49-F238E27FC236}">
                      <a16:creationId xmlns:a16="http://schemas.microsoft.com/office/drawing/2014/main" id="{9CB46E59-05F3-174E-7917-6344CD4573FA}"/>
                    </a:ext>
                  </a:extLst>
                </p:cNvPr>
                <p:cNvSpPr/>
                <p:nvPr/>
              </p:nvSpPr>
              <p:spPr>
                <a:xfrm>
                  <a:off x="4469971" y="2216942"/>
                  <a:ext cx="57501" cy="446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501" h="44689" extrusionOk="0">
                      <a:moveTo>
                        <a:pt x="57501" y="0"/>
                      </a:moveTo>
                      <a:lnTo>
                        <a:pt x="0" y="0"/>
                      </a:lnTo>
                      <a:lnTo>
                        <a:pt x="18487" y="44689"/>
                      </a:lnTo>
                      <a:lnTo>
                        <a:pt x="38776" y="44689"/>
                      </a:lnTo>
                      <a:lnTo>
                        <a:pt x="5750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2" name="Google Shape;1292;p30">
                  <a:extLst>
                    <a:ext uri="{FF2B5EF4-FFF2-40B4-BE49-F238E27FC236}">
                      <a16:creationId xmlns:a16="http://schemas.microsoft.com/office/drawing/2014/main" id="{5BCF15B6-82C9-26DE-5FF6-B0BC95D8CDC7}"/>
                    </a:ext>
                  </a:extLst>
                </p:cNvPr>
                <p:cNvSpPr/>
                <p:nvPr/>
              </p:nvSpPr>
              <p:spPr>
                <a:xfrm>
                  <a:off x="4496614" y="2025306"/>
                  <a:ext cx="110442" cy="191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42" h="191602" extrusionOk="0">
                      <a:moveTo>
                        <a:pt x="48054" y="0"/>
                      </a:moveTo>
                      <a:cubicBezTo>
                        <a:pt x="48054" y="0"/>
                        <a:pt x="106234" y="59574"/>
                        <a:pt x="110279" y="62973"/>
                      </a:cubicBezTo>
                      <a:cubicBezTo>
                        <a:pt x="114323" y="66337"/>
                        <a:pt x="41937" y="191603"/>
                        <a:pt x="41937" y="191603"/>
                      </a:cubicBezTo>
                      <a:lnTo>
                        <a:pt x="0" y="191603"/>
                      </a:lnTo>
                      <a:lnTo>
                        <a:pt x="0" y="8564"/>
                      </a:lnTo>
                      <a:lnTo>
                        <a:pt x="480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3" name="Google Shape;1293;p30">
                  <a:extLst>
                    <a:ext uri="{FF2B5EF4-FFF2-40B4-BE49-F238E27FC236}">
                      <a16:creationId xmlns:a16="http://schemas.microsoft.com/office/drawing/2014/main" id="{849B4089-7BC3-DE68-3E3F-E4A41FD7FBB7}"/>
                    </a:ext>
                  </a:extLst>
                </p:cNvPr>
                <p:cNvSpPr/>
                <p:nvPr/>
              </p:nvSpPr>
              <p:spPr>
                <a:xfrm>
                  <a:off x="4388719" y="2025306"/>
                  <a:ext cx="110410" cy="191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10" h="191602" extrusionOk="0">
                      <a:moveTo>
                        <a:pt x="62391" y="0"/>
                      </a:moveTo>
                      <a:cubicBezTo>
                        <a:pt x="62391" y="0"/>
                        <a:pt x="4210" y="59574"/>
                        <a:pt x="166" y="62973"/>
                      </a:cubicBezTo>
                      <a:cubicBezTo>
                        <a:pt x="-3912" y="66337"/>
                        <a:pt x="68474" y="191603"/>
                        <a:pt x="68474" y="191603"/>
                      </a:cubicBezTo>
                      <a:lnTo>
                        <a:pt x="110410" y="191603"/>
                      </a:lnTo>
                      <a:lnTo>
                        <a:pt x="110410" y="8564"/>
                      </a:lnTo>
                      <a:lnTo>
                        <a:pt x="623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4" name="Google Shape;1294;p30">
                  <a:extLst>
                    <a:ext uri="{FF2B5EF4-FFF2-40B4-BE49-F238E27FC236}">
                      <a16:creationId xmlns:a16="http://schemas.microsoft.com/office/drawing/2014/main" id="{6387A71F-8B75-FAE7-B654-0A408EEA450F}"/>
                    </a:ext>
                  </a:extLst>
                </p:cNvPr>
                <p:cNvSpPr/>
                <p:nvPr/>
              </p:nvSpPr>
              <p:spPr>
                <a:xfrm>
                  <a:off x="4381340" y="1840704"/>
                  <a:ext cx="156938" cy="1811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938" h="181135" extrusionOk="0">
                      <a:moveTo>
                        <a:pt x="0" y="0"/>
                      </a:moveTo>
                      <a:lnTo>
                        <a:pt x="20152" y="0"/>
                      </a:lnTo>
                      <a:cubicBezTo>
                        <a:pt x="95359" y="0"/>
                        <a:pt x="156939" y="61545"/>
                        <a:pt x="156939" y="136786"/>
                      </a:cubicBezTo>
                      <a:lnTo>
                        <a:pt x="156939" y="181136"/>
                      </a:lnTo>
                      <a:lnTo>
                        <a:pt x="82309" y="181136"/>
                      </a:lnTo>
                      <a:lnTo>
                        <a:pt x="82309" y="162478"/>
                      </a:lnTo>
                      <a:cubicBezTo>
                        <a:pt x="82309" y="94646"/>
                        <a:pt x="48733" y="70143"/>
                        <a:pt x="34" y="71741"/>
                      </a:cubicBezTo>
                      <a:lnTo>
                        <a:pt x="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5" name="Google Shape;1295;p30">
                  <a:extLst>
                    <a:ext uri="{FF2B5EF4-FFF2-40B4-BE49-F238E27FC236}">
                      <a16:creationId xmlns:a16="http://schemas.microsoft.com/office/drawing/2014/main" id="{203F0616-3852-2380-395A-B5D78E99F6D8}"/>
                    </a:ext>
                  </a:extLst>
                </p:cNvPr>
                <p:cNvSpPr/>
                <p:nvPr/>
              </p:nvSpPr>
              <p:spPr>
                <a:xfrm>
                  <a:off x="4432079" y="2021024"/>
                  <a:ext cx="132436" cy="23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436" h="23721" extrusionOk="0">
                      <a:moveTo>
                        <a:pt x="0" y="23721"/>
                      </a:moveTo>
                      <a:lnTo>
                        <a:pt x="0" y="11861"/>
                      </a:lnTo>
                      <a:cubicBezTo>
                        <a:pt x="0" y="5336"/>
                        <a:pt x="5336" y="0"/>
                        <a:pt x="11860" y="0"/>
                      </a:cubicBezTo>
                      <a:lnTo>
                        <a:pt x="120576" y="0"/>
                      </a:lnTo>
                      <a:cubicBezTo>
                        <a:pt x="127101" y="0"/>
                        <a:pt x="132436" y="5336"/>
                        <a:pt x="132436" y="11861"/>
                      </a:cubicBezTo>
                      <a:lnTo>
                        <a:pt x="132436" y="23721"/>
                      </a:lnTo>
                      <a:lnTo>
                        <a:pt x="0" y="2372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6" name="Google Shape;1296;p30">
                  <a:extLst>
                    <a:ext uri="{FF2B5EF4-FFF2-40B4-BE49-F238E27FC236}">
                      <a16:creationId xmlns:a16="http://schemas.microsoft.com/office/drawing/2014/main" id="{519DA2A6-ECCA-E3EB-92E6-A9E63145748F}"/>
                    </a:ext>
                  </a:extLst>
                </p:cNvPr>
                <p:cNvSpPr/>
                <p:nvPr/>
              </p:nvSpPr>
              <p:spPr>
                <a:xfrm>
                  <a:off x="4493284" y="2021024"/>
                  <a:ext cx="71230" cy="23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230" h="23721" extrusionOk="0">
                      <a:moveTo>
                        <a:pt x="0" y="0"/>
                      </a:moveTo>
                      <a:lnTo>
                        <a:pt x="59370" y="0"/>
                      </a:lnTo>
                      <a:cubicBezTo>
                        <a:pt x="65895" y="0"/>
                        <a:pt x="71231" y="5336"/>
                        <a:pt x="71231" y="11861"/>
                      </a:cubicBezTo>
                      <a:lnTo>
                        <a:pt x="71231" y="23721"/>
                      </a:lnTo>
                      <a:lnTo>
                        <a:pt x="0" y="2372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7" name="Google Shape;1297;p30">
                  <a:extLst>
                    <a:ext uri="{FF2B5EF4-FFF2-40B4-BE49-F238E27FC236}">
                      <a16:creationId xmlns:a16="http://schemas.microsoft.com/office/drawing/2014/main" id="{93EACAF5-37B6-CE57-67B2-B6C7D910B69E}"/>
                    </a:ext>
                  </a:extLst>
                </p:cNvPr>
                <p:cNvSpPr/>
                <p:nvPr/>
              </p:nvSpPr>
              <p:spPr>
                <a:xfrm>
                  <a:off x="4453489" y="2009877"/>
                  <a:ext cx="99131" cy="11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31" h="11248" extrusionOk="0">
                      <a:moveTo>
                        <a:pt x="93524" y="0"/>
                      </a:moveTo>
                      <a:lnTo>
                        <a:pt x="5607" y="0"/>
                      </a:lnTo>
                      <a:cubicBezTo>
                        <a:pt x="2515" y="0"/>
                        <a:pt x="0" y="2515"/>
                        <a:pt x="0" y="5607"/>
                      </a:cubicBezTo>
                      <a:lnTo>
                        <a:pt x="0" y="5607"/>
                      </a:lnTo>
                      <a:cubicBezTo>
                        <a:pt x="0" y="8700"/>
                        <a:pt x="2515" y="11249"/>
                        <a:pt x="5607" y="11249"/>
                      </a:cubicBezTo>
                      <a:lnTo>
                        <a:pt x="93524" y="11249"/>
                      </a:lnTo>
                      <a:cubicBezTo>
                        <a:pt x="96617" y="11249"/>
                        <a:pt x="99131" y="8700"/>
                        <a:pt x="99131" y="5607"/>
                      </a:cubicBezTo>
                      <a:lnTo>
                        <a:pt x="99131" y="5607"/>
                      </a:lnTo>
                      <a:cubicBezTo>
                        <a:pt x="99131" y="2515"/>
                        <a:pt x="96583" y="0"/>
                        <a:pt x="935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8" name="Google Shape;1298;p30">
                  <a:extLst>
                    <a:ext uri="{FF2B5EF4-FFF2-40B4-BE49-F238E27FC236}">
                      <a16:creationId xmlns:a16="http://schemas.microsoft.com/office/drawing/2014/main" id="{6AB85E24-12D4-93B3-E9B3-B7D68F5D9DF9}"/>
                    </a:ext>
                  </a:extLst>
                </p:cNvPr>
                <p:cNvSpPr/>
                <p:nvPr/>
              </p:nvSpPr>
              <p:spPr>
                <a:xfrm>
                  <a:off x="4451585" y="1992137"/>
                  <a:ext cx="99199" cy="11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99" h="11248" extrusionOk="0">
                      <a:moveTo>
                        <a:pt x="93558" y="34"/>
                      </a:moveTo>
                      <a:lnTo>
                        <a:pt x="5641" y="34"/>
                      </a:lnTo>
                      <a:cubicBezTo>
                        <a:pt x="2549" y="34"/>
                        <a:pt x="0" y="2549"/>
                        <a:pt x="0" y="5641"/>
                      </a:cubicBezTo>
                      <a:lnTo>
                        <a:pt x="0" y="5641"/>
                      </a:lnTo>
                      <a:cubicBezTo>
                        <a:pt x="0" y="8734"/>
                        <a:pt x="2549" y="11249"/>
                        <a:pt x="5641" y="11249"/>
                      </a:cubicBezTo>
                      <a:lnTo>
                        <a:pt x="93558" y="11249"/>
                      </a:lnTo>
                      <a:cubicBezTo>
                        <a:pt x="96651" y="11249"/>
                        <a:pt x="99200" y="8700"/>
                        <a:pt x="99200" y="5607"/>
                      </a:cubicBezTo>
                      <a:lnTo>
                        <a:pt x="99200" y="5607"/>
                      </a:lnTo>
                      <a:cubicBezTo>
                        <a:pt x="99200" y="2515"/>
                        <a:pt x="96685" y="0"/>
                        <a:pt x="9355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9" name="Google Shape;1299;p30">
                  <a:extLst>
                    <a:ext uri="{FF2B5EF4-FFF2-40B4-BE49-F238E27FC236}">
                      <a16:creationId xmlns:a16="http://schemas.microsoft.com/office/drawing/2014/main" id="{3B25131D-3929-A20F-F165-87A482ECA214}"/>
                    </a:ext>
                  </a:extLst>
                </p:cNvPr>
                <p:cNvSpPr/>
                <p:nvPr/>
              </p:nvSpPr>
              <p:spPr>
                <a:xfrm>
                  <a:off x="4449751" y="1974466"/>
                  <a:ext cx="99165" cy="11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65" h="11214" extrusionOk="0">
                      <a:moveTo>
                        <a:pt x="93524" y="0"/>
                      </a:moveTo>
                      <a:lnTo>
                        <a:pt x="5607" y="0"/>
                      </a:lnTo>
                      <a:cubicBezTo>
                        <a:pt x="2515" y="0"/>
                        <a:pt x="0" y="2515"/>
                        <a:pt x="0" y="5607"/>
                      </a:cubicBezTo>
                      <a:lnTo>
                        <a:pt x="0" y="5607"/>
                      </a:lnTo>
                      <a:cubicBezTo>
                        <a:pt x="0" y="8700"/>
                        <a:pt x="2515" y="11215"/>
                        <a:pt x="5607" y="11215"/>
                      </a:cubicBezTo>
                      <a:lnTo>
                        <a:pt x="93524" y="11215"/>
                      </a:lnTo>
                      <a:cubicBezTo>
                        <a:pt x="96617" y="11215"/>
                        <a:pt x="99165" y="8666"/>
                        <a:pt x="99165" y="5607"/>
                      </a:cubicBezTo>
                      <a:lnTo>
                        <a:pt x="99165" y="5607"/>
                      </a:lnTo>
                      <a:cubicBezTo>
                        <a:pt x="99165" y="2515"/>
                        <a:pt x="96651" y="0"/>
                        <a:pt x="935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0" name="Google Shape;1300;p30">
                  <a:extLst>
                    <a:ext uri="{FF2B5EF4-FFF2-40B4-BE49-F238E27FC236}">
                      <a16:creationId xmlns:a16="http://schemas.microsoft.com/office/drawing/2014/main" id="{C23068EC-DB6D-A8AA-149E-7FC8E8526035}"/>
                    </a:ext>
                  </a:extLst>
                </p:cNvPr>
                <p:cNvSpPr/>
                <p:nvPr/>
              </p:nvSpPr>
              <p:spPr>
                <a:xfrm>
                  <a:off x="4447881" y="1956760"/>
                  <a:ext cx="99131" cy="11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31" h="11214" extrusionOk="0">
                      <a:moveTo>
                        <a:pt x="93524" y="0"/>
                      </a:moveTo>
                      <a:lnTo>
                        <a:pt x="5607" y="0"/>
                      </a:lnTo>
                      <a:cubicBezTo>
                        <a:pt x="2515" y="0"/>
                        <a:pt x="0" y="2515"/>
                        <a:pt x="0" y="5607"/>
                      </a:cubicBezTo>
                      <a:lnTo>
                        <a:pt x="0" y="5607"/>
                      </a:lnTo>
                      <a:cubicBezTo>
                        <a:pt x="0" y="8700"/>
                        <a:pt x="2549" y="11215"/>
                        <a:pt x="5607" y="11215"/>
                      </a:cubicBezTo>
                      <a:lnTo>
                        <a:pt x="93524" y="11215"/>
                      </a:lnTo>
                      <a:cubicBezTo>
                        <a:pt x="96617" y="11215"/>
                        <a:pt x="99132" y="8700"/>
                        <a:pt x="99132" y="5607"/>
                      </a:cubicBezTo>
                      <a:lnTo>
                        <a:pt x="99132" y="5607"/>
                      </a:lnTo>
                      <a:cubicBezTo>
                        <a:pt x="99132" y="2515"/>
                        <a:pt x="96617" y="0"/>
                        <a:pt x="935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1" name="Google Shape;1301;p30">
                  <a:extLst>
                    <a:ext uri="{FF2B5EF4-FFF2-40B4-BE49-F238E27FC236}">
                      <a16:creationId xmlns:a16="http://schemas.microsoft.com/office/drawing/2014/main" id="{211DC0EE-8178-1380-5E55-B82E7A172E4A}"/>
                    </a:ext>
                  </a:extLst>
                </p:cNvPr>
                <p:cNvSpPr/>
                <p:nvPr/>
              </p:nvSpPr>
              <p:spPr>
                <a:xfrm>
                  <a:off x="4446074" y="1936907"/>
                  <a:ext cx="99074" cy="15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74" h="15507" extrusionOk="0">
                      <a:moveTo>
                        <a:pt x="93156" y="6"/>
                      </a:moveTo>
                      <a:lnTo>
                        <a:pt x="5341" y="4288"/>
                      </a:lnTo>
                      <a:cubicBezTo>
                        <a:pt x="2249" y="4424"/>
                        <a:pt x="-130" y="7074"/>
                        <a:pt x="6" y="10167"/>
                      </a:cubicBezTo>
                      <a:lnTo>
                        <a:pt x="6" y="10167"/>
                      </a:lnTo>
                      <a:cubicBezTo>
                        <a:pt x="142" y="13259"/>
                        <a:pt x="2792" y="15638"/>
                        <a:pt x="5885" y="15502"/>
                      </a:cubicBezTo>
                      <a:lnTo>
                        <a:pt x="93734" y="11220"/>
                      </a:lnTo>
                      <a:cubicBezTo>
                        <a:pt x="96826" y="11084"/>
                        <a:pt x="99205" y="8434"/>
                        <a:pt x="99069" y="5341"/>
                      </a:cubicBezTo>
                      <a:lnTo>
                        <a:pt x="99069" y="5341"/>
                      </a:lnTo>
                      <a:cubicBezTo>
                        <a:pt x="98899" y="2249"/>
                        <a:pt x="96283" y="-130"/>
                        <a:pt x="93190" y="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2" name="Google Shape;1302;p30">
                  <a:extLst>
                    <a:ext uri="{FF2B5EF4-FFF2-40B4-BE49-F238E27FC236}">
                      <a16:creationId xmlns:a16="http://schemas.microsoft.com/office/drawing/2014/main" id="{FD413579-B0A6-18B0-F4EF-32E30319B567}"/>
                    </a:ext>
                  </a:extLst>
                </p:cNvPr>
                <p:cNvSpPr/>
                <p:nvPr/>
              </p:nvSpPr>
              <p:spPr>
                <a:xfrm>
                  <a:off x="4437315" y="1910952"/>
                  <a:ext cx="97595" cy="2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595" h="27725" extrusionOk="0">
                      <a:moveTo>
                        <a:pt x="90939" y="99"/>
                      </a:moveTo>
                      <a:lnTo>
                        <a:pt x="4551" y="16582"/>
                      </a:lnTo>
                      <a:cubicBezTo>
                        <a:pt x="1526" y="17159"/>
                        <a:pt x="-479" y="20116"/>
                        <a:pt x="99" y="23175"/>
                      </a:cubicBezTo>
                      <a:lnTo>
                        <a:pt x="99" y="23175"/>
                      </a:lnTo>
                      <a:cubicBezTo>
                        <a:pt x="677" y="26199"/>
                        <a:pt x="3633" y="28204"/>
                        <a:pt x="6658" y="27626"/>
                      </a:cubicBezTo>
                      <a:lnTo>
                        <a:pt x="93012" y="11110"/>
                      </a:lnTo>
                      <a:cubicBezTo>
                        <a:pt x="96036" y="10532"/>
                        <a:pt x="98075" y="7576"/>
                        <a:pt x="97498" y="4551"/>
                      </a:cubicBezTo>
                      <a:lnTo>
                        <a:pt x="97498" y="4551"/>
                      </a:lnTo>
                      <a:cubicBezTo>
                        <a:pt x="96920" y="1526"/>
                        <a:pt x="93963" y="-478"/>
                        <a:pt x="90939" y="9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3" name="Google Shape;1303;p30">
                  <a:extLst>
                    <a:ext uri="{FF2B5EF4-FFF2-40B4-BE49-F238E27FC236}">
                      <a16:creationId xmlns:a16="http://schemas.microsoft.com/office/drawing/2014/main" id="{FF0211B2-5AB4-68F2-5140-A4B6DD3B84EF}"/>
                    </a:ext>
                  </a:extLst>
                </p:cNvPr>
                <p:cNvSpPr/>
                <p:nvPr/>
              </p:nvSpPr>
              <p:spPr>
                <a:xfrm>
                  <a:off x="4429531" y="1882948"/>
                  <a:ext cx="90598" cy="49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598" h="49035" extrusionOk="0">
                      <a:moveTo>
                        <a:pt x="82580" y="542"/>
                      </a:moveTo>
                      <a:lnTo>
                        <a:pt x="3193" y="38366"/>
                      </a:lnTo>
                      <a:cubicBezTo>
                        <a:pt x="406" y="39692"/>
                        <a:pt x="-783" y="43056"/>
                        <a:pt x="542" y="45843"/>
                      </a:cubicBezTo>
                      <a:lnTo>
                        <a:pt x="542" y="45843"/>
                      </a:lnTo>
                      <a:cubicBezTo>
                        <a:pt x="1867" y="48630"/>
                        <a:pt x="5232" y="49819"/>
                        <a:pt x="8018" y="48494"/>
                      </a:cubicBezTo>
                      <a:lnTo>
                        <a:pt x="87405" y="10669"/>
                      </a:lnTo>
                      <a:cubicBezTo>
                        <a:pt x="90192" y="9344"/>
                        <a:pt x="91382" y="5980"/>
                        <a:pt x="90056" y="3193"/>
                      </a:cubicBezTo>
                      <a:lnTo>
                        <a:pt x="90056" y="3193"/>
                      </a:lnTo>
                      <a:cubicBezTo>
                        <a:pt x="88731" y="406"/>
                        <a:pt x="85332" y="-783"/>
                        <a:pt x="82546" y="542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4" name="Google Shape;1304;p30">
                  <a:extLst>
                    <a:ext uri="{FF2B5EF4-FFF2-40B4-BE49-F238E27FC236}">
                      <a16:creationId xmlns:a16="http://schemas.microsoft.com/office/drawing/2014/main" id="{4410EC05-6D54-3BAE-354A-F3A21DE56F4F}"/>
                    </a:ext>
                  </a:extLst>
                </p:cNvPr>
                <p:cNvSpPr/>
                <p:nvPr/>
              </p:nvSpPr>
              <p:spPr>
                <a:xfrm>
                  <a:off x="4422838" y="1855265"/>
                  <a:ext cx="71972" cy="7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972" h="74814" extrusionOk="0">
                      <a:moveTo>
                        <a:pt x="62324" y="1718"/>
                      </a:moveTo>
                      <a:lnTo>
                        <a:pt x="1560" y="65302"/>
                      </a:lnTo>
                      <a:cubicBezTo>
                        <a:pt x="-581" y="67545"/>
                        <a:pt x="-513" y="71113"/>
                        <a:pt x="1730" y="73254"/>
                      </a:cubicBezTo>
                      <a:lnTo>
                        <a:pt x="1730" y="73254"/>
                      </a:lnTo>
                      <a:cubicBezTo>
                        <a:pt x="3973" y="75395"/>
                        <a:pt x="7541" y="75327"/>
                        <a:pt x="9682" y="73085"/>
                      </a:cubicBezTo>
                      <a:lnTo>
                        <a:pt x="70412" y="9500"/>
                      </a:lnTo>
                      <a:cubicBezTo>
                        <a:pt x="72553" y="7257"/>
                        <a:pt x="72485" y="3689"/>
                        <a:pt x="70242" y="1548"/>
                      </a:cubicBezTo>
                      <a:lnTo>
                        <a:pt x="70242" y="1548"/>
                      </a:lnTo>
                      <a:cubicBezTo>
                        <a:pt x="67999" y="-593"/>
                        <a:pt x="64431" y="-491"/>
                        <a:pt x="62324" y="171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5" name="Google Shape;1305;p30">
                  <a:extLst>
                    <a:ext uri="{FF2B5EF4-FFF2-40B4-BE49-F238E27FC236}">
                      <a16:creationId xmlns:a16="http://schemas.microsoft.com/office/drawing/2014/main" id="{9A78A836-B723-05F2-A652-0A0673C73275}"/>
                    </a:ext>
                  </a:extLst>
                </p:cNvPr>
                <p:cNvSpPr/>
                <p:nvPr/>
              </p:nvSpPr>
              <p:spPr>
                <a:xfrm>
                  <a:off x="4416185" y="1835374"/>
                  <a:ext cx="45386" cy="922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86" h="92221" extrusionOk="0">
                      <a:moveTo>
                        <a:pt x="34619" y="3427"/>
                      </a:moveTo>
                      <a:lnTo>
                        <a:pt x="431" y="84445"/>
                      </a:lnTo>
                      <a:cubicBezTo>
                        <a:pt x="-758" y="87299"/>
                        <a:pt x="601" y="90596"/>
                        <a:pt x="3422" y="91785"/>
                      </a:cubicBezTo>
                      <a:lnTo>
                        <a:pt x="3422" y="91785"/>
                      </a:lnTo>
                      <a:cubicBezTo>
                        <a:pt x="6277" y="92975"/>
                        <a:pt x="9573" y="91649"/>
                        <a:pt x="10762" y="88795"/>
                      </a:cubicBezTo>
                      <a:lnTo>
                        <a:pt x="44951" y="7777"/>
                      </a:lnTo>
                      <a:cubicBezTo>
                        <a:pt x="46140" y="4956"/>
                        <a:pt x="44815" y="1625"/>
                        <a:pt x="41960" y="436"/>
                      </a:cubicBezTo>
                      <a:lnTo>
                        <a:pt x="41960" y="436"/>
                      </a:lnTo>
                      <a:cubicBezTo>
                        <a:pt x="39105" y="-753"/>
                        <a:pt x="35809" y="572"/>
                        <a:pt x="34585" y="342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6" name="Google Shape;1306;p30">
                  <a:extLst>
                    <a:ext uri="{FF2B5EF4-FFF2-40B4-BE49-F238E27FC236}">
                      <a16:creationId xmlns:a16="http://schemas.microsoft.com/office/drawing/2014/main" id="{D47297E9-3607-EFFE-EAED-0068D5984189}"/>
                    </a:ext>
                  </a:extLst>
                </p:cNvPr>
                <p:cNvSpPr/>
                <p:nvPr/>
              </p:nvSpPr>
              <p:spPr>
                <a:xfrm>
                  <a:off x="4407685" y="1824165"/>
                  <a:ext cx="19556" cy="98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56" h="98768" extrusionOk="0">
                      <a:moveTo>
                        <a:pt x="8354" y="5086"/>
                      </a:moveTo>
                      <a:lnTo>
                        <a:pt x="28" y="92629"/>
                      </a:lnTo>
                      <a:cubicBezTo>
                        <a:pt x="-279" y="95722"/>
                        <a:pt x="1999" y="98440"/>
                        <a:pt x="5091" y="98746"/>
                      </a:cubicBezTo>
                      <a:lnTo>
                        <a:pt x="5091" y="98746"/>
                      </a:lnTo>
                      <a:cubicBezTo>
                        <a:pt x="8149" y="99018"/>
                        <a:pt x="10902" y="96775"/>
                        <a:pt x="11208" y="93683"/>
                      </a:cubicBezTo>
                      <a:lnTo>
                        <a:pt x="19534" y="6140"/>
                      </a:lnTo>
                      <a:cubicBezTo>
                        <a:pt x="19806" y="3047"/>
                        <a:pt x="17563" y="294"/>
                        <a:pt x="14471" y="22"/>
                      </a:cubicBezTo>
                      <a:lnTo>
                        <a:pt x="14471" y="22"/>
                      </a:lnTo>
                      <a:cubicBezTo>
                        <a:pt x="11378" y="-250"/>
                        <a:pt x="8625" y="1993"/>
                        <a:pt x="8320" y="508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7" name="Google Shape;1307;p30">
                  <a:extLst>
                    <a:ext uri="{FF2B5EF4-FFF2-40B4-BE49-F238E27FC236}">
                      <a16:creationId xmlns:a16="http://schemas.microsoft.com/office/drawing/2014/main" id="{E218D185-9C40-CA68-697D-60D92288AE82}"/>
                    </a:ext>
                  </a:extLst>
                </p:cNvPr>
                <p:cNvSpPr/>
                <p:nvPr/>
              </p:nvSpPr>
              <p:spPr>
                <a:xfrm>
                  <a:off x="4380117" y="1825037"/>
                  <a:ext cx="11486" cy="991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86" h="99165" extrusionOk="0">
                      <a:moveTo>
                        <a:pt x="238" y="5607"/>
                      </a:moveTo>
                      <a:lnTo>
                        <a:pt x="0" y="93524"/>
                      </a:lnTo>
                      <a:cubicBezTo>
                        <a:pt x="0" y="96617"/>
                        <a:pt x="2515" y="99166"/>
                        <a:pt x="5607" y="99166"/>
                      </a:cubicBezTo>
                      <a:lnTo>
                        <a:pt x="5607" y="99166"/>
                      </a:lnTo>
                      <a:cubicBezTo>
                        <a:pt x="8700" y="99166"/>
                        <a:pt x="11249" y="96651"/>
                        <a:pt x="11249" y="93558"/>
                      </a:cubicBezTo>
                      <a:lnTo>
                        <a:pt x="11486" y="5641"/>
                      </a:lnTo>
                      <a:cubicBezTo>
                        <a:pt x="11486" y="2549"/>
                        <a:pt x="8971" y="34"/>
                        <a:pt x="5879" y="0"/>
                      </a:cubicBezTo>
                      <a:lnTo>
                        <a:pt x="5879" y="0"/>
                      </a:lnTo>
                      <a:cubicBezTo>
                        <a:pt x="2787" y="0"/>
                        <a:pt x="272" y="2515"/>
                        <a:pt x="238" y="560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1308" name="Google Shape;1308;p30">
                <a:extLst>
                  <a:ext uri="{FF2B5EF4-FFF2-40B4-BE49-F238E27FC236}">
                    <a16:creationId xmlns:a16="http://schemas.microsoft.com/office/drawing/2014/main" id="{5B0984F4-D1F6-BD73-E2EB-71C2BB8C394B}"/>
                  </a:ext>
                </a:extLst>
              </p:cNvPr>
              <p:cNvGrpSpPr/>
              <p:nvPr/>
            </p:nvGrpSpPr>
            <p:grpSpPr>
              <a:xfrm flipH="1">
                <a:off x="8101743" y="3785367"/>
                <a:ext cx="1282941" cy="330190"/>
                <a:chOff x="2195175" y="2564277"/>
                <a:chExt cx="575181" cy="148034"/>
              </a:xfrm>
            </p:grpSpPr>
            <p:sp>
              <p:nvSpPr>
                <p:cNvPr id="1309" name="Google Shape;1309;p30">
                  <a:extLst>
                    <a:ext uri="{FF2B5EF4-FFF2-40B4-BE49-F238E27FC236}">
                      <a16:creationId xmlns:a16="http://schemas.microsoft.com/office/drawing/2014/main" id="{65C6B796-C387-93A8-D78F-E11D4E9A0CD2}"/>
                    </a:ext>
                  </a:extLst>
                </p:cNvPr>
                <p:cNvSpPr/>
                <p:nvPr/>
              </p:nvSpPr>
              <p:spPr>
                <a:xfrm>
                  <a:off x="2692873" y="2596358"/>
                  <a:ext cx="63822" cy="79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7982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79829"/>
                      </a:lnTo>
                      <a:lnTo>
                        <a:pt x="0" y="798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0" name="Google Shape;1310;p30">
                  <a:extLst>
                    <a:ext uri="{FF2B5EF4-FFF2-40B4-BE49-F238E27FC236}">
                      <a16:creationId xmlns:a16="http://schemas.microsoft.com/office/drawing/2014/main" id="{D9A636E8-4E75-8B0B-DAF9-3B9FE0848CF1}"/>
                    </a:ext>
                  </a:extLst>
                </p:cNvPr>
                <p:cNvSpPr/>
                <p:nvPr/>
              </p:nvSpPr>
              <p:spPr>
                <a:xfrm>
                  <a:off x="2692873" y="2606622"/>
                  <a:ext cx="63822" cy="11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11384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11385"/>
                      </a:lnTo>
                      <a:lnTo>
                        <a:pt x="0" y="11385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1" name="Google Shape;1311;p30">
                  <a:extLst>
                    <a:ext uri="{FF2B5EF4-FFF2-40B4-BE49-F238E27FC236}">
                      <a16:creationId xmlns:a16="http://schemas.microsoft.com/office/drawing/2014/main" id="{C359BF52-BF62-9B71-C5D2-669E786F93D7}"/>
                    </a:ext>
                  </a:extLst>
                </p:cNvPr>
                <p:cNvSpPr/>
                <p:nvPr/>
              </p:nvSpPr>
              <p:spPr>
                <a:xfrm>
                  <a:off x="2744731" y="2566146"/>
                  <a:ext cx="25624" cy="14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4" h="143107" extrusionOk="0">
                      <a:moveTo>
                        <a:pt x="25624" y="0"/>
                      </a:moveTo>
                      <a:lnTo>
                        <a:pt x="12812" y="0"/>
                      </a:lnTo>
                      <a:cubicBezTo>
                        <a:pt x="5777" y="0"/>
                        <a:pt x="0" y="5777"/>
                        <a:pt x="0" y="12812"/>
                      </a:cubicBezTo>
                      <a:lnTo>
                        <a:pt x="0" y="130295"/>
                      </a:lnTo>
                      <a:cubicBezTo>
                        <a:pt x="0" y="137330"/>
                        <a:pt x="5777" y="143107"/>
                        <a:pt x="12812" y="143107"/>
                      </a:cubicBezTo>
                      <a:lnTo>
                        <a:pt x="25624" y="143107"/>
                      </a:lnTo>
                      <a:lnTo>
                        <a:pt x="256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2" name="Google Shape;1312;p30">
                  <a:extLst>
                    <a:ext uri="{FF2B5EF4-FFF2-40B4-BE49-F238E27FC236}">
                      <a16:creationId xmlns:a16="http://schemas.microsoft.com/office/drawing/2014/main" id="{A797E020-2D97-A7A5-0484-C2F21ACB2204}"/>
                    </a:ext>
                  </a:extLst>
                </p:cNvPr>
                <p:cNvSpPr/>
                <p:nvPr/>
              </p:nvSpPr>
              <p:spPr>
                <a:xfrm>
                  <a:off x="2744731" y="2632280"/>
                  <a:ext cx="25624" cy="76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4" h="76974" extrusionOk="0">
                      <a:moveTo>
                        <a:pt x="0" y="0"/>
                      </a:moveTo>
                      <a:lnTo>
                        <a:pt x="0" y="64162"/>
                      </a:lnTo>
                      <a:cubicBezTo>
                        <a:pt x="0" y="71197"/>
                        <a:pt x="5777" y="76974"/>
                        <a:pt x="12812" y="76974"/>
                      </a:cubicBezTo>
                      <a:lnTo>
                        <a:pt x="25624" y="76974"/>
                      </a:lnTo>
                      <a:lnTo>
                        <a:pt x="2562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3" name="Google Shape;1313;p30">
                  <a:extLst>
                    <a:ext uri="{FF2B5EF4-FFF2-40B4-BE49-F238E27FC236}">
                      <a16:creationId xmlns:a16="http://schemas.microsoft.com/office/drawing/2014/main" id="{5C3E5779-E05B-C8B4-6795-8BECAA151845}"/>
                    </a:ext>
                  </a:extLst>
                </p:cNvPr>
                <p:cNvSpPr/>
                <p:nvPr/>
              </p:nvSpPr>
              <p:spPr>
                <a:xfrm>
                  <a:off x="2272625" y="2564277"/>
                  <a:ext cx="423680" cy="1480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680" h="148034" extrusionOk="0">
                      <a:moveTo>
                        <a:pt x="14341" y="0"/>
                      </a:moveTo>
                      <a:lnTo>
                        <a:pt x="409339" y="0"/>
                      </a:lnTo>
                      <a:cubicBezTo>
                        <a:pt x="417257" y="0"/>
                        <a:pt x="423680" y="6661"/>
                        <a:pt x="423680" y="14783"/>
                      </a:cubicBezTo>
                      <a:lnTo>
                        <a:pt x="423680" y="133252"/>
                      </a:lnTo>
                      <a:cubicBezTo>
                        <a:pt x="423680" y="141408"/>
                        <a:pt x="417257" y="148035"/>
                        <a:pt x="409339" y="148035"/>
                      </a:cubicBezTo>
                      <a:lnTo>
                        <a:pt x="14341" y="148035"/>
                      </a:lnTo>
                      <a:cubicBezTo>
                        <a:pt x="6457" y="148035"/>
                        <a:pt x="0" y="141374"/>
                        <a:pt x="0" y="133252"/>
                      </a:cubicBezTo>
                      <a:lnTo>
                        <a:pt x="0" y="14783"/>
                      </a:lnTo>
                      <a:cubicBezTo>
                        <a:pt x="0" y="6661"/>
                        <a:pt x="6457" y="0"/>
                        <a:pt x="1434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4" name="Google Shape;1314;p30">
                  <a:extLst>
                    <a:ext uri="{FF2B5EF4-FFF2-40B4-BE49-F238E27FC236}">
                      <a16:creationId xmlns:a16="http://schemas.microsoft.com/office/drawing/2014/main" id="{A5DF3136-EBAF-A8A8-5206-FB5327CC86F9}"/>
                    </a:ext>
                  </a:extLst>
                </p:cNvPr>
                <p:cNvSpPr/>
                <p:nvPr/>
              </p:nvSpPr>
              <p:spPr>
                <a:xfrm>
                  <a:off x="2285267" y="2573283"/>
                  <a:ext cx="397954" cy="130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954" h="130295" extrusionOk="0">
                      <a:moveTo>
                        <a:pt x="12608" y="0"/>
                      </a:moveTo>
                      <a:lnTo>
                        <a:pt x="385312" y="0"/>
                      </a:lnTo>
                      <a:cubicBezTo>
                        <a:pt x="392245" y="0"/>
                        <a:pt x="397954" y="5845"/>
                        <a:pt x="397954" y="13016"/>
                      </a:cubicBezTo>
                      <a:lnTo>
                        <a:pt x="397954" y="117279"/>
                      </a:lnTo>
                      <a:cubicBezTo>
                        <a:pt x="397954" y="124416"/>
                        <a:pt x="392245" y="130295"/>
                        <a:pt x="385312" y="130295"/>
                      </a:cubicBezTo>
                      <a:lnTo>
                        <a:pt x="12608" y="130295"/>
                      </a:lnTo>
                      <a:cubicBezTo>
                        <a:pt x="5675" y="130295"/>
                        <a:pt x="0" y="124416"/>
                        <a:pt x="0" y="117279"/>
                      </a:cubicBezTo>
                      <a:lnTo>
                        <a:pt x="0" y="13016"/>
                      </a:lnTo>
                      <a:cubicBezTo>
                        <a:pt x="0" y="5845"/>
                        <a:pt x="5675" y="0"/>
                        <a:pt x="12608" y="0"/>
                      </a:cubicBez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grpSp>
              <p:nvGrpSpPr>
                <p:cNvPr id="1315" name="Google Shape;1315;p30">
                  <a:extLst>
                    <a:ext uri="{FF2B5EF4-FFF2-40B4-BE49-F238E27FC236}">
                      <a16:creationId xmlns:a16="http://schemas.microsoft.com/office/drawing/2014/main" id="{FBC00625-0650-C105-73AE-88CD138182EB}"/>
                    </a:ext>
                  </a:extLst>
                </p:cNvPr>
                <p:cNvGrpSpPr/>
                <p:nvPr/>
              </p:nvGrpSpPr>
              <p:grpSpPr>
                <a:xfrm>
                  <a:off x="2445264" y="2583716"/>
                  <a:ext cx="207540" cy="106166"/>
                  <a:chOff x="2445264" y="2583716"/>
                  <a:chExt cx="207540" cy="106166"/>
                </a:xfrm>
              </p:grpSpPr>
              <p:sp>
                <p:nvSpPr>
                  <p:cNvPr id="1316" name="Google Shape;1316;p30">
                    <a:extLst>
                      <a:ext uri="{FF2B5EF4-FFF2-40B4-BE49-F238E27FC236}">
                        <a16:creationId xmlns:a16="http://schemas.microsoft.com/office/drawing/2014/main" id="{5F740BAC-CBE4-EE41-4F1F-104F8681091F}"/>
                      </a:ext>
                    </a:extLst>
                  </p:cNvPr>
                  <p:cNvSpPr/>
                  <p:nvPr/>
                </p:nvSpPr>
                <p:spPr>
                  <a:xfrm>
                    <a:off x="2445264" y="2628813"/>
                    <a:ext cx="53694" cy="20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694" h="20900" extrusionOk="0">
                        <a:moveTo>
                          <a:pt x="0" y="0"/>
                        </a:moveTo>
                        <a:lnTo>
                          <a:pt x="53695" y="0"/>
                        </a:lnTo>
                        <a:lnTo>
                          <a:pt x="53695" y="20900"/>
                        </a:lnTo>
                        <a:lnTo>
                          <a:pt x="0" y="2090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17" name="Google Shape;1317;p30">
                    <a:extLst>
                      <a:ext uri="{FF2B5EF4-FFF2-40B4-BE49-F238E27FC236}">
                        <a16:creationId xmlns:a16="http://schemas.microsoft.com/office/drawing/2014/main" id="{96670C8D-6E04-3DB9-7EA8-0F7195CF1A7E}"/>
                      </a:ext>
                    </a:extLst>
                  </p:cNvPr>
                  <p:cNvSpPr/>
                  <p:nvPr/>
                </p:nvSpPr>
                <p:spPr>
                  <a:xfrm>
                    <a:off x="2599110" y="2627216"/>
                    <a:ext cx="53694" cy="20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694" h="20900" extrusionOk="0">
                        <a:moveTo>
                          <a:pt x="0" y="0"/>
                        </a:moveTo>
                        <a:lnTo>
                          <a:pt x="53695" y="0"/>
                        </a:lnTo>
                        <a:lnTo>
                          <a:pt x="53695" y="20900"/>
                        </a:lnTo>
                        <a:lnTo>
                          <a:pt x="0" y="2090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18" name="Google Shape;1318;p30">
                    <a:extLst>
                      <a:ext uri="{FF2B5EF4-FFF2-40B4-BE49-F238E27FC236}">
                        <a16:creationId xmlns:a16="http://schemas.microsoft.com/office/drawing/2014/main" id="{803D7D17-354C-2507-5CA6-5B734904B6CA}"/>
                      </a:ext>
                    </a:extLst>
                  </p:cNvPr>
                  <p:cNvSpPr/>
                  <p:nvPr/>
                </p:nvSpPr>
                <p:spPr>
                  <a:xfrm>
                    <a:off x="2494643" y="2583716"/>
                    <a:ext cx="106166" cy="1061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166" h="106166" extrusionOk="0">
                        <a:moveTo>
                          <a:pt x="53083" y="106166"/>
                        </a:moveTo>
                        <a:cubicBezTo>
                          <a:pt x="82309" y="106166"/>
                          <a:pt x="106166" y="82309"/>
                          <a:pt x="106166" y="53083"/>
                        </a:cubicBezTo>
                        <a:cubicBezTo>
                          <a:pt x="106166" y="23857"/>
                          <a:pt x="82309" y="0"/>
                          <a:pt x="53083" y="0"/>
                        </a:cubicBezTo>
                        <a:cubicBezTo>
                          <a:pt x="23857" y="0"/>
                          <a:pt x="0" y="23857"/>
                          <a:pt x="0" y="53083"/>
                        </a:cubicBezTo>
                        <a:cubicBezTo>
                          <a:pt x="0" y="82309"/>
                          <a:pt x="23823" y="106166"/>
                          <a:pt x="53083" y="106166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19" name="Google Shape;1319;p30">
                    <a:extLst>
                      <a:ext uri="{FF2B5EF4-FFF2-40B4-BE49-F238E27FC236}">
                        <a16:creationId xmlns:a16="http://schemas.microsoft.com/office/drawing/2014/main" id="{00E94524-67D0-73DC-456B-1E7925877C37}"/>
                      </a:ext>
                    </a:extLst>
                  </p:cNvPr>
                  <p:cNvSpPr/>
                  <p:nvPr/>
                </p:nvSpPr>
                <p:spPr>
                  <a:xfrm>
                    <a:off x="2503037" y="2592110"/>
                    <a:ext cx="89378" cy="893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378" h="89378" extrusionOk="0">
                        <a:moveTo>
                          <a:pt x="44689" y="89378"/>
                        </a:moveTo>
                        <a:cubicBezTo>
                          <a:pt x="69328" y="89378"/>
                          <a:pt x="89378" y="69294"/>
                          <a:pt x="89378" y="44689"/>
                        </a:cubicBezTo>
                        <a:cubicBezTo>
                          <a:pt x="89378" y="20085"/>
                          <a:pt x="69294" y="0"/>
                          <a:pt x="44689" y="0"/>
                        </a:cubicBezTo>
                        <a:cubicBezTo>
                          <a:pt x="20085" y="0"/>
                          <a:pt x="0" y="20085"/>
                          <a:pt x="0" y="44689"/>
                        </a:cubicBezTo>
                        <a:cubicBezTo>
                          <a:pt x="0" y="69294"/>
                          <a:pt x="20085" y="89378"/>
                          <a:pt x="44689" y="8937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0" name="Google Shape;1320;p30">
                    <a:extLst>
                      <a:ext uri="{FF2B5EF4-FFF2-40B4-BE49-F238E27FC236}">
                        <a16:creationId xmlns:a16="http://schemas.microsoft.com/office/drawing/2014/main" id="{E8DD21CD-5EAA-A4EB-7613-8DA2F8B3AB1C}"/>
                      </a:ext>
                    </a:extLst>
                  </p:cNvPr>
                  <p:cNvSpPr/>
                  <p:nvPr/>
                </p:nvSpPr>
                <p:spPr>
                  <a:xfrm>
                    <a:off x="2503037" y="2592110"/>
                    <a:ext cx="89378" cy="463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378" h="46388" extrusionOk="0">
                        <a:moveTo>
                          <a:pt x="44689" y="0"/>
                        </a:moveTo>
                        <a:cubicBezTo>
                          <a:pt x="69362" y="0"/>
                          <a:pt x="89378" y="20017"/>
                          <a:pt x="89378" y="44689"/>
                        </a:cubicBezTo>
                        <a:cubicBezTo>
                          <a:pt x="89378" y="45267"/>
                          <a:pt x="89378" y="45811"/>
                          <a:pt x="89310" y="46388"/>
                        </a:cubicBezTo>
                        <a:lnTo>
                          <a:pt x="34" y="46388"/>
                        </a:lnTo>
                        <a:cubicBezTo>
                          <a:pt x="34" y="45811"/>
                          <a:pt x="0" y="45267"/>
                          <a:pt x="0" y="44689"/>
                        </a:cubicBezTo>
                        <a:cubicBezTo>
                          <a:pt x="0" y="20017"/>
                          <a:pt x="20017" y="0"/>
                          <a:pt x="44689" y="0"/>
                        </a:cubicBezTo>
                        <a:close/>
                      </a:path>
                    </a:pathLst>
                  </a:custGeom>
                  <a:solidFill>
                    <a:srgbClr val="74D9E8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1" name="Google Shape;1321;p30">
                    <a:extLst>
                      <a:ext uri="{FF2B5EF4-FFF2-40B4-BE49-F238E27FC236}">
                        <a16:creationId xmlns:a16="http://schemas.microsoft.com/office/drawing/2014/main" id="{533713F1-4B5F-78A3-451F-B3B03AD780E2}"/>
                      </a:ext>
                    </a:extLst>
                  </p:cNvPr>
                  <p:cNvSpPr/>
                  <p:nvPr/>
                </p:nvSpPr>
                <p:spPr>
                  <a:xfrm>
                    <a:off x="2546877" y="2599961"/>
                    <a:ext cx="46223" cy="379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223" h="37994" extrusionOk="0">
                        <a:moveTo>
                          <a:pt x="42004" y="18318"/>
                        </a:moveTo>
                        <a:cubicBezTo>
                          <a:pt x="44961" y="24673"/>
                          <a:pt x="46320" y="31401"/>
                          <a:pt x="46218" y="37994"/>
                        </a:cubicBezTo>
                        <a:lnTo>
                          <a:pt x="0" y="37994"/>
                        </a:lnTo>
                        <a:lnTo>
                          <a:pt x="26168" y="0"/>
                        </a:lnTo>
                        <a:cubicBezTo>
                          <a:pt x="32829" y="4384"/>
                          <a:pt x="38368" y="10603"/>
                          <a:pt x="42004" y="18318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2" name="Google Shape;1322;p30">
                    <a:extLst>
                      <a:ext uri="{FF2B5EF4-FFF2-40B4-BE49-F238E27FC236}">
                        <a16:creationId xmlns:a16="http://schemas.microsoft.com/office/drawing/2014/main" id="{FC005320-A27E-8648-A097-4C27691CA13B}"/>
                      </a:ext>
                    </a:extLst>
                  </p:cNvPr>
                  <p:cNvSpPr/>
                  <p:nvPr/>
                </p:nvSpPr>
                <p:spPr>
                  <a:xfrm>
                    <a:off x="2527812" y="2592375"/>
                    <a:ext cx="42887" cy="463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887" h="46361" extrusionOk="0">
                        <a:moveTo>
                          <a:pt x="23687" y="143"/>
                        </a:moveTo>
                        <a:cubicBezTo>
                          <a:pt x="30722" y="687"/>
                          <a:pt x="37212" y="2828"/>
                          <a:pt x="42888" y="6193"/>
                        </a:cubicBezTo>
                        <a:lnTo>
                          <a:pt x="20085" y="46362"/>
                        </a:lnTo>
                        <a:lnTo>
                          <a:pt x="0" y="4833"/>
                        </a:lnTo>
                        <a:cubicBezTo>
                          <a:pt x="7069" y="1231"/>
                          <a:pt x="15225" y="-536"/>
                          <a:pt x="23721" y="14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3" name="Google Shape;1323;p30">
                    <a:extLst>
                      <a:ext uri="{FF2B5EF4-FFF2-40B4-BE49-F238E27FC236}">
                        <a16:creationId xmlns:a16="http://schemas.microsoft.com/office/drawing/2014/main" id="{2CBAF361-1B1D-1623-7EC9-CEC1F71F731B}"/>
                      </a:ext>
                    </a:extLst>
                  </p:cNvPr>
                  <p:cNvSpPr/>
                  <p:nvPr/>
                </p:nvSpPr>
                <p:spPr>
                  <a:xfrm>
                    <a:off x="2503770" y="2600402"/>
                    <a:ext cx="46199" cy="385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199" h="38572" extrusionOk="0">
                        <a:moveTo>
                          <a:pt x="5554" y="15021"/>
                        </a:moveTo>
                        <a:cubicBezTo>
                          <a:pt x="8953" y="8836"/>
                          <a:pt x="13540" y="3806"/>
                          <a:pt x="18944" y="0"/>
                        </a:cubicBezTo>
                        <a:lnTo>
                          <a:pt x="46199" y="37349"/>
                        </a:lnTo>
                        <a:lnTo>
                          <a:pt x="49" y="38572"/>
                        </a:lnTo>
                        <a:cubicBezTo>
                          <a:pt x="-325" y="30620"/>
                          <a:pt x="1442" y="22497"/>
                          <a:pt x="5520" y="1502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grpSp>
                <p:nvGrpSpPr>
                  <p:cNvPr id="1324" name="Google Shape;1324;p30">
                    <a:extLst>
                      <a:ext uri="{FF2B5EF4-FFF2-40B4-BE49-F238E27FC236}">
                        <a16:creationId xmlns:a16="http://schemas.microsoft.com/office/drawing/2014/main" id="{249BCA3D-4C29-EDD8-7B72-8713B50272F7}"/>
                      </a:ext>
                    </a:extLst>
                  </p:cNvPr>
                  <p:cNvGrpSpPr/>
                  <p:nvPr/>
                </p:nvGrpSpPr>
                <p:grpSpPr>
                  <a:xfrm>
                    <a:off x="2527089" y="2609748"/>
                    <a:ext cx="30439" cy="37610"/>
                    <a:chOff x="4840276" y="2840598"/>
                    <a:chExt cx="30439" cy="37610"/>
                  </a:xfrm>
                </p:grpSpPr>
                <p:sp>
                  <p:nvSpPr>
                    <p:cNvPr id="1325" name="Google Shape;1325;p30">
                      <a:extLst>
                        <a:ext uri="{FF2B5EF4-FFF2-40B4-BE49-F238E27FC236}">
                          <a16:creationId xmlns:a16="http://schemas.microsoft.com/office/drawing/2014/main" id="{C9B80092-824C-F743-DA2F-5D13AD99D5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50500" y="2857984"/>
                      <a:ext cx="20215" cy="202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215" h="20224" extrusionOk="0">
                          <a:moveTo>
                            <a:pt x="8171" y="184"/>
                          </a:moveTo>
                          <a:cubicBezTo>
                            <a:pt x="13642" y="-869"/>
                            <a:pt x="18978" y="2699"/>
                            <a:pt x="20031" y="8171"/>
                          </a:cubicBezTo>
                          <a:cubicBezTo>
                            <a:pt x="21085" y="13642"/>
                            <a:pt x="17516" y="18944"/>
                            <a:pt x="12045" y="20031"/>
                          </a:cubicBezTo>
                          <a:cubicBezTo>
                            <a:pt x="6573" y="21119"/>
                            <a:pt x="1238" y="17516"/>
                            <a:pt x="184" y="12045"/>
                          </a:cubicBezTo>
                          <a:cubicBezTo>
                            <a:pt x="-869" y="6573"/>
                            <a:pt x="2699" y="1238"/>
                            <a:pt x="8171" y="184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noProof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p:txBody>
                </p:sp>
                <p:sp>
                  <p:nvSpPr>
                    <p:cNvPr id="1326" name="Google Shape;1326;p30">
                      <a:extLst>
                        <a:ext uri="{FF2B5EF4-FFF2-40B4-BE49-F238E27FC236}">
                          <a16:creationId xmlns:a16="http://schemas.microsoft.com/office/drawing/2014/main" id="{FBC9D9D9-C1E7-139C-9E80-8081427554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0276" y="2840598"/>
                      <a:ext cx="20501" cy="2569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501" h="25692" extrusionOk="0">
                          <a:moveTo>
                            <a:pt x="14351" y="25692"/>
                          </a:moveTo>
                          <a:lnTo>
                            <a:pt x="20502" y="21410"/>
                          </a:lnTo>
                          <a:lnTo>
                            <a:pt x="6806" y="1597"/>
                          </a:lnTo>
                          <a:cubicBezTo>
                            <a:pt x="5651" y="-68"/>
                            <a:pt x="3306" y="-510"/>
                            <a:pt x="1606" y="646"/>
                          </a:cubicBezTo>
                          <a:lnTo>
                            <a:pt x="1606" y="646"/>
                          </a:lnTo>
                          <a:cubicBezTo>
                            <a:pt x="-93" y="1835"/>
                            <a:pt x="-501" y="4180"/>
                            <a:pt x="655" y="5845"/>
                          </a:cubicBezTo>
                          <a:lnTo>
                            <a:pt x="14317" y="25658"/>
                          </a:ln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noProof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p:txBody>
                </p:sp>
              </p:grpSp>
            </p:grpSp>
            <p:sp>
              <p:nvSpPr>
                <p:cNvPr id="1327" name="Google Shape;1327;p30">
                  <a:extLst>
                    <a:ext uri="{FF2B5EF4-FFF2-40B4-BE49-F238E27FC236}">
                      <a16:creationId xmlns:a16="http://schemas.microsoft.com/office/drawing/2014/main" id="{7634E6EF-9B4F-8A0F-F3B6-3D72DCFC45D1}"/>
                    </a:ext>
                  </a:extLst>
                </p:cNvPr>
                <p:cNvSpPr/>
                <p:nvPr/>
              </p:nvSpPr>
              <p:spPr>
                <a:xfrm>
                  <a:off x="2310041" y="2586265"/>
                  <a:ext cx="102360" cy="102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360" h="102360" extrusionOk="0">
                      <a:moveTo>
                        <a:pt x="51180" y="0"/>
                      </a:moveTo>
                      <a:cubicBezTo>
                        <a:pt x="79421" y="0"/>
                        <a:pt x="102360" y="22939"/>
                        <a:pt x="102360" y="51180"/>
                      </a:cubicBezTo>
                      <a:cubicBezTo>
                        <a:pt x="102360" y="79421"/>
                        <a:pt x="79421" y="102360"/>
                        <a:pt x="51180" y="102360"/>
                      </a:cubicBezTo>
                      <a:cubicBezTo>
                        <a:pt x="22939" y="102360"/>
                        <a:pt x="0" y="79421"/>
                        <a:pt x="0" y="51180"/>
                      </a:cubicBezTo>
                      <a:cubicBezTo>
                        <a:pt x="0" y="22939"/>
                        <a:pt x="22939" y="0"/>
                        <a:pt x="51180" y="0"/>
                      </a:cubicBezTo>
                      <a:lnTo>
                        <a:pt x="51180" y="0"/>
                      </a:lnTo>
                      <a:close/>
                      <a:moveTo>
                        <a:pt x="51180" y="41936"/>
                      </a:moveTo>
                      <a:cubicBezTo>
                        <a:pt x="46048" y="41936"/>
                        <a:pt x="41903" y="46082"/>
                        <a:pt x="41903" y="51180"/>
                      </a:cubicBezTo>
                      <a:cubicBezTo>
                        <a:pt x="41903" y="56278"/>
                        <a:pt x="46048" y="60458"/>
                        <a:pt x="51180" y="60458"/>
                      </a:cubicBezTo>
                      <a:cubicBezTo>
                        <a:pt x="56312" y="60458"/>
                        <a:pt x="60458" y="56312"/>
                        <a:pt x="60458" y="51180"/>
                      </a:cubicBezTo>
                      <a:cubicBezTo>
                        <a:pt x="60458" y="46048"/>
                        <a:pt x="56312" y="41936"/>
                        <a:pt x="51180" y="41936"/>
                      </a:cubicBezTo>
                      <a:lnTo>
                        <a:pt x="51180" y="41936"/>
                      </a:lnTo>
                      <a:close/>
                      <a:moveTo>
                        <a:pt x="57263" y="30110"/>
                      </a:moveTo>
                      <a:cubicBezTo>
                        <a:pt x="64502" y="32183"/>
                        <a:pt x="70177" y="37892"/>
                        <a:pt x="72284" y="45097"/>
                      </a:cubicBezTo>
                      <a:lnTo>
                        <a:pt x="89073" y="45097"/>
                      </a:lnTo>
                      <a:cubicBezTo>
                        <a:pt x="86490" y="28784"/>
                        <a:pt x="73576" y="15905"/>
                        <a:pt x="57297" y="13322"/>
                      </a:cubicBezTo>
                      <a:lnTo>
                        <a:pt x="57297" y="30110"/>
                      </a:lnTo>
                      <a:lnTo>
                        <a:pt x="57297" y="30110"/>
                      </a:lnTo>
                      <a:close/>
                      <a:moveTo>
                        <a:pt x="72284" y="57263"/>
                      </a:moveTo>
                      <a:cubicBezTo>
                        <a:pt x="70177" y="64502"/>
                        <a:pt x="64502" y="70177"/>
                        <a:pt x="57263" y="72284"/>
                      </a:cubicBezTo>
                      <a:lnTo>
                        <a:pt x="57263" y="89072"/>
                      </a:lnTo>
                      <a:cubicBezTo>
                        <a:pt x="73576" y="86456"/>
                        <a:pt x="86456" y="73576"/>
                        <a:pt x="89038" y="57263"/>
                      </a:cubicBezTo>
                      <a:lnTo>
                        <a:pt x="72250" y="57263"/>
                      </a:lnTo>
                      <a:close/>
                      <a:moveTo>
                        <a:pt x="45131" y="72284"/>
                      </a:moveTo>
                      <a:cubicBezTo>
                        <a:pt x="37926" y="70177"/>
                        <a:pt x="32217" y="64502"/>
                        <a:pt x="30144" y="57263"/>
                      </a:cubicBezTo>
                      <a:lnTo>
                        <a:pt x="13356" y="57263"/>
                      </a:lnTo>
                      <a:cubicBezTo>
                        <a:pt x="15939" y="73576"/>
                        <a:pt x="28853" y="86456"/>
                        <a:pt x="45131" y="89072"/>
                      </a:cubicBezTo>
                      <a:lnTo>
                        <a:pt x="45131" y="72284"/>
                      </a:lnTo>
                      <a:lnTo>
                        <a:pt x="45131" y="72284"/>
                      </a:lnTo>
                      <a:close/>
                      <a:moveTo>
                        <a:pt x="30144" y="45131"/>
                      </a:moveTo>
                      <a:cubicBezTo>
                        <a:pt x="32217" y="37892"/>
                        <a:pt x="37926" y="32217"/>
                        <a:pt x="45131" y="30144"/>
                      </a:cubicBezTo>
                      <a:lnTo>
                        <a:pt x="45131" y="13356"/>
                      </a:lnTo>
                      <a:cubicBezTo>
                        <a:pt x="28853" y="15939"/>
                        <a:pt x="15939" y="28853"/>
                        <a:pt x="13356" y="45131"/>
                      </a:cubicBezTo>
                      <a:lnTo>
                        <a:pt x="30144" y="4513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28" name="Google Shape;1328;p30">
                  <a:extLst>
                    <a:ext uri="{FF2B5EF4-FFF2-40B4-BE49-F238E27FC236}">
                      <a16:creationId xmlns:a16="http://schemas.microsoft.com/office/drawing/2014/main" id="{388EF0DC-56E9-1766-314F-EC5B6BD36F61}"/>
                    </a:ext>
                  </a:extLst>
                </p:cNvPr>
                <p:cNvSpPr/>
                <p:nvPr/>
              </p:nvSpPr>
              <p:spPr>
                <a:xfrm>
                  <a:off x="2208836" y="2598499"/>
                  <a:ext cx="63822" cy="79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7982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79829"/>
                      </a:lnTo>
                      <a:lnTo>
                        <a:pt x="0" y="798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29" name="Google Shape;1329;p30">
                  <a:extLst>
                    <a:ext uri="{FF2B5EF4-FFF2-40B4-BE49-F238E27FC236}">
                      <a16:creationId xmlns:a16="http://schemas.microsoft.com/office/drawing/2014/main" id="{B37CCC7C-1597-0128-AA9E-7F9E11304AAE}"/>
                    </a:ext>
                  </a:extLst>
                </p:cNvPr>
                <p:cNvSpPr/>
                <p:nvPr/>
              </p:nvSpPr>
              <p:spPr>
                <a:xfrm>
                  <a:off x="2208836" y="2608729"/>
                  <a:ext cx="63822" cy="11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1141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11419"/>
                      </a:lnTo>
                      <a:lnTo>
                        <a:pt x="0" y="11419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30" name="Google Shape;1330;p30">
                  <a:extLst>
                    <a:ext uri="{FF2B5EF4-FFF2-40B4-BE49-F238E27FC236}">
                      <a16:creationId xmlns:a16="http://schemas.microsoft.com/office/drawing/2014/main" id="{A0E524DE-426E-1B09-D404-95B6039E5CFC}"/>
                    </a:ext>
                  </a:extLst>
                </p:cNvPr>
                <p:cNvSpPr/>
                <p:nvPr/>
              </p:nvSpPr>
              <p:spPr>
                <a:xfrm>
                  <a:off x="2195175" y="2568219"/>
                  <a:ext cx="25623" cy="14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3" h="143107" extrusionOk="0">
                      <a:moveTo>
                        <a:pt x="0" y="34"/>
                      </a:moveTo>
                      <a:lnTo>
                        <a:pt x="12812" y="34"/>
                      </a:lnTo>
                      <a:cubicBezTo>
                        <a:pt x="19847" y="34"/>
                        <a:pt x="25624" y="5811"/>
                        <a:pt x="25624" y="12846"/>
                      </a:cubicBezTo>
                      <a:lnTo>
                        <a:pt x="25624" y="130295"/>
                      </a:lnTo>
                      <a:cubicBezTo>
                        <a:pt x="25624" y="137330"/>
                        <a:pt x="19847" y="143107"/>
                        <a:pt x="12812" y="143107"/>
                      </a:cubicBezTo>
                      <a:lnTo>
                        <a:pt x="0" y="14310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31" name="Google Shape;1331;p30">
                  <a:extLst>
                    <a:ext uri="{FF2B5EF4-FFF2-40B4-BE49-F238E27FC236}">
                      <a16:creationId xmlns:a16="http://schemas.microsoft.com/office/drawing/2014/main" id="{5323BE0C-7B15-94EE-2C5C-072AB3A17D5D}"/>
                    </a:ext>
                  </a:extLst>
                </p:cNvPr>
                <p:cNvSpPr/>
                <p:nvPr/>
              </p:nvSpPr>
              <p:spPr>
                <a:xfrm>
                  <a:off x="2195175" y="2634387"/>
                  <a:ext cx="25623" cy="76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3" h="76974" extrusionOk="0">
                      <a:moveTo>
                        <a:pt x="25624" y="0"/>
                      </a:moveTo>
                      <a:lnTo>
                        <a:pt x="25624" y="64162"/>
                      </a:lnTo>
                      <a:cubicBezTo>
                        <a:pt x="25624" y="71197"/>
                        <a:pt x="19847" y="76974"/>
                        <a:pt x="12812" y="76974"/>
                      </a:cubicBezTo>
                      <a:lnTo>
                        <a:pt x="0" y="76974"/>
                      </a:lnTo>
                      <a:lnTo>
                        <a:pt x="0" y="0"/>
                      </a:lnTo>
                      <a:lnTo>
                        <a:pt x="25624" y="0"/>
                      </a:lnTo>
                      <a:close/>
                    </a:path>
                  </a:pathLst>
                </a:custGeom>
                <a:solidFill>
                  <a:srgbClr val="161D1E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32" name="Google Shape;1332;p30">
                  <a:extLst>
                    <a:ext uri="{FF2B5EF4-FFF2-40B4-BE49-F238E27FC236}">
                      <a16:creationId xmlns:a16="http://schemas.microsoft.com/office/drawing/2014/main" id="{A7345395-9CBD-9B1C-21C0-80217506E95F}"/>
                    </a:ext>
                  </a:extLst>
                </p:cNvPr>
                <p:cNvSpPr/>
                <p:nvPr/>
              </p:nvSpPr>
              <p:spPr>
                <a:xfrm>
                  <a:off x="2350924" y="2627556"/>
                  <a:ext cx="19982" cy="19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48" extrusionOk="0">
                      <a:moveTo>
                        <a:pt x="9991" y="19949"/>
                      </a:moveTo>
                      <a:cubicBezTo>
                        <a:pt x="15463" y="19949"/>
                        <a:pt x="19983" y="15463"/>
                        <a:pt x="19983" y="9958"/>
                      </a:cubicBezTo>
                      <a:cubicBezTo>
                        <a:pt x="19983" y="4452"/>
                        <a:pt x="15497" y="0"/>
                        <a:pt x="9991" y="0"/>
                      </a:cubicBezTo>
                      <a:cubicBezTo>
                        <a:pt x="4486" y="0"/>
                        <a:pt x="0" y="4486"/>
                        <a:pt x="0" y="9958"/>
                      </a:cubicBezTo>
                      <a:cubicBezTo>
                        <a:pt x="0" y="15429"/>
                        <a:pt x="4486" y="19949"/>
                        <a:pt x="9991" y="1994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sp>
            <p:nvSpPr>
              <p:cNvPr id="1333" name="Google Shape;1333;p30">
                <a:extLst>
                  <a:ext uri="{FF2B5EF4-FFF2-40B4-BE49-F238E27FC236}">
                    <a16:creationId xmlns:a16="http://schemas.microsoft.com/office/drawing/2014/main" id="{4270A742-6746-BDCA-1886-0D687F6970B2}"/>
                  </a:ext>
                </a:extLst>
              </p:cNvPr>
              <p:cNvSpPr/>
              <p:nvPr/>
            </p:nvSpPr>
            <p:spPr>
              <a:xfrm flipH="1">
                <a:off x="8083202" y="3204759"/>
                <a:ext cx="432653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94015" h="34731" extrusionOk="0">
                    <a:moveTo>
                      <a:pt x="0" y="34732"/>
                    </a:moveTo>
                    <a:lnTo>
                      <a:pt x="0" y="17366"/>
                    </a:lnTo>
                    <a:cubicBezTo>
                      <a:pt x="0" y="7816"/>
                      <a:pt x="7816" y="0"/>
                      <a:pt x="17366" y="0"/>
                    </a:cubicBezTo>
                    <a:lnTo>
                      <a:pt x="176650" y="0"/>
                    </a:lnTo>
                    <a:cubicBezTo>
                      <a:pt x="186199" y="0"/>
                      <a:pt x="194016" y="7816"/>
                      <a:pt x="194016" y="17366"/>
                    </a:cubicBezTo>
                    <a:lnTo>
                      <a:pt x="194016" y="34732"/>
                    </a:lnTo>
                    <a:lnTo>
                      <a:pt x="0" y="3473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4" name="Google Shape;1334;p30">
                <a:extLst>
                  <a:ext uri="{FF2B5EF4-FFF2-40B4-BE49-F238E27FC236}">
                    <a16:creationId xmlns:a16="http://schemas.microsoft.com/office/drawing/2014/main" id="{9F2C6FFE-9A6E-6348-A848-B05487D611A0}"/>
                  </a:ext>
                </a:extLst>
              </p:cNvPr>
              <p:cNvSpPr/>
              <p:nvPr/>
            </p:nvSpPr>
            <p:spPr>
              <a:xfrm flipH="1">
                <a:off x="8083155" y="3204683"/>
                <a:ext cx="232734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04365" h="34731" extrusionOk="0">
                    <a:moveTo>
                      <a:pt x="0" y="0"/>
                    </a:moveTo>
                    <a:lnTo>
                      <a:pt x="86999" y="0"/>
                    </a:lnTo>
                    <a:cubicBezTo>
                      <a:pt x="96549" y="0"/>
                      <a:pt x="104365" y="7816"/>
                      <a:pt x="104365" y="17366"/>
                    </a:cubicBezTo>
                    <a:lnTo>
                      <a:pt x="104365" y="34732"/>
                    </a:lnTo>
                    <a:lnTo>
                      <a:pt x="0" y="347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5" name="Google Shape;1335;p30">
                <a:extLst>
                  <a:ext uri="{FF2B5EF4-FFF2-40B4-BE49-F238E27FC236}">
                    <a16:creationId xmlns:a16="http://schemas.microsoft.com/office/drawing/2014/main" id="{FC8EBB1D-206C-DA29-41B4-82823E91B08E}"/>
                  </a:ext>
                </a:extLst>
              </p:cNvPr>
              <p:cNvSpPr/>
              <p:nvPr/>
            </p:nvSpPr>
            <p:spPr>
              <a:xfrm flipH="1">
                <a:off x="8173818" y="1893996"/>
                <a:ext cx="241297" cy="1310466"/>
              </a:xfrm>
              <a:custGeom>
                <a:avLst/>
                <a:gdLst/>
                <a:ahLst/>
                <a:cxnLst/>
                <a:rect l="l" t="t" r="r" b="b"/>
                <a:pathLst>
                  <a:path w="108205" h="587653" extrusionOk="0">
                    <a:moveTo>
                      <a:pt x="0" y="0"/>
                    </a:moveTo>
                    <a:lnTo>
                      <a:pt x="108206" y="0"/>
                    </a:lnTo>
                    <a:lnTo>
                      <a:pt x="108206" y="587654"/>
                    </a:lnTo>
                    <a:lnTo>
                      <a:pt x="0" y="58765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6" name="Google Shape;1336;p30">
                <a:extLst>
                  <a:ext uri="{FF2B5EF4-FFF2-40B4-BE49-F238E27FC236}">
                    <a16:creationId xmlns:a16="http://schemas.microsoft.com/office/drawing/2014/main" id="{0837E93C-7707-C991-92F9-0D349DE351DF}"/>
                  </a:ext>
                </a:extLst>
              </p:cNvPr>
              <p:cNvSpPr/>
              <p:nvPr/>
            </p:nvSpPr>
            <p:spPr>
              <a:xfrm flipH="1">
                <a:off x="8349631" y="1893996"/>
                <a:ext cx="34480" cy="1310466"/>
              </a:xfrm>
              <a:custGeom>
                <a:avLst/>
                <a:gdLst/>
                <a:ahLst/>
                <a:cxnLst/>
                <a:rect l="l" t="t" r="r" b="b"/>
                <a:pathLst>
                  <a:path w="15462" h="587653" extrusionOk="0">
                    <a:moveTo>
                      <a:pt x="0" y="0"/>
                    </a:moveTo>
                    <a:lnTo>
                      <a:pt x="15463" y="0"/>
                    </a:lnTo>
                    <a:lnTo>
                      <a:pt x="15463" y="587654"/>
                    </a:lnTo>
                    <a:lnTo>
                      <a:pt x="0" y="587654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7" name="Google Shape;1337;p30">
                <a:extLst>
                  <a:ext uri="{FF2B5EF4-FFF2-40B4-BE49-F238E27FC236}">
                    <a16:creationId xmlns:a16="http://schemas.microsoft.com/office/drawing/2014/main" id="{51F01881-4777-6261-42E7-682CC72B3F9B}"/>
                  </a:ext>
                </a:extLst>
              </p:cNvPr>
              <p:cNvSpPr/>
              <p:nvPr/>
            </p:nvSpPr>
            <p:spPr>
              <a:xfrm flipH="1">
                <a:off x="8073120" y="1957215"/>
                <a:ext cx="432653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94015" h="34731" extrusionOk="0">
                    <a:moveTo>
                      <a:pt x="0" y="0"/>
                    </a:moveTo>
                    <a:lnTo>
                      <a:pt x="0" y="17366"/>
                    </a:lnTo>
                    <a:cubicBezTo>
                      <a:pt x="0" y="26915"/>
                      <a:pt x="7816" y="34732"/>
                      <a:pt x="17366" y="34732"/>
                    </a:cubicBezTo>
                    <a:lnTo>
                      <a:pt x="176650" y="34732"/>
                    </a:lnTo>
                    <a:cubicBezTo>
                      <a:pt x="186199" y="34732"/>
                      <a:pt x="194015" y="26915"/>
                      <a:pt x="194015" y="17366"/>
                    </a:cubicBezTo>
                    <a:lnTo>
                      <a:pt x="19401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8" name="Google Shape;1338;p30">
                <a:extLst>
                  <a:ext uri="{FF2B5EF4-FFF2-40B4-BE49-F238E27FC236}">
                    <a16:creationId xmlns:a16="http://schemas.microsoft.com/office/drawing/2014/main" id="{F860678B-9086-859D-E879-FE5CB09A8DEA}"/>
                  </a:ext>
                </a:extLst>
              </p:cNvPr>
              <p:cNvSpPr/>
              <p:nvPr/>
            </p:nvSpPr>
            <p:spPr>
              <a:xfrm flipH="1">
                <a:off x="8073073" y="1957291"/>
                <a:ext cx="232734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04365" h="34731" extrusionOk="0">
                    <a:moveTo>
                      <a:pt x="34" y="34732"/>
                    </a:moveTo>
                    <a:lnTo>
                      <a:pt x="86999" y="34732"/>
                    </a:lnTo>
                    <a:cubicBezTo>
                      <a:pt x="96549" y="34732"/>
                      <a:pt x="104365" y="26915"/>
                      <a:pt x="104365" y="17366"/>
                    </a:cubicBezTo>
                    <a:lnTo>
                      <a:pt x="104365" y="0"/>
                    </a:lnTo>
                    <a:lnTo>
                      <a:pt x="0" y="0"/>
                    </a:lnTo>
                    <a:lnTo>
                      <a:pt x="0" y="34732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9" name="Google Shape;1339;p30">
                <a:extLst>
                  <a:ext uri="{FF2B5EF4-FFF2-40B4-BE49-F238E27FC236}">
                    <a16:creationId xmlns:a16="http://schemas.microsoft.com/office/drawing/2014/main" id="{B7DFFF2F-32E1-7945-93D9-DA573D594B1A}"/>
                  </a:ext>
                </a:extLst>
              </p:cNvPr>
              <p:cNvSpPr/>
              <p:nvPr/>
            </p:nvSpPr>
            <p:spPr>
              <a:xfrm flipH="1">
                <a:off x="7910239" y="1296679"/>
                <a:ext cx="510257" cy="588921"/>
              </a:xfrm>
              <a:custGeom>
                <a:avLst/>
                <a:gdLst/>
                <a:ahLst/>
                <a:cxnLst/>
                <a:rect l="l" t="t" r="r" b="b"/>
                <a:pathLst>
                  <a:path w="228815" h="264090" extrusionOk="0">
                    <a:moveTo>
                      <a:pt x="228781" y="0"/>
                    </a:moveTo>
                    <a:lnTo>
                      <a:pt x="199419" y="0"/>
                    </a:lnTo>
                    <a:cubicBezTo>
                      <a:pt x="89718" y="0"/>
                      <a:pt x="0" y="89718"/>
                      <a:pt x="0" y="199419"/>
                    </a:cubicBezTo>
                    <a:lnTo>
                      <a:pt x="0" y="264091"/>
                    </a:lnTo>
                    <a:lnTo>
                      <a:pt x="108817" y="264091"/>
                    </a:lnTo>
                    <a:lnTo>
                      <a:pt x="108817" y="236904"/>
                    </a:lnTo>
                    <a:cubicBezTo>
                      <a:pt x="108817" y="140491"/>
                      <a:pt x="157754" y="102258"/>
                      <a:pt x="228815" y="104603"/>
                    </a:cubicBezTo>
                    <a:lnTo>
                      <a:pt x="228815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0" name="Google Shape;1340;p30">
                <a:extLst>
                  <a:ext uri="{FF2B5EF4-FFF2-40B4-BE49-F238E27FC236}">
                    <a16:creationId xmlns:a16="http://schemas.microsoft.com/office/drawing/2014/main" id="{F95ECAD6-6211-9EF4-4C83-5E7BBAF5ADFD}"/>
                  </a:ext>
                </a:extLst>
              </p:cNvPr>
              <p:cNvSpPr/>
              <p:nvPr/>
            </p:nvSpPr>
            <p:spPr>
              <a:xfrm flipH="1">
                <a:off x="7910215" y="1381587"/>
                <a:ext cx="403173" cy="504107"/>
              </a:xfrm>
              <a:custGeom>
                <a:avLst/>
                <a:gdLst/>
                <a:ahLst/>
                <a:cxnLst/>
                <a:rect l="l" t="t" r="r" b="b"/>
                <a:pathLst>
                  <a:path w="180795" h="226057" extrusionOk="0">
                    <a:moveTo>
                      <a:pt x="0" y="226024"/>
                    </a:moveTo>
                    <a:lnTo>
                      <a:pt x="60797" y="226024"/>
                    </a:lnTo>
                    <a:lnTo>
                      <a:pt x="60797" y="198836"/>
                    </a:lnTo>
                    <a:cubicBezTo>
                      <a:pt x="60797" y="102423"/>
                      <a:pt x="109735" y="64191"/>
                      <a:pt x="180796" y="66536"/>
                    </a:cubicBezTo>
                    <a:lnTo>
                      <a:pt x="180796" y="29"/>
                    </a:lnTo>
                    <a:cubicBezTo>
                      <a:pt x="25420" y="-1908"/>
                      <a:pt x="34" y="93214"/>
                      <a:pt x="34" y="198599"/>
                    </a:cubicBezTo>
                    <a:lnTo>
                      <a:pt x="34" y="226058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1" name="Google Shape;1341;p30">
                <a:extLst>
                  <a:ext uri="{FF2B5EF4-FFF2-40B4-BE49-F238E27FC236}">
                    <a16:creationId xmlns:a16="http://schemas.microsoft.com/office/drawing/2014/main" id="{DCE9A46F-04BA-AC90-E1CD-C9627B5AE6BD}"/>
                  </a:ext>
                </a:extLst>
              </p:cNvPr>
              <p:cNvSpPr/>
              <p:nvPr/>
            </p:nvSpPr>
            <p:spPr>
              <a:xfrm flipH="1">
                <a:off x="8075319" y="1883080"/>
                <a:ext cx="430606" cy="77147"/>
              </a:xfrm>
              <a:custGeom>
                <a:avLst/>
                <a:gdLst/>
                <a:ahLst/>
                <a:cxnLst/>
                <a:rect l="l" t="t" r="r" b="b"/>
                <a:pathLst>
                  <a:path w="193097" h="34595" extrusionOk="0">
                    <a:moveTo>
                      <a:pt x="0" y="34596"/>
                    </a:moveTo>
                    <a:lnTo>
                      <a:pt x="0" y="17298"/>
                    </a:lnTo>
                    <a:cubicBezTo>
                      <a:pt x="0" y="7783"/>
                      <a:pt x="7782" y="0"/>
                      <a:pt x="17298" y="0"/>
                    </a:cubicBezTo>
                    <a:lnTo>
                      <a:pt x="175800" y="0"/>
                    </a:lnTo>
                    <a:cubicBezTo>
                      <a:pt x="185316" y="0"/>
                      <a:pt x="193098" y="7783"/>
                      <a:pt x="193098" y="17298"/>
                    </a:cubicBezTo>
                    <a:lnTo>
                      <a:pt x="193098" y="34596"/>
                    </a:lnTo>
                    <a:lnTo>
                      <a:pt x="0" y="3459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2" name="Google Shape;1342;p30">
                <a:extLst>
                  <a:ext uri="{FF2B5EF4-FFF2-40B4-BE49-F238E27FC236}">
                    <a16:creationId xmlns:a16="http://schemas.microsoft.com/office/drawing/2014/main" id="{0F8B41B6-6B92-8A6E-39E6-CA74C1EF034D}"/>
                  </a:ext>
                </a:extLst>
              </p:cNvPr>
              <p:cNvSpPr/>
              <p:nvPr/>
            </p:nvSpPr>
            <p:spPr>
              <a:xfrm flipH="1">
                <a:off x="8075272" y="1883080"/>
                <a:ext cx="231597" cy="77147"/>
              </a:xfrm>
              <a:custGeom>
                <a:avLst/>
                <a:gdLst/>
                <a:ahLst/>
                <a:cxnLst/>
                <a:rect l="l" t="t" r="r" b="b"/>
                <a:pathLst>
                  <a:path w="103855" h="34595" extrusionOk="0">
                    <a:moveTo>
                      <a:pt x="0" y="0"/>
                    </a:moveTo>
                    <a:lnTo>
                      <a:pt x="86558" y="0"/>
                    </a:lnTo>
                    <a:cubicBezTo>
                      <a:pt x="96073" y="0"/>
                      <a:pt x="103856" y="7783"/>
                      <a:pt x="103856" y="17298"/>
                    </a:cubicBezTo>
                    <a:lnTo>
                      <a:pt x="103856" y="34596"/>
                    </a:lnTo>
                    <a:lnTo>
                      <a:pt x="0" y="34596"/>
                    </a:lnTo>
                    <a:lnTo>
                      <a:pt x="0" y="34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3" name="Google Shape;1343;p30">
                <a:extLst>
                  <a:ext uri="{FF2B5EF4-FFF2-40B4-BE49-F238E27FC236}">
                    <a16:creationId xmlns:a16="http://schemas.microsoft.com/office/drawing/2014/main" id="{46C1957F-30AF-6FDC-AD61-A69E5BDC5768}"/>
                  </a:ext>
                </a:extLst>
              </p:cNvPr>
              <p:cNvSpPr/>
              <p:nvPr/>
            </p:nvSpPr>
            <p:spPr>
              <a:xfrm flipH="1">
                <a:off x="7833734" y="1205338"/>
                <a:ext cx="77147" cy="430606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93097" extrusionOk="0">
                    <a:moveTo>
                      <a:pt x="34596" y="0"/>
                    </a:moveTo>
                    <a:lnTo>
                      <a:pt x="17298" y="0"/>
                    </a:lnTo>
                    <a:cubicBezTo>
                      <a:pt x="7782" y="0"/>
                      <a:pt x="0" y="7782"/>
                      <a:pt x="0" y="17298"/>
                    </a:cubicBezTo>
                    <a:lnTo>
                      <a:pt x="0" y="175800"/>
                    </a:lnTo>
                    <a:cubicBezTo>
                      <a:pt x="0" y="185315"/>
                      <a:pt x="7782" y="193098"/>
                      <a:pt x="17298" y="193098"/>
                    </a:cubicBezTo>
                    <a:lnTo>
                      <a:pt x="34596" y="193098"/>
                    </a:lnTo>
                    <a:lnTo>
                      <a:pt x="3459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4" name="Google Shape;1344;p30">
                <a:extLst>
                  <a:ext uri="{FF2B5EF4-FFF2-40B4-BE49-F238E27FC236}">
                    <a16:creationId xmlns:a16="http://schemas.microsoft.com/office/drawing/2014/main" id="{FACE810A-6662-4758-6198-169E69A5021E}"/>
                  </a:ext>
                </a:extLst>
              </p:cNvPr>
              <p:cNvSpPr/>
              <p:nvPr/>
            </p:nvSpPr>
            <p:spPr>
              <a:xfrm flipH="1">
                <a:off x="7833734" y="1404394"/>
                <a:ext cx="77147" cy="231597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03855" extrusionOk="0">
                    <a:moveTo>
                      <a:pt x="0" y="0"/>
                    </a:moveTo>
                    <a:lnTo>
                      <a:pt x="0" y="86558"/>
                    </a:lnTo>
                    <a:cubicBezTo>
                      <a:pt x="0" y="96073"/>
                      <a:pt x="7782" y="103856"/>
                      <a:pt x="17298" y="103856"/>
                    </a:cubicBezTo>
                    <a:lnTo>
                      <a:pt x="34596" y="103856"/>
                    </a:lnTo>
                    <a:lnTo>
                      <a:pt x="3459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5" name="Google Shape;1345;p30">
                <a:extLst>
                  <a:ext uri="{FF2B5EF4-FFF2-40B4-BE49-F238E27FC236}">
                    <a16:creationId xmlns:a16="http://schemas.microsoft.com/office/drawing/2014/main" id="{8F48C1D4-FE13-9B83-9104-00C20E02682E}"/>
                  </a:ext>
                </a:extLst>
              </p:cNvPr>
              <p:cNvSpPr/>
              <p:nvPr/>
            </p:nvSpPr>
            <p:spPr>
              <a:xfrm flipH="1">
                <a:off x="7573432" y="1207461"/>
                <a:ext cx="77147" cy="430606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93097" extrusionOk="0">
                    <a:moveTo>
                      <a:pt x="0" y="0"/>
                    </a:moveTo>
                    <a:lnTo>
                      <a:pt x="17298" y="0"/>
                    </a:lnTo>
                    <a:cubicBezTo>
                      <a:pt x="26814" y="0"/>
                      <a:pt x="34596" y="7782"/>
                      <a:pt x="34596" y="17298"/>
                    </a:cubicBezTo>
                    <a:lnTo>
                      <a:pt x="34596" y="175800"/>
                    </a:lnTo>
                    <a:cubicBezTo>
                      <a:pt x="34596" y="185316"/>
                      <a:pt x="26814" y="193098"/>
                      <a:pt x="17298" y="193098"/>
                    </a:cubicBezTo>
                    <a:lnTo>
                      <a:pt x="0" y="1930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6" name="Google Shape;1346;p30">
                <a:extLst>
                  <a:ext uri="{FF2B5EF4-FFF2-40B4-BE49-F238E27FC236}">
                    <a16:creationId xmlns:a16="http://schemas.microsoft.com/office/drawing/2014/main" id="{E272A777-76DA-D7F4-8501-06FB4D3B5022}"/>
                  </a:ext>
                </a:extLst>
              </p:cNvPr>
              <p:cNvSpPr/>
              <p:nvPr/>
            </p:nvSpPr>
            <p:spPr>
              <a:xfrm flipH="1">
                <a:off x="7573432" y="1406516"/>
                <a:ext cx="77147" cy="231597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03855" extrusionOk="0">
                    <a:moveTo>
                      <a:pt x="34596" y="0"/>
                    </a:moveTo>
                    <a:lnTo>
                      <a:pt x="34596" y="86558"/>
                    </a:lnTo>
                    <a:cubicBezTo>
                      <a:pt x="34596" y="96073"/>
                      <a:pt x="26814" y="103856"/>
                      <a:pt x="17298" y="103856"/>
                    </a:cubicBezTo>
                    <a:lnTo>
                      <a:pt x="0" y="103856"/>
                    </a:lnTo>
                    <a:lnTo>
                      <a:pt x="0" y="0"/>
                    </a:lnTo>
                    <a:lnTo>
                      <a:pt x="34562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7" name="Google Shape;1347;p30">
                <a:extLst>
                  <a:ext uri="{FF2B5EF4-FFF2-40B4-BE49-F238E27FC236}">
                    <a16:creationId xmlns:a16="http://schemas.microsoft.com/office/drawing/2014/main" id="{915AD26E-6488-89A8-11CF-ECBF1B29BE13}"/>
                  </a:ext>
                </a:extLst>
              </p:cNvPr>
              <p:cNvSpPr/>
              <p:nvPr/>
            </p:nvSpPr>
            <p:spPr>
              <a:xfrm flipH="1">
                <a:off x="7637967" y="1298423"/>
                <a:ext cx="203632" cy="241373"/>
              </a:xfrm>
              <a:custGeom>
                <a:avLst/>
                <a:gdLst/>
                <a:ahLst/>
                <a:cxnLst/>
                <a:rect l="l" t="t" r="r" b="b"/>
                <a:pathLst>
                  <a:path w="91315" h="108239" extrusionOk="0">
                    <a:moveTo>
                      <a:pt x="0" y="0"/>
                    </a:moveTo>
                    <a:lnTo>
                      <a:pt x="91315" y="0"/>
                    </a:lnTo>
                    <a:lnTo>
                      <a:pt x="91315" y="108240"/>
                    </a:lnTo>
                    <a:lnTo>
                      <a:pt x="0" y="10824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8" name="Google Shape;1348;p30">
                <a:extLst>
                  <a:ext uri="{FF2B5EF4-FFF2-40B4-BE49-F238E27FC236}">
                    <a16:creationId xmlns:a16="http://schemas.microsoft.com/office/drawing/2014/main" id="{0D71E66B-B963-87E1-A5C1-36314D3FE1AC}"/>
                  </a:ext>
                </a:extLst>
              </p:cNvPr>
              <p:cNvSpPr/>
              <p:nvPr/>
            </p:nvSpPr>
            <p:spPr>
              <a:xfrm flipH="1">
                <a:off x="7118158" y="3283892"/>
                <a:ext cx="423711" cy="1859887"/>
              </a:xfrm>
              <a:custGeom>
                <a:avLst/>
                <a:gdLst/>
                <a:ahLst/>
                <a:cxnLst/>
                <a:rect l="l" t="t" r="r" b="b"/>
                <a:pathLst>
                  <a:path w="190005" h="822959" extrusionOk="0">
                    <a:moveTo>
                      <a:pt x="0" y="0"/>
                    </a:moveTo>
                    <a:lnTo>
                      <a:pt x="190005" y="0"/>
                    </a:lnTo>
                    <a:lnTo>
                      <a:pt x="190005" y="822960"/>
                    </a:lnTo>
                    <a:lnTo>
                      <a:pt x="0" y="82296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349" name="Google Shape;1349;p30">
                <a:extLst>
                  <a:ext uri="{FF2B5EF4-FFF2-40B4-BE49-F238E27FC236}">
                    <a16:creationId xmlns:a16="http://schemas.microsoft.com/office/drawing/2014/main" id="{CCCDDBB4-F9DC-2D9E-1D6C-519B29D9FF6F}"/>
                  </a:ext>
                </a:extLst>
              </p:cNvPr>
              <p:cNvGrpSpPr/>
              <p:nvPr/>
            </p:nvGrpSpPr>
            <p:grpSpPr>
              <a:xfrm flipH="1">
                <a:off x="6779665" y="2350914"/>
                <a:ext cx="1054096" cy="932360"/>
                <a:chOff x="4168463" y="2302169"/>
                <a:chExt cx="472583" cy="418005"/>
              </a:xfrm>
            </p:grpSpPr>
            <p:sp>
              <p:nvSpPr>
                <p:cNvPr id="1350" name="Google Shape;1350;p30">
                  <a:extLst>
                    <a:ext uri="{FF2B5EF4-FFF2-40B4-BE49-F238E27FC236}">
                      <a16:creationId xmlns:a16="http://schemas.microsoft.com/office/drawing/2014/main" id="{5F675EC8-B013-0AD9-169E-7225F9E8A9E2}"/>
                    </a:ext>
                  </a:extLst>
                </p:cNvPr>
                <p:cNvSpPr/>
                <p:nvPr/>
              </p:nvSpPr>
              <p:spPr>
                <a:xfrm>
                  <a:off x="4193679" y="2335916"/>
                  <a:ext cx="425889" cy="372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889" h="372126" extrusionOk="0">
                      <a:moveTo>
                        <a:pt x="150618" y="0"/>
                      </a:moveTo>
                      <a:lnTo>
                        <a:pt x="269324" y="0"/>
                      </a:lnTo>
                      <a:lnTo>
                        <a:pt x="425889" y="123396"/>
                      </a:lnTo>
                      <a:lnTo>
                        <a:pt x="425889" y="372126"/>
                      </a:lnTo>
                      <a:lnTo>
                        <a:pt x="0" y="372126"/>
                      </a:lnTo>
                      <a:lnTo>
                        <a:pt x="0" y="123396"/>
                      </a:lnTo>
                      <a:lnTo>
                        <a:pt x="150618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1" name="Google Shape;1351;p30">
                  <a:extLst>
                    <a:ext uri="{FF2B5EF4-FFF2-40B4-BE49-F238E27FC236}">
                      <a16:creationId xmlns:a16="http://schemas.microsoft.com/office/drawing/2014/main" id="{A3146D38-DB7B-464A-30DA-98EB2FB0377F}"/>
                    </a:ext>
                  </a:extLst>
                </p:cNvPr>
                <p:cNvSpPr/>
                <p:nvPr/>
              </p:nvSpPr>
              <p:spPr>
                <a:xfrm>
                  <a:off x="4193679" y="2459312"/>
                  <a:ext cx="425889" cy="2486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889" h="248695" extrusionOk="0">
                      <a:moveTo>
                        <a:pt x="0" y="0"/>
                      </a:moveTo>
                      <a:lnTo>
                        <a:pt x="425889" y="0"/>
                      </a:lnTo>
                      <a:lnTo>
                        <a:pt x="425889" y="248696"/>
                      </a:lnTo>
                      <a:lnTo>
                        <a:pt x="0" y="248696"/>
                      </a:lnTo>
                      <a:close/>
                    </a:path>
                  </a:pathLst>
                </a:custGeom>
                <a:solidFill>
                  <a:srgbClr val="161D1E">
                    <a:alpha val="1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2" name="Google Shape;1352;p30">
                  <a:extLst>
                    <a:ext uri="{FF2B5EF4-FFF2-40B4-BE49-F238E27FC236}">
                      <a16:creationId xmlns:a16="http://schemas.microsoft.com/office/drawing/2014/main" id="{7EBE7A57-4EE7-8D8D-DE9E-2114230568E6}"/>
                    </a:ext>
                  </a:extLst>
                </p:cNvPr>
                <p:cNvSpPr/>
                <p:nvPr/>
              </p:nvSpPr>
              <p:spPr>
                <a:xfrm>
                  <a:off x="4488798" y="2459312"/>
                  <a:ext cx="87781" cy="216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81" h="216920" extrusionOk="0">
                      <a:moveTo>
                        <a:pt x="0" y="0"/>
                      </a:moveTo>
                      <a:lnTo>
                        <a:pt x="87781" y="0"/>
                      </a:lnTo>
                      <a:lnTo>
                        <a:pt x="87781" y="216921"/>
                      </a:lnTo>
                      <a:lnTo>
                        <a:pt x="0" y="216921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3" name="Google Shape;1353;p30">
                  <a:extLst>
                    <a:ext uri="{FF2B5EF4-FFF2-40B4-BE49-F238E27FC236}">
                      <a16:creationId xmlns:a16="http://schemas.microsoft.com/office/drawing/2014/main" id="{9B8B1DDB-9A28-3278-4F2B-9E600941CF29}"/>
                    </a:ext>
                  </a:extLst>
                </p:cNvPr>
                <p:cNvSpPr/>
                <p:nvPr/>
              </p:nvSpPr>
              <p:spPr>
                <a:xfrm>
                  <a:off x="4250229" y="2458904"/>
                  <a:ext cx="60151" cy="216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151" h="216920" extrusionOk="0">
                      <a:moveTo>
                        <a:pt x="0" y="0"/>
                      </a:moveTo>
                      <a:lnTo>
                        <a:pt x="60152" y="0"/>
                      </a:lnTo>
                      <a:lnTo>
                        <a:pt x="60152" y="216921"/>
                      </a:lnTo>
                      <a:lnTo>
                        <a:pt x="0" y="216921"/>
                      </a:ln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4" name="Google Shape;1354;p30">
                  <a:extLst>
                    <a:ext uri="{FF2B5EF4-FFF2-40B4-BE49-F238E27FC236}">
                      <a16:creationId xmlns:a16="http://schemas.microsoft.com/office/drawing/2014/main" id="{5D5532DE-5DDD-B160-2B1D-7058078B7759}"/>
                    </a:ext>
                  </a:extLst>
                </p:cNvPr>
                <p:cNvSpPr/>
                <p:nvPr/>
              </p:nvSpPr>
              <p:spPr>
                <a:xfrm>
                  <a:off x="4423412" y="2335916"/>
                  <a:ext cx="153166" cy="123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166" h="123396" extrusionOk="0">
                      <a:moveTo>
                        <a:pt x="0" y="0"/>
                      </a:moveTo>
                      <a:lnTo>
                        <a:pt x="65385" y="123396"/>
                      </a:lnTo>
                      <a:lnTo>
                        <a:pt x="153167" y="123396"/>
                      </a:lnTo>
                      <a:lnTo>
                        <a:pt x="2242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5" name="Google Shape;1355;p30">
                  <a:extLst>
                    <a:ext uri="{FF2B5EF4-FFF2-40B4-BE49-F238E27FC236}">
                      <a16:creationId xmlns:a16="http://schemas.microsoft.com/office/drawing/2014/main" id="{3F635CAF-8C74-9823-4860-2D6369847FFA}"/>
                    </a:ext>
                  </a:extLst>
                </p:cNvPr>
                <p:cNvSpPr/>
                <p:nvPr/>
              </p:nvSpPr>
              <p:spPr>
                <a:xfrm>
                  <a:off x="4250229" y="2335916"/>
                  <a:ext cx="114356" cy="122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56" h="122988" extrusionOk="0">
                      <a:moveTo>
                        <a:pt x="0" y="122989"/>
                      </a:moveTo>
                      <a:lnTo>
                        <a:pt x="114357" y="0"/>
                      </a:lnTo>
                      <a:lnTo>
                        <a:pt x="60186" y="122989"/>
                      </a:lnTo>
                      <a:lnTo>
                        <a:pt x="0" y="122989"/>
                      </a:ln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6" name="Google Shape;1356;p30">
                  <a:extLst>
                    <a:ext uri="{FF2B5EF4-FFF2-40B4-BE49-F238E27FC236}">
                      <a16:creationId xmlns:a16="http://schemas.microsoft.com/office/drawing/2014/main" id="{7D1A492E-D640-F772-F7CD-C1984B30312A}"/>
                    </a:ext>
                  </a:extLst>
                </p:cNvPr>
                <p:cNvSpPr/>
                <p:nvPr/>
              </p:nvSpPr>
              <p:spPr>
                <a:xfrm>
                  <a:off x="4177741" y="2448267"/>
                  <a:ext cx="8394" cy="241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94" h="241219" extrusionOk="0">
                      <a:moveTo>
                        <a:pt x="0" y="0"/>
                      </a:moveTo>
                      <a:lnTo>
                        <a:pt x="8394" y="0"/>
                      </a:lnTo>
                      <a:lnTo>
                        <a:pt x="8394" y="241219"/>
                      </a:lnTo>
                      <a:lnTo>
                        <a:pt x="0" y="2412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7" name="Google Shape;1357;p30">
                  <a:extLst>
                    <a:ext uri="{FF2B5EF4-FFF2-40B4-BE49-F238E27FC236}">
                      <a16:creationId xmlns:a16="http://schemas.microsoft.com/office/drawing/2014/main" id="{82FF16C1-CB26-9D30-7808-37B565F55D67}"/>
                    </a:ext>
                  </a:extLst>
                </p:cNvPr>
                <p:cNvSpPr/>
                <p:nvPr/>
              </p:nvSpPr>
              <p:spPr>
                <a:xfrm>
                  <a:off x="4627351" y="2449660"/>
                  <a:ext cx="8428" cy="241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28" h="241219" extrusionOk="0">
                      <a:moveTo>
                        <a:pt x="0" y="0"/>
                      </a:moveTo>
                      <a:lnTo>
                        <a:pt x="8428" y="0"/>
                      </a:lnTo>
                      <a:lnTo>
                        <a:pt x="8428" y="241219"/>
                      </a:lnTo>
                      <a:lnTo>
                        <a:pt x="0" y="2412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8" name="Google Shape;1358;p30">
                  <a:extLst>
                    <a:ext uri="{FF2B5EF4-FFF2-40B4-BE49-F238E27FC236}">
                      <a16:creationId xmlns:a16="http://schemas.microsoft.com/office/drawing/2014/main" id="{280DF2BD-723D-C23F-FC26-57B4CE54E5CF}"/>
                    </a:ext>
                  </a:extLst>
                </p:cNvPr>
                <p:cNvSpPr/>
                <p:nvPr/>
              </p:nvSpPr>
              <p:spPr>
                <a:xfrm>
                  <a:off x="4177809" y="2324463"/>
                  <a:ext cx="159657" cy="131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657" h="131858" extrusionOk="0">
                      <a:moveTo>
                        <a:pt x="0" y="125231"/>
                      </a:moveTo>
                      <a:lnTo>
                        <a:pt x="5166" y="131858"/>
                      </a:lnTo>
                      <a:lnTo>
                        <a:pt x="159658" y="10705"/>
                      </a:lnTo>
                      <a:lnTo>
                        <a:pt x="159658" y="0"/>
                      </a:lnTo>
                      <a:lnTo>
                        <a:pt x="0" y="12523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9" name="Google Shape;1359;p30">
                  <a:extLst>
                    <a:ext uri="{FF2B5EF4-FFF2-40B4-BE49-F238E27FC236}">
                      <a16:creationId xmlns:a16="http://schemas.microsoft.com/office/drawing/2014/main" id="{E5D14EAA-EC5C-67EF-3A88-48BD0F5CADC9}"/>
                    </a:ext>
                  </a:extLst>
                </p:cNvPr>
                <p:cNvSpPr/>
                <p:nvPr/>
              </p:nvSpPr>
              <p:spPr>
                <a:xfrm>
                  <a:off x="4476086" y="2325890"/>
                  <a:ext cx="159623" cy="1318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623" h="131824" extrusionOk="0">
                      <a:moveTo>
                        <a:pt x="159623" y="125231"/>
                      </a:moveTo>
                      <a:lnTo>
                        <a:pt x="154458" y="131824"/>
                      </a:lnTo>
                      <a:lnTo>
                        <a:pt x="0" y="10671"/>
                      </a:lnTo>
                      <a:lnTo>
                        <a:pt x="0" y="0"/>
                      </a:lnTo>
                      <a:lnTo>
                        <a:pt x="159623" y="12523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0" name="Google Shape;1360;p30">
                  <a:extLst>
                    <a:ext uri="{FF2B5EF4-FFF2-40B4-BE49-F238E27FC236}">
                      <a16:creationId xmlns:a16="http://schemas.microsoft.com/office/drawing/2014/main" id="{BB54FD5A-9AED-B2B8-36CD-3BFD36912818}"/>
                    </a:ext>
                  </a:extLst>
                </p:cNvPr>
                <p:cNvSpPr/>
                <p:nvPr/>
              </p:nvSpPr>
              <p:spPr>
                <a:xfrm>
                  <a:off x="4337398" y="2324089"/>
                  <a:ext cx="138417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17" h="11690" extrusionOk="0">
                      <a:moveTo>
                        <a:pt x="0" y="0"/>
                      </a:moveTo>
                      <a:lnTo>
                        <a:pt x="138417" y="0"/>
                      </a:lnTo>
                      <a:lnTo>
                        <a:pt x="138417" y="11690"/>
                      </a:lnTo>
                      <a:lnTo>
                        <a:pt x="0" y="1169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1" name="Google Shape;1361;p30">
                  <a:extLst>
                    <a:ext uri="{FF2B5EF4-FFF2-40B4-BE49-F238E27FC236}">
                      <a16:creationId xmlns:a16="http://schemas.microsoft.com/office/drawing/2014/main" id="{FECE0D03-0BA2-C0EF-6781-EC1ED144FE8B}"/>
                    </a:ext>
                  </a:extLst>
                </p:cNvPr>
                <p:cNvSpPr/>
                <p:nvPr/>
              </p:nvSpPr>
              <p:spPr>
                <a:xfrm>
                  <a:off x="4337398" y="2302169"/>
                  <a:ext cx="138417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17" h="11690" extrusionOk="0">
                      <a:moveTo>
                        <a:pt x="0" y="0"/>
                      </a:moveTo>
                      <a:lnTo>
                        <a:pt x="138417" y="0"/>
                      </a:lnTo>
                      <a:lnTo>
                        <a:pt x="138417" y="11691"/>
                      </a:lnTo>
                      <a:lnTo>
                        <a:pt x="0" y="1169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2" name="Google Shape;1362;p30">
                  <a:extLst>
                    <a:ext uri="{FF2B5EF4-FFF2-40B4-BE49-F238E27FC236}">
                      <a16:creationId xmlns:a16="http://schemas.microsoft.com/office/drawing/2014/main" id="{81E5B5F1-F445-D92E-971F-C4A4C4780E21}"/>
                    </a:ext>
                  </a:extLst>
                </p:cNvPr>
                <p:cNvSpPr/>
                <p:nvPr/>
              </p:nvSpPr>
              <p:spPr>
                <a:xfrm>
                  <a:off x="4168463" y="2676233"/>
                  <a:ext cx="472583" cy="439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583" h="43941" extrusionOk="0">
                      <a:moveTo>
                        <a:pt x="0" y="0"/>
                      </a:moveTo>
                      <a:lnTo>
                        <a:pt x="472584" y="0"/>
                      </a:lnTo>
                      <a:lnTo>
                        <a:pt x="472584" y="43942"/>
                      </a:lnTo>
                      <a:lnTo>
                        <a:pt x="0" y="43942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3" name="Google Shape;1363;p30">
                  <a:extLst>
                    <a:ext uri="{FF2B5EF4-FFF2-40B4-BE49-F238E27FC236}">
                      <a16:creationId xmlns:a16="http://schemas.microsoft.com/office/drawing/2014/main" id="{19C803B6-02F6-09E1-9A99-79F06DB49567}"/>
                    </a:ext>
                  </a:extLst>
                </p:cNvPr>
                <p:cNvSpPr/>
                <p:nvPr/>
              </p:nvSpPr>
              <p:spPr>
                <a:xfrm>
                  <a:off x="4350549" y="2313010"/>
                  <a:ext cx="111162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62" h="11690" extrusionOk="0">
                      <a:moveTo>
                        <a:pt x="0" y="0"/>
                      </a:moveTo>
                      <a:lnTo>
                        <a:pt x="111162" y="0"/>
                      </a:lnTo>
                      <a:lnTo>
                        <a:pt x="111162" y="11691"/>
                      </a:lnTo>
                      <a:lnTo>
                        <a:pt x="0" y="1169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4" name="Google Shape;1364;p30">
                  <a:extLst>
                    <a:ext uri="{FF2B5EF4-FFF2-40B4-BE49-F238E27FC236}">
                      <a16:creationId xmlns:a16="http://schemas.microsoft.com/office/drawing/2014/main" id="{5953DA42-E1FA-D57C-5041-CCAB01EF3F3B}"/>
                    </a:ext>
                  </a:extLst>
                </p:cNvPr>
                <p:cNvSpPr/>
                <p:nvPr/>
              </p:nvSpPr>
              <p:spPr>
                <a:xfrm>
                  <a:off x="4351049" y="2313010"/>
                  <a:ext cx="111162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62" h="11690" extrusionOk="0">
                      <a:moveTo>
                        <a:pt x="0" y="0"/>
                      </a:moveTo>
                      <a:lnTo>
                        <a:pt x="111162" y="0"/>
                      </a:lnTo>
                      <a:lnTo>
                        <a:pt x="111162" y="11691"/>
                      </a:lnTo>
                      <a:lnTo>
                        <a:pt x="0" y="11691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1365" name="Google Shape;1365;p30">
                <a:extLst>
                  <a:ext uri="{FF2B5EF4-FFF2-40B4-BE49-F238E27FC236}">
                    <a16:creationId xmlns:a16="http://schemas.microsoft.com/office/drawing/2014/main" id="{D2AB18FF-8FEF-12E2-2EF3-2F05B2FFC01B}"/>
                  </a:ext>
                </a:extLst>
              </p:cNvPr>
              <p:cNvGrpSpPr/>
              <p:nvPr/>
            </p:nvGrpSpPr>
            <p:grpSpPr>
              <a:xfrm flipH="1">
                <a:off x="6590802" y="3914640"/>
                <a:ext cx="328827" cy="429717"/>
                <a:chOff x="5612846" y="2845934"/>
                <a:chExt cx="147423" cy="192655"/>
              </a:xfrm>
            </p:grpSpPr>
            <p:sp>
              <p:nvSpPr>
                <p:cNvPr id="1366" name="Google Shape;1366;p30">
                  <a:extLst>
                    <a:ext uri="{FF2B5EF4-FFF2-40B4-BE49-F238E27FC236}">
                      <a16:creationId xmlns:a16="http://schemas.microsoft.com/office/drawing/2014/main" id="{1DA52C80-757D-8D8F-5E57-B52731A053CE}"/>
                    </a:ext>
                  </a:extLst>
                </p:cNvPr>
                <p:cNvSpPr/>
                <p:nvPr/>
              </p:nvSpPr>
              <p:spPr>
                <a:xfrm>
                  <a:off x="5632183" y="2939050"/>
                  <a:ext cx="108579" cy="75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9" h="75920" extrusionOk="0">
                      <a:moveTo>
                        <a:pt x="68" y="75920"/>
                      </a:moveTo>
                      <a:lnTo>
                        <a:pt x="25454" y="75920"/>
                      </a:lnTo>
                      <a:lnTo>
                        <a:pt x="25454" y="36873"/>
                      </a:lnTo>
                      <a:cubicBezTo>
                        <a:pt x="25454" y="29736"/>
                        <a:pt x="31333" y="23857"/>
                        <a:pt x="38470" y="23857"/>
                      </a:cubicBezTo>
                      <a:lnTo>
                        <a:pt x="70177" y="23857"/>
                      </a:lnTo>
                      <a:cubicBezTo>
                        <a:pt x="77314" y="23857"/>
                        <a:pt x="83193" y="29702"/>
                        <a:pt x="83193" y="36873"/>
                      </a:cubicBezTo>
                      <a:lnTo>
                        <a:pt x="83193" y="75920"/>
                      </a:lnTo>
                      <a:lnTo>
                        <a:pt x="108579" y="75920"/>
                      </a:lnTo>
                      <a:lnTo>
                        <a:pt x="108579" y="24469"/>
                      </a:lnTo>
                      <a:cubicBezTo>
                        <a:pt x="108579" y="11011"/>
                        <a:pt x="97568" y="0"/>
                        <a:pt x="84111" y="0"/>
                      </a:cubicBezTo>
                      <a:lnTo>
                        <a:pt x="24468" y="0"/>
                      </a:lnTo>
                      <a:cubicBezTo>
                        <a:pt x="11011" y="0"/>
                        <a:pt x="0" y="11011"/>
                        <a:pt x="0" y="24469"/>
                      </a:cubicBezTo>
                      <a:lnTo>
                        <a:pt x="0" y="7592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7" name="Google Shape;1367;p30">
                  <a:extLst>
                    <a:ext uri="{FF2B5EF4-FFF2-40B4-BE49-F238E27FC236}">
                      <a16:creationId xmlns:a16="http://schemas.microsoft.com/office/drawing/2014/main" id="{DB78A2C9-7DF3-6EEC-6D61-A168CB431312}"/>
                    </a:ext>
                  </a:extLst>
                </p:cNvPr>
                <p:cNvSpPr/>
                <p:nvPr/>
              </p:nvSpPr>
              <p:spPr>
                <a:xfrm>
                  <a:off x="5612846" y="3013305"/>
                  <a:ext cx="147423" cy="25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25284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603" y="0"/>
                        <a:pt x="147423" y="2821"/>
                        <a:pt x="147423" y="6321"/>
                      </a:cubicBezTo>
                      <a:lnTo>
                        <a:pt x="147423" y="18963"/>
                      </a:lnTo>
                      <a:cubicBezTo>
                        <a:pt x="147423" y="22430"/>
                        <a:pt x="144603" y="25284"/>
                        <a:pt x="141102" y="25284"/>
                      </a:cubicBezTo>
                      <a:lnTo>
                        <a:pt x="6321" y="25284"/>
                      </a:lnTo>
                      <a:cubicBezTo>
                        <a:pt x="2821" y="25284"/>
                        <a:pt x="0" y="22463"/>
                        <a:pt x="0" y="18963"/>
                      </a:cubicBezTo>
                      <a:lnTo>
                        <a:pt x="0" y="6355"/>
                      </a:lnTo>
                      <a:cubicBezTo>
                        <a:pt x="0" y="2855"/>
                        <a:pt x="2821" y="34"/>
                        <a:pt x="6321" y="3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8" name="Google Shape;1368;p30">
                  <a:extLst>
                    <a:ext uri="{FF2B5EF4-FFF2-40B4-BE49-F238E27FC236}">
                      <a16:creationId xmlns:a16="http://schemas.microsoft.com/office/drawing/2014/main" id="{A9314F12-2E66-A4FF-6446-464C45718942}"/>
                    </a:ext>
                  </a:extLst>
                </p:cNvPr>
                <p:cNvSpPr/>
                <p:nvPr/>
              </p:nvSpPr>
              <p:spPr>
                <a:xfrm>
                  <a:off x="5612846" y="3013305"/>
                  <a:ext cx="147423" cy="11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11316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569" y="0"/>
                        <a:pt x="147423" y="2821"/>
                        <a:pt x="147423" y="6321"/>
                      </a:cubicBezTo>
                      <a:lnTo>
                        <a:pt x="147423" y="11317"/>
                      </a:lnTo>
                      <a:lnTo>
                        <a:pt x="0" y="11317"/>
                      </a:lnTo>
                      <a:lnTo>
                        <a:pt x="0" y="6321"/>
                      </a:lnTo>
                      <a:cubicBezTo>
                        <a:pt x="0" y="2855"/>
                        <a:pt x="2855" y="0"/>
                        <a:pt x="6321" y="0"/>
                      </a:cubicBez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9" name="Google Shape;1369;p30">
                  <a:extLst>
                    <a:ext uri="{FF2B5EF4-FFF2-40B4-BE49-F238E27FC236}">
                      <a16:creationId xmlns:a16="http://schemas.microsoft.com/office/drawing/2014/main" id="{D969C4D4-7458-C5BC-BC83-6D1FD9894F5A}"/>
                    </a:ext>
                  </a:extLst>
                </p:cNvPr>
                <p:cNvSpPr/>
                <p:nvPr/>
              </p:nvSpPr>
              <p:spPr>
                <a:xfrm>
                  <a:off x="5673984" y="2868533"/>
                  <a:ext cx="25148" cy="70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48" h="70517" extrusionOk="0">
                      <a:moveTo>
                        <a:pt x="0" y="0"/>
                      </a:moveTo>
                      <a:lnTo>
                        <a:pt x="25148" y="0"/>
                      </a:lnTo>
                      <a:lnTo>
                        <a:pt x="25148" y="70517"/>
                      </a:lnTo>
                      <a:lnTo>
                        <a:pt x="0" y="70517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70" name="Google Shape;1370;p30">
                  <a:extLst>
                    <a:ext uri="{FF2B5EF4-FFF2-40B4-BE49-F238E27FC236}">
                      <a16:creationId xmlns:a16="http://schemas.microsoft.com/office/drawing/2014/main" id="{A04EDCC9-84BC-8001-8CE6-30B0DDF66E35}"/>
                    </a:ext>
                  </a:extLst>
                </p:cNvPr>
                <p:cNvSpPr/>
                <p:nvPr/>
              </p:nvSpPr>
              <p:spPr>
                <a:xfrm>
                  <a:off x="5665148" y="2845934"/>
                  <a:ext cx="42819" cy="428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19" h="42820" extrusionOk="0">
                      <a:moveTo>
                        <a:pt x="21410" y="42820"/>
                      </a:moveTo>
                      <a:cubicBezTo>
                        <a:pt x="33203" y="42820"/>
                        <a:pt x="42820" y="33203"/>
                        <a:pt x="42820" y="21410"/>
                      </a:cubicBezTo>
                      <a:cubicBezTo>
                        <a:pt x="42820" y="9618"/>
                        <a:pt x="33203" y="0"/>
                        <a:pt x="21410" y="0"/>
                      </a:cubicBezTo>
                      <a:cubicBezTo>
                        <a:pt x="9618" y="0"/>
                        <a:pt x="0" y="9618"/>
                        <a:pt x="0" y="21410"/>
                      </a:cubicBezTo>
                      <a:cubicBezTo>
                        <a:pt x="0" y="33203"/>
                        <a:pt x="9618" y="42820"/>
                        <a:pt x="21410" y="4282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71" name="Google Shape;1371;p30">
                  <a:extLst>
                    <a:ext uri="{FF2B5EF4-FFF2-40B4-BE49-F238E27FC236}">
                      <a16:creationId xmlns:a16="http://schemas.microsoft.com/office/drawing/2014/main" id="{B6142BDA-80E3-A888-3432-74D4AB5AA7C9}"/>
                    </a:ext>
                  </a:extLst>
                </p:cNvPr>
                <p:cNvSpPr/>
                <p:nvPr/>
              </p:nvSpPr>
              <p:spPr>
                <a:xfrm>
                  <a:off x="5672692" y="2850488"/>
                  <a:ext cx="19405" cy="19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05" h="19438" extrusionOk="0">
                      <a:moveTo>
                        <a:pt x="9686" y="19439"/>
                      </a:moveTo>
                      <a:cubicBezTo>
                        <a:pt x="15055" y="19439"/>
                        <a:pt x="19405" y="15089"/>
                        <a:pt x="19405" y="9719"/>
                      </a:cubicBezTo>
                      <a:cubicBezTo>
                        <a:pt x="19405" y="4350"/>
                        <a:pt x="15055" y="0"/>
                        <a:pt x="9686" y="0"/>
                      </a:cubicBezTo>
                      <a:cubicBezTo>
                        <a:pt x="4316" y="0"/>
                        <a:pt x="0" y="4384"/>
                        <a:pt x="0" y="9719"/>
                      </a:cubicBezTo>
                      <a:cubicBezTo>
                        <a:pt x="0" y="15055"/>
                        <a:pt x="4350" y="19439"/>
                        <a:pt x="9686" y="1943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  <p:sp>
          <p:nvSpPr>
            <p:cNvPr id="1372" name="Google Shape;1372;p30">
              <a:extLst>
                <a:ext uri="{FF2B5EF4-FFF2-40B4-BE49-F238E27FC236}">
                  <a16:creationId xmlns:a16="http://schemas.microsoft.com/office/drawing/2014/main" id="{F4F29DA0-5B07-2BC4-7636-E67FEEE3DD35}"/>
                </a:ext>
              </a:extLst>
            </p:cNvPr>
            <p:cNvSpPr/>
            <p:nvPr/>
          </p:nvSpPr>
          <p:spPr>
            <a:xfrm flipH="1">
              <a:off x="9189886" y="4417130"/>
              <a:ext cx="345880" cy="718513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3" name="Google Shape;1373;p30">
              <a:extLst>
                <a:ext uri="{FF2B5EF4-FFF2-40B4-BE49-F238E27FC236}">
                  <a16:creationId xmlns:a16="http://schemas.microsoft.com/office/drawing/2014/main" id="{040C99FD-782A-5BE8-7487-A0C956904973}"/>
                </a:ext>
              </a:extLst>
            </p:cNvPr>
            <p:cNvSpPr/>
            <p:nvPr/>
          </p:nvSpPr>
          <p:spPr>
            <a:xfrm flipH="1">
              <a:off x="7950907" y="4417130"/>
              <a:ext cx="345880" cy="718513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4" name="Google Shape;1374;p30">
              <a:extLst>
                <a:ext uri="{FF2B5EF4-FFF2-40B4-BE49-F238E27FC236}">
                  <a16:creationId xmlns:a16="http://schemas.microsoft.com/office/drawing/2014/main" id="{9267D51B-8B30-9472-55D0-4848D9B2FF95}"/>
                </a:ext>
              </a:extLst>
            </p:cNvPr>
            <p:cNvSpPr/>
            <p:nvPr/>
          </p:nvSpPr>
          <p:spPr>
            <a:xfrm flipH="1">
              <a:off x="8570359" y="4422664"/>
              <a:ext cx="345880" cy="718513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375" name="Google Shape;1375;p30">
              <a:extLst>
                <a:ext uri="{FF2B5EF4-FFF2-40B4-BE49-F238E27FC236}">
                  <a16:creationId xmlns:a16="http://schemas.microsoft.com/office/drawing/2014/main" id="{50588F07-3F46-ECCF-456E-C5499CB36F00}"/>
                </a:ext>
              </a:extLst>
            </p:cNvPr>
            <p:cNvGrpSpPr/>
            <p:nvPr/>
          </p:nvGrpSpPr>
          <p:grpSpPr>
            <a:xfrm flipH="1">
              <a:off x="7133162" y="4525117"/>
              <a:ext cx="501352" cy="617327"/>
              <a:chOff x="5292342" y="3091129"/>
              <a:chExt cx="224771" cy="276766"/>
            </a:xfrm>
          </p:grpSpPr>
          <p:sp>
            <p:nvSpPr>
              <p:cNvPr id="1376" name="Google Shape;1376;p30">
                <a:extLst>
                  <a:ext uri="{FF2B5EF4-FFF2-40B4-BE49-F238E27FC236}">
                    <a16:creationId xmlns:a16="http://schemas.microsoft.com/office/drawing/2014/main" id="{4F542910-7ADD-0C61-3FDE-51DC0164E54D}"/>
                  </a:ext>
                </a:extLst>
              </p:cNvPr>
              <p:cNvSpPr/>
              <p:nvPr/>
            </p:nvSpPr>
            <p:spPr>
              <a:xfrm>
                <a:off x="5378390" y="3254253"/>
                <a:ext cx="44247" cy="113642"/>
              </a:xfrm>
              <a:custGeom>
                <a:avLst/>
                <a:gdLst/>
                <a:ahLst/>
                <a:cxnLst/>
                <a:rect l="l" t="t" r="r" b="b"/>
                <a:pathLst>
                  <a:path w="44247" h="113642" extrusionOk="0">
                    <a:moveTo>
                      <a:pt x="0" y="0"/>
                    </a:moveTo>
                    <a:lnTo>
                      <a:pt x="44247" y="0"/>
                    </a:lnTo>
                    <a:lnTo>
                      <a:pt x="44247" y="113643"/>
                    </a:lnTo>
                    <a:lnTo>
                      <a:pt x="0" y="11364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77" name="Google Shape;1377;p30">
                <a:extLst>
                  <a:ext uri="{FF2B5EF4-FFF2-40B4-BE49-F238E27FC236}">
                    <a16:creationId xmlns:a16="http://schemas.microsoft.com/office/drawing/2014/main" id="{0070562E-9203-01E1-FB5F-F1859C686C5B}"/>
                  </a:ext>
                </a:extLst>
              </p:cNvPr>
              <p:cNvSpPr/>
              <p:nvPr/>
            </p:nvSpPr>
            <p:spPr>
              <a:xfrm>
                <a:off x="5292342" y="3091129"/>
                <a:ext cx="224771" cy="224770"/>
              </a:xfrm>
              <a:custGeom>
                <a:avLst/>
                <a:gdLst/>
                <a:ahLst/>
                <a:cxnLst/>
                <a:rect l="l" t="t" r="r" b="b"/>
                <a:pathLst>
                  <a:path w="224771" h="224770" extrusionOk="0">
                    <a:moveTo>
                      <a:pt x="112385" y="224771"/>
                    </a:moveTo>
                    <a:cubicBezTo>
                      <a:pt x="174271" y="224771"/>
                      <a:pt x="224771" y="174305"/>
                      <a:pt x="224771" y="112386"/>
                    </a:cubicBezTo>
                    <a:cubicBezTo>
                      <a:pt x="224771" y="50466"/>
                      <a:pt x="174305" y="0"/>
                      <a:pt x="112385" y="0"/>
                    </a:cubicBezTo>
                    <a:cubicBezTo>
                      <a:pt x="50466" y="0"/>
                      <a:pt x="0" y="50500"/>
                      <a:pt x="0" y="112386"/>
                    </a:cubicBezTo>
                    <a:cubicBezTo>
                      <a:pt x="0" y="174271"/>
                      <a:pt x="50466" y="224771"/>
                      <a:pt x="112385" y="22477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78" name="Google Shape;1378;p30">
                <a:extLst>
                  <a:ext uri="{FF2B5EF4-FFF2-40B4-BE49-F238E27FC236}">
                    <a16:creationId xmlns:a16="http://schemas.microsoft.com/office/drawing/2014/main" id="{7A33FD96-A792-AE5E-E00D-D126D5611172}"/>
                  </a:ext>
                </a:extLst>
              </p:cNvPr>
              <p:cNvSpPr/>
              <p:nvPr/>
            </p:nvSpPr>
            <p:spPr>
              <a:xfrm>
                <a:off x="5310116" y="3108903"/>
                <a:ext cx="189189" cy="189223"/>
              </a:xfrm>
              <a:custGeom>
                <a:avLst/>
                <a:gdLst/>
                <a:ahLst/>
                <a:cxnLst/>
                <a:rect l="l" t="t" r="r" b="b"/>
                <a:pathLst>
                  <a:path w="189189" h="189223" extrusionOk="0">
                    <a:moveTo>
                      <a:pt x="94612" y="189224"/>
                    </a:moveTo>
                    <a:cubicBezTo>
                      <a:pt x="146710" y="189224"/>
                      <a:pt x="189190" y="146744"/>
                      <a:pt x="189190" y="94612"/>
                    </a:cubicBezTo>
                    <a:cubicBezTo>
                      <a:pt x="189190" y="42480"/>
                      <a:pt x="146710" y="0"/>
                      <a:pt x="94612" y="0"/>
                    </a:cubicBezTo>
                    <a:cubicBezTo>
                      <a:pt x="42514" y="0"/>
                      <a:pt x="0" y="42514"/>
                      <a:pt x="0" y="94612"/>
                    </a:cubicBezTo>
                    <a:cubicBezTo>
                      <a:pt x="0" y="146709"/>
                      <a:pt x="42480" y="189224"/>
                      <a:pt x="94612" y="18922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79" name="Google Shape;1379;p30">
                <a:extLst>
                  <a:ext uri="{FF2B5EF4-FFF2-40B4-BE49-F238E27FC236}">
                    <a16:creationId xmlns:a16="http://schemas.microsoft.com/office/drawing/2014/main" id="{A53EF193-DAF4-0A79-A54E-515B30161106}"/>
                  </a:ext>
                </a:extLst>
              </p:cNvPr>
              <p:cNvSpPr/>
              <p:nvPr/>
            </p:nvSpPr>
            <p:spPr>
              <a:xfrm>
                <a:off x="5310116" y="3108937"/>
                <a:ext cx="189189" cy="98180"/>
              </a:xfrm>
              <a:custGeom>
                <a:avLst/>
                <a:gdLst/>
                <a:ahLst/>
                <a:cxnLst/>
                <a:rect l="l" t="t" r="r" b="b"/>
                <a:pathLst>
                  <a:path w="189189" h="98180" extrusionOk="0">
                    <a:moveTo>
                      <a:pt x="94578" y="0"/>
                    </a:moveTo>
                    <a:cubicBezTo>
                      <a:pt x="146845" y="0"/>
                      <a:pt x="189190" y="42378"/>
                      <a:pt x="189190" y="94612"/>
                    </a:cubicBezTo>
                    <a:cubicBezTo>
                      <a:pt x="189190" y="95801"/>
                      <a:pt x="189190" y="96991"/>
                      <a:pt x="189122" y="98180"/>
                    </a:cubicBezTo>
                    <a:lnTo>
                      <a:pt x="68" y="98180"/>
                    </a:lnTo>
                    <a:cubicBezTo>
                      <a:pt x="68" y="96991"/>
                      <a:pt x="0" y="95801"/>
                      <a:pt x="0" y="94612"/>
                    </a:cubicBezTo>
                    <a:cubicBezTo>
                      <a:pt x="0" y="42378"/>
                      <a:pt x="42378" y="0"/>
                      <a:pt x="9461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80" name="Google Shape;1380;p30">
                <a:extLst>
                  <a:ext uri="{FF2B5EF4-FFF2-40B4-BE49-F238E27FC236}">
                    <a16:creationId xmlns:a16="http://schemas.microsoft.com/office/drawing/2014/main" id="{C487632C-C14D-8712-2ED2-A722C751473F}"/>
                  </a:ext>
                </a:extLst>
              </p:cNvPr>
              <p:cNvSpPr/>
              <p:nvPr/>
            </p:nvSpPr>
            <p:spPr>
              <a:xfrm>
                <a:off x="5402893" y="3125521"/>
                <a:ext cx="97853" cy="80440"/>
              </a:xfrm>
              <a:custGeom>
                <a:avLst/>
                <a:gdLst/>
                <a:ahLst/>
                <a:cxnLst/>
                <a:rect l="l" t="t" r="r" b="b"/>
                <a:pathLst>
                  <a:path w="97853" h="80440" extrusionOk="0">
                    <a:moveTo>
                      <a:pt x="88902" y="38810"/>
                    </a:moveTo>
                    <a:cubicBezTo>
                      <a:pt x="95223" y="52302"/>
                      <a:pt x="98078" y="66507"/>
                      <a:pt x="97840" y="80440"/>
                    </a:cubicBezTo>
                    <a:lnTo>
                      <a:pt x="0" y="80440"/>
                    </a:lnTo>
                    <a:lnTo>
                      <a:pt x="55428" y="0"/>
                    </a:lnTo>
                    <a:cubicBezTo>
                      <a:pt x="69497" y="9278"/>
                      <a:pt x="81256" y="22429"/>
                      <a:pt x="88902" y="3877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81" name="Google Shape;1381;p30">
                <a:extLst>
                  <a:ext uri="{FF2B5EF4-FFF2-40B4-BE49-F238E27FC236}">
                    <a16:creationId xmlns:a16="http://schemas.microsoft.com/office/drawing/2014/main" id="{F029B794-3299-F7BD-F611-4E085AFA7759}"/>
                  </a:ext>
                </a:extLst>
              </p:cNvPr>
              <p:cNvSpPr/>
              <p:nvPr/>
            </p:nvSpPr>
            <p:spPr>
              <a:xfrm>
                <a:off x="5362485" y="3109487"/>
                <a:ext cx="90873" cy="98173"/>
              </a:xfrm>
              <a:custGeom>
                <a:avLst/>
                <a:gdLst/>
                <a:ahLst/>
                <a:cxnLst/>
                <a:rect l="l" t="t" r="r" b="b"/>
                <a:pathLst>
                  <a:path w="90873" h="98173" extrusionOk="0">
                    <a:moveTo>
                      <a:pt x="50228" y="299"/>
                    </a:moveTo>
                    <a:cubicBezTo>
                      <a:pt x="65080" y="1455"/>
                      <a:pt x="78877" y="6008"/>
                      <a:pt x="90874" y="13111"/>
                    </a:cubicBezTo>
                    <a:lnTo>
                      <a:pt x="42548" y="98173"/>
                    </a:lnTo>
                    <a:lnTo>
                      <a:pt x="0" y="10257"/>
                    </a:lnTo>
                    <a:cubicBezTo>
                      <a:pt x="15055" y="2610"/>
                      <a:pt x="32217" y="-1128"/>
                      <a:pt x="50228" y="29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82" name="Google Shape;1382;p30">
                <a:extLst>
                  <a:ext uri="{FF2B5EF4-FFF2-40B4-BE49-F238E27FC236}">
                    <a16:creationId xmlns:a16="http://schemas.microsoft.com/office/drawing/2014/main" id="{F6AA9270-5BB8-3845-7546-A8BEAE7102A4}"/>
                  </a:ext>
                </a:extLst>
              </p:cNvPr>
              <p:cNvSpPr/>
              <p:nvPr/>
            </p:nvSpPr>
            <p:spPr>
              <a:xfrm>
                <a:off x="5311712" y="3126507"/>
                <a:ext cx="97738" cy="81629"/>
              </a:xfrm>
              <a:custGeom>
                <a:avLst/>
                <a:gdLst/>
                <a:ahLst/>
                <a:cxnLst/>
                <a:rect l="l" t="t" r="r" b="b"/>
                <a:pathLst>
                  <a:path w="97738" h="81629" extrusionOk="0">
                    <a:moveTo>
                      <a:pt x="11657" y="31775"/>
                    </a:moveTo>
                    <a:cubicBezTo>
                      <a:pt x="18862" y="18725"/>
                      <a:pt x="28649" y="8054"/>
                      <a:pt x="40068" y="0"/>
                    </a:cubicBezTo>
                    <a:lnTo>
                      <a:pt x="97739" y="79047"/>
                    </a:lnTo>
                    <a:lnTo>
                      <a:pt x="103" y="81630"/>
                    </a:lnTo>
                    <a:cubicBezTo>
                      <a:pt x="-679" y="64808"/>
                      <a:pt x="2991" y="47578"/>
                      <a:pt x="11691" y="3174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383" name="Google Shape;1383;p30">
                <a:extLst>
                  <a:ext uri="{FF2B5EF4-FFF2-40B4-BE49-F238E27FC236}">
                    <a16:creationId xmlns:a16="http://schemas.microsoft.com/office/drawing/2014/main" id="{914A0798-920F-ABC7-3A3F-7F23C5091FC8}"/>
                  </a:ext>
                </a:extLst>
              </p:cNvPr>
              <p:cNvGrpSpPr/>
              <p:nvPr/>
            </p:nvGrpSpPr>
            <p:grpSpPr>
              <a:xfrm>
                <a:off x="5361045" y="3146273"/>
                <a:ext cx="64409" cy="79667"/>
                <a:chOff x="5361045" y="3146273"/>
                <a:chExt cx="64409" cy="79667"/>
              </a:xfrm>
            </p:grpSpPr>
            <p:sp>
              <p:nvSpPr>
                <p:cNvPr id="1384" name="Google Shape;1384;p30">
                  <a:extLst>
                    <a:ext uri="{FF2B5EF4-FFF2-40B4-BE49-F238E27FC236}">
                      <a16:creationId xmlns:a16="http://schemas.microsoft.com/office/drawing/2014/main" id="{85ED2E7F-FE8C-BBD5-9F0F-49BA53520EF6}"/>
                    </a:ext>
                  </a:extLst>
                </p:cNvPr>
                <p:cNvSpPr/>
                <p:nvPr/>
              </p:nvSpPr>
              <p:spPr>
                <a:xfrm>
                  <a:off x="5382608" y="3183094"/>
                  <a:ext cx="42846" cy="42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46" h="42846" extrusionOk="0">
                      <a:moveTo>
                        <a:pt x="17328" y="404"/>
                      </a:moveTo>
                      <a:cubicBezTo>
                        <a:pt x="28951" y="-1873"/>
                        <a:pt x="40166" y="5705"/>
                        <a:pt x="42442" y="17328"/>
                      </a:cubicBezTo>
                      <a:cubicBezTo>
                        <a:pt x="44719" y="28951"/>
                        <a:pt x="37141" y="40199"/>
                        <a:pt x="25518" y="42442"/>
                      </a:cubicBezTo>
                      <a:cubicBezTo>
                        <a:pt x="13896" y="44719"/>
                        <a:pt x="2647" y="37141"/>
                        <a:pt x="404" y="25518"/>
                      </a:cubicBezTo>
                      <a:cubicBezTo>
                        <a:pt x="-1873" y="13930"/>
                        <a:pt x="5706" y="2681"/>
                        <a:pt x="17328" y="43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85" name="Google Shape;1385;p30">
                  <a:extLst>
                    <a:ext uri="{FF2B5EF4-FFF2-40B4-BE49-F238E27FC236}">
                      <a16:creationId xmlns:a16="http://schemas.microsoft.com/office/drawing/2014/main" id="{2717CE01-3673-2948-1DB9-7483E41290CE}"/>
                    </a:ext>
                  </a:extLst>
                </p:cNvPr>
                <p:cNvSpPr/>
                <p:nvPr/>
              </p:nvSpPr>
              <p:spPr>
                <a:xfrm>
                  <a:off x="5361045" y="3146273"/>
                  <a:ext cx="43376" cy="543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76" h="54353" extrusionOk="0">
                      <a:moveTo>
                        <a:pt x="30327" y="54353"/>
                      </a:moveTo>
                      <a:lnTo>
                        <a:pt x="43376" y="45348"/>
                      </a:lnTo>
                      <a:lnTo>
                        <a:pt x="14456" y="3411"/>
                      </a:lnTo>
                      <a:cubicBezTo>
                        <a:pt x="11975" y="-191"/>
                        <a:pt x="6980" y="-1075"/>
                        <a:pt x="3411" y="1406"/>
                      </a:cubicBezTo>
                      <a:lnTo>
                        <a:pt x="3411" y="1406"/>
                      </a:lnTo>
                      <a:cubicBezTo>
                        <a:pt x="-191" y="3853"/>
                        <a:pt x="-1075" y="8815"/>
                        <a:pt x="1406" y="12451"/>
                      </a:cubicBezTo>
                      <a:lnTo>
                        <a:pt x="30361" y="54353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5495545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32"/>
          <p:cNvSpPr txBox="1">
            <a:spLocks noGrp="1"/>
          </p:cNvSpPr>
          <p:nvPr>
            <p:ph type="subTitle" idx="1"/>
          </p:nvPr>
        </p:nvSpPr>
        <p:spPr>
          <a:xfrm>
            <a:off x="1682885" y="1557710"/>
            <a:ext cx="5812975" cy="17812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4400" b="1" noProof="0" dirty="0">
                <a:solidFill>
                  <a:srgbClr val="03515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Data </a:t>
            </a:r>
          </a:p>
          <a:p>
            <a:pPr marL="0" lvl="0" indent="0"/>
            <a:r>
              <a:rPr lang="en-US" sz="4400" b="1" noProof="0" dirty="0">
                <a:solidFill>
                  <a:srgbClr val="03515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Exploration</a:t>
            </a:r>
          </a:p>
        </p:txBody>
      </p:sp>
      <p:grpSp>
        <p:nvGrpSpPr>
          <p:cNvPr id="1435" name="Google Shape;1435;p32"/>
          <p:cNvGrpSpPr/>
          <p:nvPr/>
        </p:nvGrpSpPr>
        <p:grpSpPr>
          <a:xfrm rot="10800000">
            <a:off x="7386921" y="-224"/>
            <a:ext cx="1121357" cy="1865591"/>
            <a:chOff x="5075377" y="957149"/>
            <a:chExt cx="1031228" cy="1715644"/>
          </a:xfrm>
        </p:grpSpPr>
        <p:sp>
          <p:nvSpPr>
            <p:cNvPr id="1436" name="Google Shape;1436;p32"/>
            <p:cNvSpPr/>
            <p:nvPr/>
          </p:nvSpPr>
          <p:spPr>
            <a:xfrm>
              <a:off x="5135372" y="1086231"/>
              <a:ext cx="914982" cy="710980"/>
            </a:xfrm>
            <a:custGeom>
              <a:avLst/>
              <a:gdLst/>
              <a:ahLst/>
              <a:cxnLst/>
              <a:rect l="l" t="t" r="r" b="b"/>
              <a:pathLst>
                <a:path w="354988" h="275841" extrusionOk="0">
                  <a:moveTo>
                    <a:pt x="339395" y="68000"/>
                  </a:moveTo>
                  <a:lnTo>
                    <a:pt x="59366" y="268846"/>
                  </a:lnTo>
                  <a:cubicBezTo>
                    <a:pt x="42611" y="280876"/>
                    <a:pt x="19060" y="277002"/>
                    <a:pt x="6996" y="260214"/>
                  </a:cubicBezTo>
                  <a:lnTo>
                    <a:pt x="6996" y="260214"/>
                  </a:lnTo>
                  <a:cubicBezTo>
                    <a:pt x="-5034" y="243460"/>
                    <a:pt x="-1160" y="219875"/>
                    <a:pt x="15628" y="207844"/>
                  </a:cubicBezTo>
                  <a:lnTo>
                    <a:pt x="295657" y="6998"/>
                  </a:lnTo>
                  <a:cubicBezTo>
                    <a:pt x="312412" y="-5032"/>
                    <a:pt x="335963" y="-1158"/>
                    <a:pt x="347993" y="15596"/>
                  </a:cubicBezTo>
                  <a:lnTo>
                    <a:pt x="347993" y="15596"/>
                  </a:lnTo>
                  <a:cubicBezTo>
                    <a:pt x="360023" y="32350"/>
                    <a:pt x="356149" y="55901"/>
                    <a:pt x="339361" y="6796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7" name="Google Shape;1437;p32"/>
            <p:cNvSpPr/>
            <p:nvPr/>
          </p:nvSpPr>
          <p:spPr>
            <a:xfrm>
              <a:off x="5188524" y="1637416"/>
              <a:ext cx="118374" cy="118248"/>
            </a:xfrm>
            <a:custGeom>
              <a:avLst/>
              <a:gdLst/>
              <a:ahLst/>
              <a:cxnLst/>
              <a:rect l="l" t="t" r="r" b="b"/>
              <a:pathLst>
                <a:path w="45926" h="45877" extrusionOk="0">
                  <a:moveTo>
                    <a:pt x="36326" y="41579"/>
                  </a:moveTo>
                  <a:cubicBezTo>
                    <a:pt x="26029" y="48954"/>
                    <a:pt x="11688" y="46609"/>
                    <a:pt x="4313" y="36311"/>
                  </a:cubicBezTo>
                  <a:cubicBezTo>
                    <a:pt x="-3095" y="26014"/>
                    <a:pt x="-717" y="11673"/>
                    <a:pt x="9581" y="4298"/>
                  </a:cubicBezTo>
                  <a:cubicBezTo>
                    <a:pt x="19878" y="-3076"/>
                    <a:pt x="34219" y="-731"/>
                    <a:pt x="41628" y="9566"/>
                  </a:cubicBezTo>
                  <a:cubicBezTo>
                    <a:pt x="49002" y="19863"/>
                    <a:pt x="46657" y="34204"/>
                    <a:pt x="36360" y="41613"/>
                  </a:cubicBezTo>
                  <a:close/>
                </a:path>
              </a:pathLst>
            </a:custGeom>
            <a:solidFill>
              <a:srgbClr val="212B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8" name="Google Shape;1438;p32"/>
            <p:cNvSpPr/>
            <p:nvPr/>
          </p:nvSpPr>
          <p:spPr>
            <a:xfrm>
              <a:off x="5135460" y="1086237"/>
              <a:ext cx="914982" cy="711063"/>
            </a:xfrm>
            <a:custGeom>
              <a:avLst/>
              <a:gdLst/>
              <a:ahLst/>
              <a:cxnLst/>
              <a:rect l="l" t="t" r="r" b="b"/>
              <a:pathLst>
                <a:path w="354988" h="275873" extrusionOk="0">
                  <a:moveTo>
                    <a:pt x="15628" y="67998"/>
                  </a:moveTo>
                  <a:lnTo>
                    <a:pt x="295623" y="268878"/>
                  </a:lnTo>
                  <a:cubicBezTo>
                    <a:pt x="312378" y="280908"/>
                    <a:pt x="335963" y="277034"/>
                    <a:pt x="347993" y="260246"/>
                  </a:cubicBezTo>
                  <a:lnTo>
                    <a:pt x="347993" y="260246"/>
                  </a:lnTo>
                  <a:cubicBezTo>
                    <a:pt x="360023" y="243492"/>
                    <a:pt x="356149" y="219907"/>
                    <a:pt x="339361" y="207876"/>
                  </a:cubicBezTo>
                  <a:lnTo>
                    <a:pt x="59332" y="6996"/>
                  </a:lnTo>
                  <a:cubicBezTo>
                    <a:pt x="42577" y="-5034"/>
                    <a:pt x="19026" y="-1160"/>
                    <a:pt x="6996" y="15628"/>
                  </a:cubicBezTo>
                  <a:lnTo>
                    <a:pt x="6996" y="15628"/>
                  </a:lnTo>
                  <a:cubicBezTo>
                    <a:pt x="-5034" y="32382"/>
                    <a:pt x="-1160" y="55933"/>
                    <a:pt x="15628" y="679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9" name="Google Shape;1439;p32"/>
            <p:cNvSpPr/>
            <p:nvPr/>
          </p:nvSpPr>
          <p:spPr>
            <a:xfrm>
              <a:off x="5878841" y="1637333"/>
              <a:ext cx="118323" cy="118369"/>
            </a:xfrm>
            <a:custGeom>
              <a:avLst/>
              <a:gdLst/>
              <a:ahLst/>
              <a:cxnLst/>
              <a:rect l="l" t="t" r="r" b="b"/>
              <a:pathLst>
                <a:path w="45906" h="45924" extrusionOk="0">
                  <a:moveTo>
                    <a:pt x="9547" y="41611"/>
                  </a:moveTo>
                  <a:cubicBezTo>
                    <a:pt x="19844" y="49020"/>
                    <a:pt x="34185" y="46641"/>
                    <a:pt x="41594" y="36343"/>
                  </a:cubicBezTo>
                  <a:cubicBezTo>
                    <a:pt x="49002" y="26046"/>
                    <a:pt x="46623" y="11705"/>
                    <a:pt x="36326" y="4296"/>
                  </a:cubicBezTo>
                  <a:cubicBezTo>
                    <a:pt x="26029" y="-3078"/>
                    <a:pt x="11688" y="-733"/>
                    <a:pt x="4313" y="9598"/>
                  </a:cubicBezTo>
                  <a:cubicBezTo>
                    <a:pt x="-3095" y="19895"/>
                    <a:pt x="-716" y="34236"/>
                    <a:pt x="9581" y="41611"/>
                  </a:cubicBezTo>
                  <a:close/>
                </a:path>
              </a:pathLst>
            </a:custGeom>
            <a:solidFill>
              <a:srgbClr val="212B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0" name="Google Shape;1440;p32"/>
            <p:cNvSpPr/>
            <p:nvPr/>
          </p:nvSpPr>
          <p:spPr>
            <a:xfrm>
              <a:off x="5135460" y="1607696"/>
              <a:ext cx="915069" cy="710975"/>
            </a:xfrm>
            <a:custGeom>
              <a:avLst/>
              <a:gdLst/>
              <a:ahLst/>
              <a:cxnLst/>
              <a:rect l="l" t="t" r="r" b="b"/>
              <a:pathLst>
                <a:path w="355022" h="275839" extrusionOk="0">
                  <a:moveTo>
                    <a:pt x="339327" y="67963"/>
                  </a:moveTo>
                  <a:lnTo>
                    <a:pt x="59332" y="268844"/>
                  </a:lnTo>
                  <a:cubicBezTo>
                    <a:pt x="42577" y="280874"/>
                    <a:pt x="19026" y="277000"/>
                    <a:pt x="6996" y="260212"/>
                  </a:cubicBezTo>
                  <a:lnTo>
                    <a:pt x="6996" y="260212"/>
                  </a:lnTo>
                  <a:cubicBezTo>
                    <a:pt x="-5034" y="243458"/>
                    <a:pt x="-1160" y="219873"/>
                    <a:pt x="15628" y="207876"/>
                  </a:cubicBezTo>
                  <a:lnTo>
                    <a:pt x="295657" y="6996"/>
                  </a:lnTo>
                  <a:cubicBezTo>
                    <a:pt x="312412" y="-5034"/>
                    <a:pt x="335997" y="-1160"/>
                    <a:pt x="348027" y="15628"/>
                  </a:cubicBezTo>
                  <a:lnTo>
                    <a:pt x="348027" y="15628"/>
                  </a:lnTo>
                  <a:cubicBezTo>
                    <a:pt x="360057" y="32382"/>
                    <a:pt x="356183" y="55933"/>
                    <a:pt x="339395" y="679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1" name="Google Shape;1441;p32"/>
            <p:cNvSpPr/>
            <p:nvPr/>
          </p:nvSpPr>
          <p:spPr>
            <a:xfrm>
              <a:off x="5887986" y="1651606"/>
              <a:ext cx="118336" cy="118367"/>
            </a:xfrm>
            <a:custGeom>
              <a:avLst/>
              <a:gdLst/>
              <a:ahLst/>
              <a:cxnLst/>
              <a:rect l="l" t="t" r="r" b="b"/>
              <a:pathLst>
                <a:path w="45911" h="45923" extrusionOk="0">
                  <a:moveTo>
                    <a:pt x="36345" y="41611"/>
                  </a:moveTo>
                  <a:cubicBezTo>
                    <a:pt x="26048" y="49019"/>
                    <a:pt x="11707" y="46641"/>
                    <a:pt x="4298" y="36343"/>
                  </a:cubicBezTo>
                  <a:cubicBezTo>
                    <a:pt x="-3076" y="26046"/>
                    <a:pt x="-731" y="11705"/>
                    <a:pt x="9566" y="4296"/>
                  </a:cubicBezTo>
                  <a:cubicBezTo>
                    <a:pt x="19897" y="-3078"/>
                    <a:pt x="34204" y="-733"/>
                    <a:pt x="41613" y="9598"/>
                  </a:cubicBezTo>
                  <a:cubicBezTo>
                    <a:pt x="48988" y="19895"/>
                    <a:pt x="46643" y="34236"/>
                    <a:pt x="36345" y="41611"/>
                  </a:cubicBezTo>
                  <a:close/>
                </a:path>
              </a:pathLst>
            </a:custGeom>
            <a:solidFill>
              <a:srgbClr val="161D1E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2" name="Google Shape;1442;p32"/>
            <p:cNvSpPr/>
            <p:nvPr/>
          </p:nvSpPr>
          <p:spPr>
            <a:xfrm>
              <a:off x="5188436" y="2158788"/>
              <a:ext cx="118287" cy="118336"/>
            </a:xfrm>
            <a:custGeom>
              <a:avLst/>
              <a:gdLst/>
              <a:ahLst/>
              <a:cxnLst/>
              <a:rect l="l" t="t" r="r" b="b"/>
              <a:pathLst>
                <a:path w="45892" h="45911" extrusionOk="0">
                  <a:moveTo>
                    <a:pt x="36360" y="41613"/>
                  </a:moveTo>
                  <a:cubicBezTo>
                    <a:pt x="26063" y="48988"/>
                    <a:pt x="11722" y="46643"/>
                    <a:pt x="4313" y="36345"/>
                  </a:cubicBezTo>
                  <a:cubicBezTo>
                    <a:pt x="-3095" y="26014"/>
                    <a:pt x="-717" y="11707"/>
                    <a:pt x="9581" y="4298"/>
                  </a:cubicBezTo>
                  <a:cubicBezTo>
                    <a:pt x="19878" y="-3076"/>
                    <a:pt x="34219" y="-731"/>
                    <a:pt x="41594" y="9566"/>
                  </a:cubicBezTo>
                  <a:cubicBezTo>
                    <a:pt x="48968" y="19863"/>
                    <a:pt x="46623" y="34204"/>
                    <a:pt x="36326" y="41613"/>
                  </a:cubicBezTo>
                  <a:close/>
                </a:path>
              </a:pathLst>
            </a:custGeom>
            <a:solidFill>
              <a:srgbClr val="212B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3" name="Google Shape;1443;p32"/>
            <p:cNvSpPr/>
            <p:nvPr/>
          </p:nvSpPr>
          <p:spPr>
            <a:xfrm>
              <a:off x="5135460" y="1607521"/>
              <a:ext cx="914899" cy="711063"/>
            </a:xfrm>
            <a:custGeom>
              <a:avLst/>
              <a:gdLst/>
              <a:ahLst/>
              <a:cxnLst/>
              <a:rect l="l" t="t" r="r" b="b"/>
              <a:pathLst>
                <a:path w="354956" h="275873" extrusionOk="0">
                  <a:moveTo>
                    <a:pt x="15594" y="68031"/>
                  </a:moveTo>
                  <a:lnTo>
                    <a:pt x="295589" y="268878"/>
                  </a:lnTo>
                  <a:cubicBezTo>
                    <a:pt x="312344" y="280908"/>
                    <a:pt x="335929" y="277034"/>
                    <a:pt x="347959" y="260246"/>
                  </a:cubicBezTo>
                  <a:lnTo>
                    <a:pt x="347959" y="260246"/>
                  </a:lnTo>
                  <a:cubicBezTo>
                    <a:pt x="359989" y="243492"/>
                    <a:pt x="356115" y="219941"/>
                    <a:pt x="339361" y="207876"/>
                  </a:cubicBezTo>
                  <a:lnTo>
                    <a:pt x="59332" y="6996"/>
                  </a:lnTo>
                  <a:cubicBezTo>
                    <a:pt x="42577" y="-5034"/>
                    <a:pt x="19026" y="-1160"/>
                    <a:pt x="6996" y="15628"/>
                  </a:cubicBezTo>
                  <a:lnTo>
                    <a:pt x="6996" y="15628"/>
                  </a:lnTo>
                  <a:cubicBezTo>
                    <a:pt x="-5034" y="32382"/>
                    <a:pt x="-1160" y="55967"/>
                    <a:pt x="15628" y="679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4" name="Google Shape;1444;p32"/>
            <p:cNvSpPr/>
            <p:nvPr/>
          </p:nvSpPr>
          <p:spPr>
            <a:xfrm>
              <a:off x="5179196" y="1651601"/>
              <a:ext cx="118387" cy="118305"/>
            </a:xfrm>
            <a:custGeom>
              <a:avLst/>
              <a:gdLst/>
              <a:ahLst/>
              <a:cxnLst/>
              <a:rect l="l" t="t" r="r" b="b"/>
              <a:pathLst>
                <a:path w="45931" h="45899" extrusionOk="0">
                  <a:moveTo>
                    <a:pt x="9598" y="41613"/>
                  </a:moveTo>
                  <a:cubicBezTo>
                    <a:pt x="19895" y="48988"/>
                    <a:pt x="34236" y="46609"/>
                    <a:pt x="41645" y="36311"/>
                  </a:cubicBezTo>
                  <a:cubicBezTo>
                    <a:pt x="49019" y="26014"/>
                    <a:pt x="46641" y="11673"/>
                    <a:pt x="36343" y="4298"/>
                  </a:cubicBezTo>
                  <a:cubicBezTo>
                    <a:pt x="26046" y="-3076"/>
                    <a:pt x="11705" y="-731"/>
                    <a:pt x="4296" y="9566"/>
                  </a:cubicBezTo>
                  <a:cubicBezTo>
                    <a:pt x="-3078" y="19863"/>
                    <a:pt x="-733" y="34204"/>
                    <a:pt x="9598" y="41613"/>
                  </a:cubicBezTo>
                  <a:close/>
                </a:path>
              </a:pathLst>
            </a:custGeom>
            <a:solidFill>
              <a:srgbClr val="161D1E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5" name="Google Shape;1445;p32"/>
            <p:cNvSpPr/>
            <p:nvPr/>
          </p:nvSpPr>
          <p:spPr>
            <a:xfrm>
              <a:off x="5878841" y="2158700"/>
              <a:ext cx="118287" cy="118336"/>
            </a:xfrm>
            <a:custGeom>
              <a:avLst/>
              <a:gdLst/>
              <a:ahLst/>
              <a:cxnLst/>
              <a:rect l="l" t="t" r="r" b="b"/>
              <a:pathLst>
                <a:path w="45892" h="45911" extrusionOk="0">
                  <a:moveTo>
                    <a:pt x="9547" y="41613"/>
                  </a:moveTo>
                  <a:cubicBezTo>
                    <a:pt x="19844" y="48988"/>
                    <a:pt x="34185" y="46643"/>
                    <a:pt x="41594" y="36346"/>
                  </a:cubicBezTo>
                  <a:cubicBezTo>
                    <a:pt x="48968" y="26014"/>
                    <a:pt x="46623" y="11707"/>
                    <a:pt x="36326" y="4298"/>
                  </a:cubicBezTo>
                  <a:cubicBezTo>
                    <a:pt x="26029" y="-3076"/>
                    <a:pt x="11688" y="-731"/>
                    <a:pt x="4313" y="9566"/>
                  </a:cubicBezTo>
                  <a:cubicBezTo>
                    <a:pt x="-3095" y="19863"/>
                    <a:pt x="-716" y="34205"/>
                    <a:pt x="9581" y="41613"/>
                  </a:cubicBezTo>
                  <a:close/>
                </a:path>
              </a:pathLst>
            </a:custGeom>
            <a:solidFill>
              <a:srgbClr val="212B2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6" name="Google Shape;1446;p32"/>
            <p:cNvSpPr/>
            <p:nvPr/>
          </p:nvSpPr>
          <p:spPr>
            <a:xfrm>
              <a:off x="5493973" y="2120485"/>
              <a:ext cx="554183" cy="452140"/>
            </a:xfrm>
            <a:custGeom>
              <a:avLst/>
              <a:gdLst/>
              <a:ahLst/>
              <a:cxnLst/>
              <a:rect l="l" t="t" r="r" b="b"/>
              <a:pathLst>
                <a:path w="215008" h="175418" extrusionOk="0">
                  <a:moveTo>
                    <a:pt x="199380" y="67966"/>
                  </a:moveTo>
                  <a:lnTo>
                    <a:pt x="59366" y="168423"/>
                  </a:lnTo>
                  <a:cubicBezTo>
                    <a:pt x="42611" y="180453"/>
                    <a:pt x="19060" y="176579"/>
                    <a:pt x="6996" y="159791"/>
                  </a:cubicBezTo>
                  <a:lnTo>
                    <a:pt x="6996" y="159791"/>
                  </a:lnTo>
                  <a:cubicBezTo>
                    <a:pt x="-5034" y="143037"/>
                    <a:pt x="-1160" y="119452"/>
                    <a:pt x="15628" y="107421"/>
                  </a:cubicBezTo>
                  <a:lnTo>
                    <a:pt x="155643" y="6998"/>
                  </a:lnTo>
                  <a:cubicBezTo>
                    <a:pt x="172397" y="-5032"/>
                    <a:pt x="195982" y="-1158"/>
                    <a:pt x="208012" y="15596"/>
                  </a:cubicBezTo>
                  <a:lnTo>
                    <a:pt x="208012" y="15596"/>
                  </a:lnTo>
                  <a:cubicBezTo>
                    <a:pt x="220043" y="32384"/>
                    <a:pt x="216168" y="55935"/>
                    <a:pt x="199380" y="6796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7" name="Google Shape;1447;p32"/>
            <p:cNvSpPr/>
            <p:nvPr/>
          </p:nvSpPr>
          <p:spPr>
            <a:xfrm>
              <a:off x="5885796" y="2164356"/>
              <a:ext cx="118336" cy="118369"/>
            </a:xfrm>
            <a:custGeom>
              <a:avLst/>
              <a:gdLst/>
              <a:ahLst/>
              <a:cxnLst/>
              <a:rect l="l" t="t" r="r" b="b"/>
              <a:pathLst>
                <a:path w="45911" h="45924" extrusionOk="0">
                  <a:moveTo>
                    <a:pt x="36345" y="41628"/>
                  </a:moveTo>
                  <a:cubicBezTo>
                    <a:pt x="26048" y="49002"/>
                    <a:pt x="11707" y="46657"/>
                    <a:pt x="4298" y="36326"/>
                  </a:cubicBezTo>
                  <a:cubicBezTo>
                    <a:pt x="-3076" y="26029"/>
                    <a:pt x="-731" y="11688"/>
                    <a:pt x="9566" y="4313"/>
                  </a:cubicBezTo>
                  <a:cubicBezTo>
                    <a:pt x="19863" y="-3095"/>
                    <a:pt x="34204" y="-716"/>
                    <a:pt x="41613" y="9581"/>
                  </a:cubicBezTo>
                  <a:cubicBezTo>
                    <a:pt x="48988" y="19878"/>
                    <a:pt x="46643" y="34219"/>
                    <a:pt x="36345" y="41628"/>
                  </a:cubicBezTo>
                  <a:close/>
                </a:path>
              </a:pathLst>
            </a:custGeom>
            <a:solidFill>
              <a:srgbClr val="161D1E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8" name="Google Shape;1448;p32"/>
            <p:cNvSpPr/>
            <p:nvPr/>
          </p:nvSpPr>
          <p:spPr>
            <a:xfrm>
              <a:off x="5133311" y="2120485"/>
              <a:ext cx="546085" cy="445657"/>
            </a:xfrm>
            <a:custGeom>
              <a:avLst/>
              <a:gdLst/>
              <a:ahLst/>
              <a:cxnLst/>
              <a:rect l="l" t="t" r="r" b="b"/>
              <a:pathLst>
                <a:path w="211866" h="172903" extrusionOk="0">
                  <a:moveTo>
                    <a:pt x="15613" y="67966"/>
                  </a:moveTo>
                  <a:lnTo>
                    <a:pt x="152501" y="165908"/>
                  </a:lnTo>
                  <a:cubicBezTo>
                    <a:pt x="169290" y="177938"/>
                    <a:pt x="192807" y="174064"/>
                    <a:pt x="204871" y="157276"/>
                  </a:cubicBezTo>
                  <a:lnTo>
                    <a:pt x="204871" y="157276"/>
                  </a:lnTo>
                  <a:cubicBezTo>
                    <a:pt x="216901" y="140522"/>
                    <a:pt x="213027" y="116937"/>
                    <a:pt x="196239" y="104940"/>
                  </a:cubicBezTo>
                  <a:lnTo>
                    <a:pt x="59351" y="6998"/>
                  </a:lnTo>
                  <a:cubicBezTo>
                    <a:pt x="42563" y="-5032"/>
                    <a:pt x="19046" y="-1158"/>
                    <a:pt x="6981" y="15596"/>
                  </a:cubicBezTo>
                  <a:lnTo>
                    <a:pt x="6981" y="15596"/>
                  </a:lnTo>
                  <a:cubicBezTo>
                    <a:pt x="-5015" y="32350"/>
                    <a:pt x="-1175" y="55969"/>
                    <a:pt x="15613" y="6796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9" name="Google Shape;1449;p32"/>
            <p:cNvSpPr/>
            <p:nvPr/>
          </p:nvSpPr>
          <p:spPr>
            <a:xfrm>
              <a:off x="5177140" y="2164395"/>
              <a:ext cx="118323" cy="118336"/>
            </a:xfrm>
            <a:custGeom>
              <a:avLst/>
              <a:gdLst/>
              <a:ahLst/>
              <a:cxnLst/>
              <a:rect l="l" t="t" r="r" b="b"/>
              <a:pathLst>
                <a:path w="45906" h="45911" extrusionOk="0">
                  <a:moveTo>
                    <a:pt x="9547" y="41613"/>
                  </a:moveTo>
                  <a:cubicBezTo>
                    <a:pt x="19844" y="48988"/>
                    <a:pt x="34185" y="46643"/>
                    <a:pt x="41594" y="36345"/>
                  </a:cubicBezTo>
                  <a:cubicBezTo>
                    <a:pt x="49002" y="26048"/>
                    <a:pt x="46623" y="11707"/>
                    <a:pt x="36326" y="4298"/>
                  </a:cubicBezTo>
                  <a:cubicBezTo>
                    <a:pt x="26029" y="-3076"/>
                    <a:pt x="11688" y="-731"/>
                    <a:pt x="4313" y="9566"/>
                  </a:cubicBezTo>
                  <a:cubicBezTo>
                    <a:pt x="-3095" y="19863"/>
                    <a:pt x="-717" y="34204"/>
                    <a:pt x="9581" y="41613"/>
                  </a:cubicBezTo>
                  <a:close/>
                </a:path>
              </a:pathLst>
            </a:custGeom>
            <a:solidFill>
              <a:srgbClr val="161D1E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0" name="Google Shape;1450;p32"/>
            <p:cNvSpPr/>
            <p:nvPr/>
          </p:nvSpPr>
          <p:spPr>
            <a:xfrm>
              <a:off x="5411734" y="2283789"/>
              <a:ext cx="389004" cy="389004"/>
            </a:xfrm>
            <a:custGeom>
              <a:avLst/>
              <a:gdLst/>
              <a:ahLst/>
              <a:cxnLst/>
              <a:rect l="l" t="t" r="r" b="b"/>
              <a:pathLst>
                <a:path w="150923" h="150923" extrusionOk="0">
                  <a:moveTo>
                    <a:pt x="75479" y="150924"/>
                  </a:moveTo>
                  <a:cubicBezTo>
                    <a:pt x="33780" y="150924"/>
                    <a:pt x="0" y="117143"/>
                    <a:pt x="0" y="75479"/>
                  </a:cubicBezTo>
                  <a:cubicBezTo>
                    <a:pt x="0" y="33814"/>
                    <a:pt x="33780" y="0"/>
                    <a:pt x="75479" y="0"/>
                  </a:cubicBezTo>
                  <a:cubicBezTo>
                    <a:pt x="117143" y="0"/>
                    <a:pt x="150958" y="33814"/>
                    <a:pt x="150924" y="75479"/>
                  </a:cubicBezTo>
                  <a:cubicBezTo>
                    <a:pt x="150924" y="117143"/>
                    <a:pt x="117143" y="150924"/>
                    <a:pt x="75479" y="1509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1" name="Google Shape;1451;p32"/>
            <p:cNvSpPr/>
            <p:nvPr/>
          </p:nvSpPr>
          <p:spPr>
            <a:xfrm>
              <a:off x="5493086" y="2363914"/>
              <a:ext cx="231073" cy="231073"/>
            </a:xfrm>
            <a:custGeom>
              <a:avLst/>
              <a:gdLst/>
              <a:ahLst/>
              <a:cxnLst/>
              <a:rect l="l" t="t" r="r" b="b"/>
              <a:pathLst>
                <a:path w="89650" h="89650" extrusionOk="0">
                  <a:moveTo>
                    <a:pt x="44825" y="89650"/>
                  </a:moveTo>
                  <a:cubicBezTo>
                    <a:pt x="20085" y="89650"/>
                    <a:pt x="34" y="69599"/>
                    <a:pt x="0" y="44825"/>
                  </a:cubicBezTo>
                  <a:cubicBezTo>
                    <a:pt x="0" y="20085"/>
                    <a:pt x="20085" y="34"/>
                    <a:pt x="44825" y="0"/>
                  </a:cubicBezTo>
                  <a:cubicBezTo>
                    <a:pt x="69566" y="0"/>
                    <a:pt x="89650" y="20085"/>
                    <a:pt x="89650" y="44825"/>
                  </a:cubicBezTo>
                  <a:cubicBezTo>
                    <a:pt x="89650" y="69565"/>
                    <a:pt x="69600" y="89616"/>
                    <a:pt x="44859" y="896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452" name="Google Shape;1452;p32"/>
            <p:cNvGrpSpPr/>
            <p:nvPr/>
          </p:nvGrpSpPr>
          <p:grpSpPr>
            <a:xfrm>
              <a:off x="5462260" y="2324333"/>
              <a:ext cx="287143" cy="305870"/>
              <a:chOff x="413198" y="3377501"/>
              <a:chExt cx="111434" cy="118706"/>
            </a:xfrm>
          </p:grpSpPr>
          <p:sp>
            <p:nvSpPr>
              <p:cNvPr id="1453" name="Google Shape;1453;p32"/>
              <p:cNvSpPr/>
              <p:nvPr/>
            </p:nvSpPr>
            <p:spPr>
              <a:xfrm>
                <a:off x="454557" y="3477890"/>
                <a:ext cx="27459" cy="18317"/>
              </a:xfrm>
              <a:custGeom>
                <a:avLst/>
                <a:gdLst/>
                <a:ahLst/>
                <a:cxnLst/>
                <a:rect l="l" t="t" r="r" b="b"/>
                <a:pathLst>
                  <a:path w="27459" h="18317" extrusionOk="0">
                    <a:moveTo>
                      <a:pt x="27459" y="0"/>
                    </a:moveTo>
                    <a:lnTo>
                      <a:pt x="0" y="0"/>
                    </a:lnTo>
                    <a:lnTo>
                      <a:pt x="5743" y="18318"/>
                    </a:lnTo>
                    <a:lnTo>
                      <a:pt x="21988" y="18283"/>
                    </a:lnTo>
                    <a:lnTo>
                      <a:pt x="274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54" name="Google Shape;1454;p32"/>
              <p:cNvSpPr/>
              <p:nvPr/>
            </p:nvSpPr>
            <p:spPr>
              <a:xfrm>
                <a:off x="497309" y="3446013"/>
                <a:ext cx="26813" cy="27969"/>
              </a:xfrm>
              <a:custGeom>
                <a:avLst/>
                <a:gdLst/>
                <a:ahLst/>
                <a:cxnLst/>
                <a:rect l="l" t="t" r="r" b="b"/>
                <a:pathLst>
                  <a:path w="26813" h="27969" extrusionOk="0">
                    <a:moveTo>
                      <a:pt x="13730" y="0"/>
                    </a:moveTo>
                    <a:lnTo>
                      <a:pt x="0" y="23789"/>
                    </a:lnTo>
                    <a:lnTo>
                      <a:pt x="18691" y="27969"/>
                    </a:lnTo>
                    <a:lnTo>
                      <a:pt x="26813" y="13900"/>
                    </a:lnTo>
                    <a:lnTo>
                      <a:pt x="1373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55" name="Google Shape;1455;p32"/>
              <p:cNvSpPr/>
              <p:nvPr/>
            </p:nvSpPr>
            <p:spPr>
              <a:xfrm>
                <a:off x="497921" y="3400576"/>
                <a:ext cx="26711" cy="28172"/>
              </a:xfrm>
              <a:custGeom>
                <a:avLst/>
                <a:gdLst/>
                <a:ahLst/>
                <a:cxnLst/>
                <a:rect l="l" t="t" r="r" b="b"/>
                <a:pathLst>
                  <a:path w="26711" h="28172" extrusionOk="0">
                    <a:moveTo>
                      <a:pt x="0" y="4384"/>
                    </a:moveTo>
                    <a:lnTo>
                      <a:pt x="13730" y="28173"/>
                    </a:lnTo>
                    <a:lnTo>
                      <a:pt x="26712" y="14035"/>
                    </a:lnTo>
                    <a:lnTo>
                      <a:pt x="18589" y="0"/>
                    </a:lnTo>
                    <a:lnTo>
                      <a:pt x="0" y="438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56" name="Google Shape;1456;p32"/>
              <p:cNvSpPr/>
              <p:nvPr/>
            </p:nvSpPr>
            <p:spPr>
              <a:xfrm>
                <a:off x="455815" y="3377501"/>
                <a:ext cx="27459" cy="18283"/>
              </a:xfrm>
              <a:custGeom>
                <a:avLst/>
                <a:gdLst/>
                <a:ahLst/>
                <a:cxnLst/>
                <a:rect l="l" t="t" r="r" b="b"/>
                <a:pathLst>
                  <a:path w="27459" h="18283" extrusionOk="0">
                    <a:moveTo>
                      <a:pt x="0" y="18283"/>
                    </a:moveTo>
                    <a:lnTo>
                      <a:pt x="27459" y="18283"/>
                    </a:lnTo>
                    <a:lnTo>
                      <a:pt x="21716" y="0"/>
                    </a:lnTo>
                    <a:lnTo>
                      <a:pt x="5471" y="0"/>
                    </a:lnTo>
                    <a:lnTo>
                      <a:pt x="0" y="1828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57" name="Google Shape;1457;p32"/>
              <p:cNvSpPr/>
              <p:nvPr/>
            </p:nvSpPr>
            <p:spPr>
              <a:xfrm>
                <a:off x="413708" y="3399693"/>
                <a:ext cx="26813" cy="27968"/>
              </a:xfrm>
              <a:custGeom>
                <a:avLst/>
                <a:gdLst/>
                <a:ahLst/>
                <a:cxnLst/>
                <a:rect l="l" t="t" r="r" b="b"/>
                <a:pathLst>
                  <a:path w="26813" h="27968" extrusionOk="0">
                    <a:moveTo>
                      <a:pt x="13084" y="27969"/>
                    </a:moveTo>
                    <a:lnTo>
                      <a:pt x="26813" y="4180"/>
                    </a:lnTo>
                    <a:lnTo>
                      <a:pt x="8122" y="0"/>
                    </a:lnTo>
                    <a:lnTo>
                      <a:pt x="0" y="14069"/>
                    </a:lnTo>
                    <a:lnTo>
                      <a:pt x="13084" y="2796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58" name="Google Shape;1458;p32"/>
              <p:cNvSpPr/>
              <p:nvPr/>
            </p:nvSpPr>
            <p:spPr>
              <a:xfrm>
                <a:off x="413198" y="3444959"/>
                <a:ext cx="26711" cy="28172"/>
              </a:xfrm>
              <a:custGeom>
                <a:avLst/>
                <a:gdLst/>
                <a:ahLst/>
                <a:cxnLst/>
                <a:rect l="l" t="t" r="r" b="b"/>
                <a:pathLst>
                  <a:path w="26711" h="28172" extrusionOk="0">
                    <a:moveTo>
                      <a:pt x="26712" y="23789"/>
                    </a:moveTo>
                    <a:lnTo>
                      <a:pt x="12982" y="0"/>
                    </a:lnTo>
                    <a:lnTo>
                      <a:pt x="0" y="14104"/>
                    </a:lnTo>
                    <a:lnTo>
                      <a:pt x="8122" y="28173"/>
                    </a:lnTo>
                    <a:lnTo>
                      <a:pt x="26712" y="2378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59" name="Google Shape;1459;p32"/>
              <p:cNvSpPr/>
              <p:nvPr/>
            </p:nvSpPr>
            <p:spPr>
              <a:xfrm>
                <a:off x="422862" y="3390800"/>
                <a:ext cx="92141" cy="92115"/>
              </a:xfrm>
              <a:custGeom>
                <a:avLst/>
                <a:gdLst/>
                <a:ahLst/>
                <a:cxnLst/>
                <a:rect l="l" t="t" r="r" b="b"/>
                <a:pathLst>
                  <a:path w="92141" h="92115" extrusionOk="0">
                    <a:moveTo>
                      <a:pt x="23030" y="85934"/>
                    </a:moveTo>
                    <a:cubicBezTo>
                      <a:pt x="1008" y="73224"/>
                      <a:pt x="-6537" y="45051"/>
                      <a:pt x="6173" y="23030"/>
                    </a:cubicBezTo>
                    <a:cubicBezTo>
                      <a:pt x="18884" y="1008"/>
                      <a:pt x="47090" y="-6537"/>
                      <a:pt x="69112" y="6173"/>
                    </a:cubicBezTo>
                    <a:cubicBezTo>
                      <a:pt x="91134" y="18884"/>
                      <a:pt x="98678" y="47056"/>
                      <a:pt x="85968" y="69078"/>
                    </a:cubicBezTo>
                    <a:cubicBezTo>
                      <a:pt x="73258" y="91134"/>
                      <a:pt x="45085" y="98644"/>
                      <a:pt x="23064" y="85934"/>
                    </a:cubicBezTo>
                    <a:lnTo>
                      <a:pt x="23064" y="85934"/>
                    </a:lnTo>
                    <a:close/>
                    <a:moveTo>
                      <a:pt x="43046" y="51270"/>
                    </a:moveTo>
                    <a:cubicBezTo>
                      <a:pt x="45935" y="52936"/>
                      <a:pt x="49639" y="51950"/>
                      <a:pt x="51304" y="49061"/>
                    </a:cubicBezTo>
                    <a:cubicBezTo>
                      <a:pt x="52970" y="46173"/>
                      <a:pt x="51984" y="42468"/>
                      <a:pt x="49095" y="40803"/>
                    </a:cubicBezTo>
                    <a:cubicBezTo>
                      <a:pt x="46207" y="39138"/>
                      <a:pt x="42503" y="40124"/>
                      <a:pt x="40837" y="43012"/>
                    </a:cubicBezTo>
                    <a:cubicBezTo>
                      <a:pt x="39172" y="45901"/>
                      <a:pt x="40158" y="49571"/>
                      <a:pt x="43046" y="5127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1460" name="Google Shape;1460;p32"/>
            <p:cNvSpPr/>
            <p:nvPr/>
          </p:nvSpPr>
          <p:spPr>
            <a:xfrm>
              <a:off x="5487183" y="2358518"/>
              <a:ext cx="222088" cy="177780"/>
            </a:xfrm>
            <a:custGeom>
              <a:avLst/>
              <a:gdLst/>
              <a:ahLst/>
              <a:cxnLst/>
              <a:rect l="l" t="t" r="r" b="b"/>
              <a:pathLst>
                <a:path w="86164" h="68974" extrusionOk="0">
                  <a:moveTo>
                    <a:pt x="6097" y="68975"/>
                  </a:moveTo>
                  <a:cubicBezTo>
                    <a:pt x="-1753" y="55211"/>
                    <a:pt x="-2331" y="37744"/>
                    <a:pt x="6165" y="23062"/>
                  </a:cubicBezTo>
                  <a:cubicBezTo>
                    <a:pt x="18875" y="1007"/>
                    <a:pt x="47082" y="-6538"/>
                    <a:pt x="69070" y="6172"/>
                  </a:cubicBezTo>
                  <a:cubicBezTo>
                    <a:pt x="76479" y="10454"/>
                    <a:pt x="82256" y="16503"/>
                    <a:pt x="86164" y="23470"/>
                  </a:cubicBezTo>
                  <a:lnTo>
                    <a:pt x="51364" y="43215"/>
                  </a:lnTo>
                  <a:cubicBezTo>
                    <a:pt x="50855" y="42263"/>
                    <a:pt x="50073" y="41414"/>
                    <a:pt x="49053" y="40802"/>
                  </a:cubicBezTo>
                  <a:cubicBezTo>
                    <a:pt x="46165" y="39137"/>
                    <a:pt x="42460" y="40122"/>
                    <a:pt x="40795" y="43011"/>
                  </a:cubicBezTo>
                  <a:cubicBezTo>
                    <a:pt x="39674" y="44982"/>
                    <a:pt x="39776" y="47327"/>
                    <a:pt x="40863" y="49162"/>
                  </a:cubicBezTo>
                  <a:lnTo>
                    <a:pt x="6063" y="68941"/>
                  </a:lnTo>
                  <a:close/>
                </a:path>
              </a:pathLst>
            </a:custGeom>
            <a:solidFill>
              <a:srgbClr val="161D1E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461" name="Google Shape;1461;p32"/>
            <p:cNvGrpSpPr/>
            <p:nvPr/>
          </p:nvGrpSpPr>
          <p:grpSpPr>
            <a:xfrm>
              <a:off x="5075377" y="957149"/>
              <a:ext cx="1031228" cy="358499"/>
              <a:chOff x="263057" y="2846906"/>
              <a:chExt cx="400197" cy="139131"/>
            </a:xfrm>
          </p:grpSpPr>
          <p:sp>
            <p:nvSpPr>
              <p:cNvPr id="1462" name="Google Shape;1462;p32"/>
              <p:cNvSpPr/>
              <p:nvPr/>
            </p:nvSpPr>
            <p:spPr>
              <a:xfrm>
                <a:off x="578432" y="2914043"/>
                <a:ext cx="45926" cy="45926"/>
              </a:xfrm>
              <a:custGeom>
                <a:avLst/>
                <a:gdLst/>
                <a:ahLst/>
                <a:cxnLst/>
                <a:rect l="l" t="t" r="r" b="b"/>
                <a:pathLst>
                  <a:path w="45926" h="45926" extrusionOk="0">
                    <a:moveTo>
                      <a:pt x="36360" y="41613"/>
                    </a:moveTo>
                    <a:cubicBezTo>
                      <a:pt x="26063" y="49021"/>
                      <a:pt x="11722" y="46643"/>
                      <a:pt x="4313" y="36345"/>
                    </a:cubicBezTo>
                    <a:cubicBezTo>
                      <a:pt x="-3095" y="26048"/>
                      <a:pt x="-717" y="11707"/>
                      <a:pt x="9581" y="4298"/>
                    </a:cubicBezTo>
                    <a:cubicBezTo>
                      <a:pt x="19878" y="-3076"/>
                      <a:pt x="34219" y="-731"/>
                      <a:pt x="41628" y="9566"/>
                    </a:cubicBezTo>
                    <a:cubicBezTo>
                      <a:pt x="49002" y="19863"/>
                      <a:pt x="46657" y="34204"/>
                      <a:pt x="36360" y="4157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63" name="Google Shape;1463;p32"/>
              <p:cNvSpPr/>
              <p:nvPr/>
            </p:nvSpPr>
            <p:spPr>
              <a:xfrm>
                <a:off x="303379" y="2914043"/>
                <a:ext cx="45911" cy="45911"/>
              </a:xfrm>
              <a:custGeom>
                <a:avLst/>
                <a:gdLst/>
                <a:ahLst/>
                <a:cxnLst/>
                <a:rect l="l" t="t" r="r" b="b"/>
                <a:pathLst>
                  <a:path w="45911" h="45911" extrusionOk="0">
                    <a:moveTo>
                      <a:pt x="9566" y="41613"/>
                    </a:moveTo>
                    <a:cubicBezTo>
                      <a:pt x="19863" y="48987"/>
                      <a:pt x="34204" y="46643"/>
                      <a:pt x="41613" y="36345"/>
                    </a:cubicBezTo>
                    <a:cubicBezTo>
                      <a:pt x="48988" y="26048"/>
                      <a:pt x="46643" y="11707"/>
                      <a:pt x="36345" y="4298"/>
                    </a:cubicBezTo>
                    <a:cubicBezTo>
                      <a:pt x="26048" y="-3076"/>
                      <a:pt x="11707" y="-731"/>
                      <a:pt x="4298" y="9566"/>
                    </a:cubicBezTo>
                    <a:cubicBezTo>
                      <a:pt x="-3076" y="19863"/>
                      <a:pt x="-731" y="34204"/>
                      <a:pt x="9566" y="4161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64" name="Google Shape;1464;p32"/>
              <p:cNvSpPr/>
              <p:nvPr/>
            </p:nvSpPr>
            <p:spPr>
              <a:xfrm>
                <a:off x="263057" y="2871987"/>
                <a:ext cx="400197" cy="114050"/>
              </a:xfrm>
              <a:custGeom>
                <a:avLst/>
                <a:gdLst/>
                <a:ahLst/>
                <a:cxnLst/>
                <a:rect l="l" t="t" r="r" b="b"/>
                <a:pathLst>
                  <a:path w="400197" h="114050" extrusionOk="0">
                    <a:moveTo>
                      <a:pt x="371685" y="0"/>
                    </a:moveTo>
                    <a:lnTo>
                      <a:pt x="28513" y="0"/>
                    </a:lnTo>
                    <a:cubicBezTo>
                      <a:pt x="12846" y="0"/>
                      <a:pt x="0" y="12846"/>
                      <a:pt x="0" y="28513"/>
                    </a:cubicBezTo>
                    <a:lnTo>
                      <a:pt x="0" y="85538"/>
                    </a:lnTo>
                    <a:cubicBezTo>
                      <a:pt x="0" y="101239"/>
                      <a:pt x="12846" y="114051"/>
                      <a:pt x="28513" y="114051"/>
                    </a:cubicBezTo>
                    <a:lnTo>
                      <a:pt x="371685" y="114051"/>
                    </a:lnTo>
                    <a:cubicBezTo>
                      <a:pt x="387385" y="114051"/>
                      <a:pt x="400197" y="101205"/>
                      <a:pt x="400197" y="85538"/>
                    </a:cubicBezTo>
                    <a:lnTo>
                      <a:pt x="400197" y="28513"/>
                    </a:lnTo>
                    <a:cubicBezTo>
                      <a:pt x="400197" y="12812"/>
                      <a:pt x="387351" y="0"/>
                      <a:pt x="37168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65" name="Google Shape;1465;p32"/>
              <p:cNvSpPr/>
              <p:nvPr/>
            </p:nvSpPr>
            <p:spPr>
              <a:xfrm>
                <a:off x="587639" y="2846906"/>
                <a:ext cx="50024" cy="138043"/>
              </a:xfrm>
              <a:custGeom>
                <a:avLst/>
                <a:gdLst/>
                <a:ahLst/>
                <a:cxnLst/>
                <a:rect l="l" t="t" r="r" b="b"/>
                <a:pathLst>
                  <a:path w="50024" h="138043" extrusionOk="0">
                    <a:moveTo>
                      <a:pt x="50025" y="113065"/>
                    </a:moveTo>
                    <a:lnTo>
                      <a:pt x="50025" y="25012"/>
                    </a:lnTo>
                    <a:cubicBezTo>
                      <a:pt x="50025" y="11249"/>
                      <a:pt x="38776" y="0"/>
                      <a:pt x="25012" y="0"/>
                    </a:cubicBezTo>
                    <a:lnTo>
                      <a:pt x="25012" y="0"/>
                    </a:lnTo>
                    <a:cubicBezTo>
                      <a:pt x="11283" y="0"/>
                      <a:pt x="34" y="11249"/>
                      <a:pt x="0" y="24978"/>
                    </a:cubicBezTo>
                    <a:lnTo>
                      <a:pt x="0" y="113031"/>
                    </a:lnTo>
                    <a:cubicBezTo>
                      <a:pt x="0" y="126795"/>
                      <a:pt x="11249" y="138044"/>
                      <a:pt x="25012" y="138044"/>
                    </a:cubicBezTo>
                    <a:lnTo>
                      <a:pt x="25012" y="138044"/>
                    </a:lnTo>
                    <a:cubicBezTo>
                      <a:pt x="38776" y="138044"/>
                      <a:pt x="50025" y="126795"/>
                      <a:pt x="50025" y="11303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66" name="Google Shape;1466;p32"/>
              <p:cNvSpPr/>
              <p:nvPr/>
            </p:nvSpPr>
            <p:spPr>
              <a:xfrm>
                <a:off x="489289" y="2846906"/>
                <a:ext cx="50024" cy="138077"/>
              </a:xfrm>
              <a:custGeom>
                <a:avLst/>
                <a:gdLst/>
                <a:ahLst/>
                <a:cxnLst/>
                <a:rect l="l" t="t" r="r" b="b"/>
                <a:pathLst>
                  <a:path w="50024" h="138077" extrusionOk="0">
                    <a:moveTo>
                      <a:pt x="50025" y="113065"/>
                    </a:moveTo>
                    <a:lnTo>
                      <a:pt x="50025" y="25012"/>
                    </a:lnTo>
                    <a:cubicBezTo>
                      <a:pt x="50025" y="11249"/>
                      <a:pt x="38742" y="0"/>
                      <a:pt x="25012" y="0"/>
                    </a:cubicBezTo>
                    <a:lnTo>
                      <a:pt x="25012" y="0"/>
                    </a:lnTo>
                    <a:cubicBezTo>
                      <a:pt x="11249" y="0"/>
                      <a:pt x="0" y="11249"/>
                      <a:pt x="0" y="25012"/>
                    </a:cubicBezTo>
                    <a:lnTo>
                      <a:pt x="0" y="113065"/>
                    </a:lnTo>
                    <a:cubicBezTo>
                      <a:pt x="0" y="126829"/>
                      <a:pt x="11249" y="138078"/>
                      <a:pt x="25012" y="138078"/>
                    </a:cubicBezTo>
                    <a:lnTo>
                      <a:pt x="25012" y="138078"/>
                    </a:lnTo>
                    <a:cubicBezTo>
                      <a:pt x="38776" y="138078"/>
                      <a:pt x="50025" y="126829"/>
                      <a:pt x="50025" y="11306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67" name="Google Shape;1467;p32"/>
              <p:cNvSpPr/>
              <p:nvPr/>
            </p:nvSpPr>
            <p:spPr>
              <a:xfrm>
                <a:off x="390905" y="2846906"/>
                <a:ext cx="50024" cy="138077"/>
              </a:xfrm>
              <a:custGeom>
                <a:avLst/>
                <a:gdLst/>
                <a:ahLst/>
                <a:cxnLst/>
                <a:rect l="l" t="t" r="r" b="b"/>
                <a:pathLst>
                  <a:path w="50024" h="138077" extrusionOk="0">
                    <a:moveTo>
                      <a:pt x="50025" y="113065"/>
                    </a:moveTo>
                    <a:lnTo>
                      <a:pt x="50025" y="25012"/>
                    </a:lnTo>
                    <a:cubicBezTo>
                      <a:pt x="50025" y="11249"/>
                      <a:pt x="38776" y="0"/>
                      <a:pt x="25012" y="0"/>
                    </a:cubicBezTo>
                    <a:lnTo>
                      <a:pt x="25012" y="0"/>
                    </a:lnTo>
                    <a:cubicBezTo>
                      <a:pt x="11249" y="0"/>
                      <a:pt x="0" y="11283"/>
                      <a:pt x="0" y="25012"/>
                    </a:cubicBezTo>
                    <a:lnTo>
                      <a:pt x="0" y="113065"/>
                    </a:lnTo>
                    <a:cubicBezTo>
                      <a:pt x="0" y="126829"/>
                      <a:pt x="11249" y="138078"/>
                      <a:pt x="25012" y="138078"/>
                    </a:cubicBezTo>
                    <a:lnTo>
                      <a:pt x="25012" y="138078"/>
                    </a:lnTo>
                    <a:cubicBezTo>
                      <a:pt x="38776" y="138078"/>
                      <a:pt x="50025" y="126829"/>
                      <a:pt x="50025" y="11306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68" name="Google Shape;1468;p32"/>
              <p:cNvSpPr/>
              <p:nvPr/>
            </p:nvSpPr>
            <p:spPr>
              <a:xfrm>
                <a:off x="292521" y="2846906"/>
                <a:ext cx="50024" cy="138043"/>
              </a:xfrm>
              <a:custGeom>
                <a:avLst/>
                <a:gdLst/>
                <a:ahLst/>
                <a:cxnLst/>
                <a:rect l="l" t="t" r="r" b="b"/>
                <a:pathLst>
                  <a:path w="50024" h="138043" extrusionOk="0">
                    <a:moveTo>
                      <a:pt x="50025" y="113065"/>
                    </a:moveTo>
                    <a:lnTo>
                      <a:pt x="50025" y="25012"/>
                    </a:lnTo>
                    <a:cubicBezTo>
                      <a:pt x="50025" y="11249"/>
                      <a:pt x="38776" y="0"/>
                      <a:pt x="25012" y="0"/>
                    </a:cubicBezTo>
                    <a:lnTo>
                      <a:pt x="25012" y="0"/>
                    </a:lnTo>
                    <a:cubicBezTo>
                      <a:pt x="11283" y="0"/>
                      <a:pt x="0" y="11249"/>
                      <a:pt x="0" y="24978"/>
                    </a:cubicBezTo>
                    <a:lnTo>
                      <a:pt x="0" y="113031"/>
                    </a:lnTo>
                    <a:cubicBezTo>
                      <a:pt x="0" y="126795"/>
                      <a:pt x="11249" y="138044"/>
                      <a:pt x="25012" y="138044"/>
                    </a:cubicBezTo>
                    <a:lnTo>
                      <a:pt x="25012" y="138044"/>
                    </a:lnTo>
                    <a:cubicBezTo>
                      <a:pt x="38776" y="138044"/>
                      <a:pt x="50025" y="126795"/>
                      <a:pt x="50025" y="11303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1469" name="Google Shape;1469;p32"/>
            <p:cNvSpPr/>
            <p:nvPr/>
          </p:nvSpPr>
          <p:spPr>
            <a:xfrm>
              <a:off x="5578816" y="1929320"/>
              <a:ext cx="60615" cy="60790"/>
            </a:xfrm>
            <a:custGeom>
              <a:avLst/>
              <a:gdLst/>
              <a:ahLst/>
              <a:cxnLst/>
              <a:rect l="l" t="t" r="r" b="b"/>
              <a:pathLst>
                <a:path w="23517" h="23585" extrusionOk="0">
                  <a:moveTo>
                    <a:pt x="11759" y="0"/>
                  </a:moveTo>
                  <a:cubicBezTo>
                    <a:pt x="5268" y="0"/>
                    <a:pt x="-34" y="5302"/>
                    <a:pt x="0" y="11792"/>
                  </a:cubicBezTo>
                  <a:cubicBezTo>
                    <a:pt x="0" y="18283"/>
                    <a:pt x="5268" y="23585"/>
                    <a:pt x="11759" y="23585"/>
                  </a:cubicBezTo>
                  <a:cubicBezTo>
                    <a:pt x="18250" y="23585"/>
                    <a:pt x="23551" y="18318"/>
                    <a:pt x="23517" y="11826"/>
                  </a:cubicBezTo>
                  <a:cubicBezTo>
                    <a:pt x="23517" y="5336"/>
                    <a:pt x="18250" y="34"/>
                    <a:pt x="11759" y="34"/>
                  </a:cubicBezTo>
                  <a:close/>
                </a:path>
              </a:pathLst>
            </a:custGeom>
            <a:solidFill>
              <a:srgbClr val="161D1E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70" name="Google Shape;1470;p32"/>
            <p:cNvSpPr/>
            <p:nvPr/>
          </p:nvSpPr>
          <p:spPr>
            <a:xfrm>
              <a:off x="5562441" y="1411272"/>
              <a:ext cx="60703" cy="60790"/>
            </a:xfrm>
            <a:custGeom>
              <a:avLst/>
              <a:gdLst/>
              <a:ahLst/>
              <a:cxnLst/>
              <a:rect l="l" t="t" r="r" b="b"/>
              <a:pathLst>
                <a:path w="23551" h="23585" extrusionOk="0">
                  <a:moveTo>
                    <a:pt x="11793" y="0"/>
                  </a:moveTo>
                  <a:cubicBezTo>
                    <a:pt x="5302" y="0"/>
                    <a:pt x="34" y="5268"/>
                    <a:pt x="0" y="11793"/>
                  </a:cubicBezTo>
                  <a:cubicBezTo>
                    <a:pt x="0" y="18283"/>
                    <a:pt x="5302" y="23585"/>
                    <a:pt x="11793" y="23585"/>
                  </a:cubicBezTo>
                  <a:cubicBezTo>
                    <a:pt x="18283" y="23585"/>
                    <a:pt x="23551" y="18318"/>
                    <a:pt x="23551" y="11827"/>
                  </a:cubicBezTo>
                  <a:cubicBezTo>
                    <a:pt x="23551" y="5336"/>
                    <a:pt x="18283" y="34"/>
                    <a:pt x="11793" y="34"/>
                  </a:cubicBezTo>
                  <a:close/>
                </a:path>
              </a:pathLst>
            </a:custGeom>
            <a:solidFill>
              <a:srgbClr val="161D1E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471" name="Google Shape;1471;p32"/>
          <p:cNvGrpSpPr/>
          <p:nvPr/>
        </p:nvGrpSpPr>
        <p:grpSpPr>
          <a:xfrm>
            <a:off x="1661770" y="-232"/>
            <a:ext cx="806708" cy="1627868"/>
            <a:chOff x="3013563" y="531703"/>
            <a:chExt cx="296018" cy="597339"/>
          </a:xfrm>
        </p:grpSpPr>
        <p:sp>
          <p:nvSpPr>
            <p:cNvPr id="1472" name="Google Shape;1472;p32"/>
            <p:cNvSpPr/>
            <p:nvPr/>
          </p:nvSpPr>
          <p:spPr>
            <a:xfrm>
              <a:off x="3129245" y="1092067"/>
              <a:ext cx="68715" cy="11316"/>
            </a:xfrm>
            <a:custGeom>
              <a:avLst/>
              <a:gdLst/>
              <a:ahLst/>
              <a:cxnLst/>
              <a:rect l="l" t="t" r="r" b="b"/>
              <a:pathLst>
                <a:path w="68715" h="11316" extrusionOk="0">
                  <a:moveTo>
                    <a:pt x="4112" y="11317"/>
                  </a:moveTo>
                  <a:lnTo>
                    <a:pt x="64638" y="11317"/>
                  </a:lnTo>
                  <a:cubicBezTo>
                    <a:pt x="66881" y="11317"/>
                    <a:pt x="68716" y="9278"/>
                    <a:pt x="68716" y="6797"/>
                  </a:cubicBezTo>
                  <a:lnTo>
                    <a:pt x="68716" y="0"/>
                  </a:lnTo>
                  <a:lnTo>
                    <a:pt x="0" y="0"/>
                  </a:lnTo>
                  <a:lnTo>
                    <a:pt x="0" y="6797"/>
                  </a:lnTo>
                  <a:cubicBezTo>
                    <a:pt x="0" y="9278"/>
                    <a:pt x="1835" y="11317"/>
                    <a:pt x="4078" y="11317"/>
                  </a:cubicBezTo>
                  <a:close/>
                </a:path>
              </a:pathLst>
            </a:custGeom>
            <a:solidFill>
              <a:srgbClr val="98BD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73" name="Google Shape;1473;p32"/>
            <p:cNvSpPr/>
            <p:nvPr/>
          </p:nvSpPr>
          <p:spPr>
            <a:xfrm>
              <a:off x="3129279" y="934551"/>
              <a:ext cx="68681" cy="160507"/>
            </a:xfrm>
            <a:custGeom>
              <a:avLst/>
              <a:gdLst/>
              <a:ahLst/>
              <a:cxnLst/>
              <a:rect l="l" t="t" r="r" b="b"/>
              <a:pathLst>
                <a:path w="68681" h="160507" extrusionOk="0">
                  <a:moveTo>
                    <a:pt x="0" y="0"/>
                  </a:moveTo>
                  <a:lnTo>
                    <a:pt x="68682" y="0"/>
                  </a:lnTo>
                  <a:lnTo>
                    <a:pt x="68682" y="160507"/>
                  </a:lnTo>
                  <a:lnTo>
                    <a:pt x="0" y="16050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74" name="Google Shape;1474;p32"/>
            <p:cNvSpPr/>
            <p:nvPr/>
          </p:nvSpPr>
          <p:spPr>
            <a:xfrm>
              <a:off x="3129279" y="1054855"/>
              <a:ext cx="68681" cy="40203"/>
            </a:xfrm>
            <a:custGeom>
              <a:avLst/>
              <a:gdLst/>
              <a:ahLst/>
              <a:cxnLst/>
              <a:rect l="l" t="t" r="r" b="b"/>
              <a:pathLst>
                <a:path w="68681" h="40203" extrusionOk="0">
                  <a:moveTo>
                    <a:pt x="0" y="40203"/>
                  </a:moveTo>
                  <a:lnTo>
                    <a:pt x="68682" y="40203"/>
                  </a:lnTo>
                  <a:lnTo>
                    <a:pt x="68682" y="0"/>
                  </a:lnTo>
                  <a:lnTo>
                    <a:pt x="0" y="38674"/>
                  </a:lnTo>
                  <a:lnTo>
                    <a:pt x="0" y="40203"/>
                  </a:lnTo>
                  <a:close/>
                </a:path>
              </a:pathLst>
            </a:custGeom>
            <a:solidFill>
              <a:srgbClr val="161D1E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75" name="Google Shape;1475;p32"/>
            <p:cNvSpPr/>
            <p:nvPr/>
          </p:nvSpPr>
          <p:spPr>
            <a:xfrm>
              <a:off x="3172881" y="934551"/>
              <a:ext cx="13491" cy="160507"/>
            </a:xfrm>
            <a:custGeom>
              <a:avLst/>
              <a:gdLst/>
              <a:ahLst/>
              <a:cxnLst/>
              <a:rect l="l" t="t" r="r" b="b"/>
              <a:pathLst>
                <a:path w="13491" h="160507" extrusionOk="0">
                  <a:moveTo>
                    <a:pt x="0" y="0"/>
                  </a:moveTo>
                  <a:lnTo>
                    <a:pt x="13492" y="0"/>
                  </a:lnTo>
                  <a:lnTo>
                    <a:pt x="13492" y="160507"/>
                  </a:lnTo>
                  <a:lnTo>
                    <a:pt x="0" y="160507"/>
                  </a:lnTo>
                  <a:close/>
                </a:path>
              </a:pathLst>
            </a:custGeom>
            <a:solidFill>
              <a:srgbClr val="161D1E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76" name="Google Shape;1476;p32"/>
            <p:cNvSpPr/>
            <p:nvPr/>
          </p:nvSpPr>
          <p:spPr>
            <a:xfrm>
              <a:off x="3137333" y="950557"/>
              <a:ext cx="18147" cy="125095"/>
            </a:xfrm>
            <a:custGeom>
              <a:avLst/>
              <a:gdLst/>
              <a:ahLst/>
              <a:cxnLst/>
              <a:rect l="l" t="t" r="r" b="b"/>
              <a:pathLst>
                <a:path w="18147" h="125095" extrusionOk="0">
                  <a:moveTo>
                    <a:pt x="18147" y="116634"/>
                  </a:moveTo>
                  <a:lnTo>
                    <a:pt x="18147" y="8462"/>
                  </a:lnTo>
                  <a:cubicBezTo>
                    <a:pt x="18147" y="-2821"/>
                    <a:pt x="0" y="-2821"/>
                    <a:pt x="0" y="8462"/>
                  </a:cubicBezTo>
                  <a:lnTo>
                    <a:pt x="0" y="116634"/>
                  </a:lnTo>
                  <a:cubicBezTo>
                    <a:pt x="0" y="127916"/>
                    <a:pt x="18147" y="127916"/>
                    <a:pt x="18147" y="1166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77" name="Google Shape;1477;p32"/>
            <p:cNvSpPr/>
            <p:nvPr/>
          </p:nvSpPr>
          <p:spPr>
            <a:xfrm>
              <a:off x="3115821" y="924627"/>
              <a:ext cx="93830" cy="15428"/>
            </a:xfrm>
            <a:custGeom>
              <a:avLst/>
              <a:gdLst/>
              <a:ahLst/>
              <a:cxnLst/>
              <a:rect l="l" t="t" r="r" b="b"/>
              <a:pathLst>
                <a:path w="93830" h="15428" extrusionOk="0">
                  <a:moveTo>
                    <a:pt x="5573" y="15429"/>
                  </a:moveTo>
                  <a:lnTo>
                    <a:pt x="88257" y="15429"/>
                  </a:lnTo>
                  <a:cubicBezTo>
                    <a:pt x="91315" y="15429"/>
                    <a:pt x="93830" y="12642"/>
                    <a:pt x="93830" y="9244"/>
                  </a:cubicBezTo>
                  <a:lnTo>
                    <a:pt x="93830" y="0"/>
                  </a:lnTo>
                  <a:lnTo>
                    <a:pt x="0" y="0"/>
                  </a:lnTo>
                  <a:lnTo>
                    <a:pt x="0" y="9244"/>
                  </a:lnTo>
                  <a:cubicBezTo>
                    <a:pt x="0" y="12642"/>
                    <a:pt x="2515" y="15429"/>
                    <a:pt x="5573" y="154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78" name="Google Shape;1478;p32"/>
            <p:cNvSpPr/>
            <p:nvPr/>
          </p:nvSpPr>
          <p:spPr>
            <a:xfrm>
              <a:off x="3115821" y="714639"/>
              <a:ext cx="93796" cy="219265"/>
            </a:xfrm>
            <a:custGeom>
              <a:avLst/>
              <a:gdLst/>
              <a:ahLst/>
              <a:cxnLst/>
              <a:rect l="l" t="t" r="r" b="b"/>
              <a:pathLst>
                <a:path w="93796" h="219265" extrusionOk="0">
                  <a:moveTo>
                    <a:pt x="0" y="0"/>
                  </a:moveTo>
                  <a:lnTo>
                    <a:pt x="93796" y="0"/>
                  </a:lnTo>
                  <a:lnTo>
                    <a:pt x="93796" y="219266"/>
                  </a:lnTo>
                  <a:lnTo>
                    <a:pt x="0" y="2192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79" name="Google Shape;1479;p32"/>
            <p:cNvSpPr/>
            <p:nvPr/>
          </p:nvSpPr>
          <p:spPr>
            <a:xfrm>
              <a:off x="3170332" y="714639"/>
              <a:ext cx="25997" cy="219265"/>
            </a:xfrm>
            <a:custGeom>
              <a:avLst/>
              <a:gdLst/>
              <a:ahLst/>
              <a:cxnLst/>
              <a:rect l="l" t="t" r="r" b="b"/>
              <a:pathLst>
                <a:path w="25997" h="219265" extrusionOk="0">
                  <a:moveTo>
                    <a:pt x="0" y="0"/>
                  </a:moveTo>
                  <a:lnTo>
                    <a:pt x="25998" y="0"/>
                  </a:lnTo>
                  <a:lnTo>
                    <a:pt x="25998" y="219266"/>
                  </a:lnTo>
                  <a:lnTo>
                    <a:pt x="0" y="219266"/>
                  </a:lnTo>
                  <a:close/>
                </a:path>
              </a:pathLst>
            </a:custGeom>
            <a:solidFill>
              <a:srgbClr val="161D1E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80" name="Google Shape;1480;p32"/>
            <p:cNvSpPr/>
            <p:nvPr/>
          </p:nvSpPr>
          <p:spPr>
            <a:xfrm>
              <a:off x="3123944" y="742184"/>
              <a:ext cx="21307" cy="174950"/>
            </a:xfrm>
            <a:custGeom>
              <a:avLst/>
              <a:gdLst/>
              <a:ahLst/>
              <a:cxnLst/>
              <a:rect l="l" t="t" r="r" b="b"/>
              <a:pathLst>
                <a:path w="21307" h="174950" extrusionOk="0">
                  <a:moveTo>
                    <a:pt x="21308" y="164398"/>
                  </a:moveTo>
                  <a:lnTo>
                    <a:pt x="21308" y="10552"/>
                  </a:lnTo>
                  <a:cubicBezTo>
                    <a:pt x="21308" y="-3517"/>
                    <a:pt x="0" y="-3517"/>
                    <a:pt x="0" y="10552"/>
                  </a:cubicBezTo>
                  <a:lnTo>
                    <a:pt x="0" y="164398"/>
                  </a:lnTo>
                  <a:cubicBezTo>
                    <a:pt x="0" y="178468"/>
                    <a:pt x="21308" y="178468"/>
                    <a:pt x="21308" y="1643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81" name="Google Shape;1481;p32"/>
            <p:cNvSpPr/>
            <p:nvPr/>
          </p:nvSpPr>
          <p:spPr>
            <a:xfrm>
              <a:off x="3096450" y="709950"/>
              <a:ext cx="134101" cy="22055"/>
            </a:xfrm>
            <a:custGeom>
              <a:avLst/>
              <a:gdLst/>
              <a:ahLst/>
              <a:cxnLst/>
              <a:rect l="l" t="t" r="r" b="b"/>
              <a:pathLst>
                <a:path w="134101" h="22055" extrusionOk="0">
                  <a:moveTo>
                    <a:pt x="7986" y="22056"/>
                  </a:moveTo>
                  <a:lnTo>
                    <a:pt x="126149" y="22056"/>
                  </a:lnTo>
                  <a:cubicBezTo>
                    <a:pt x="130533" y="22056"/>
                    <a:pt x="134102" y="18080"/>
                    <a:pt x="134102" y="13220"/>
                  </a:cubicBezTo>
                  <a:lnTo>
                    <a:pt x="134102" y="0"/>
                  </a:lnTo>
                  <a:lnTo>
                    <a:pt x="0" y="0"/>
                  </a:lnTo>
                  <a:lnTo>
                    <a:pt x="0" y="13220"/>
                  </a:lnTo>
                  <a:cubicBezTo>
                    <a:pt x="0" y="18080"/>
                    <a:pt x="3602" y="22056"/>
                    <a:pt x="7986" y="2205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82" name="Google Shape;1482;p32"/>
            <p:cNvSpPr/>
            <p:nvPr/>
          </p:nvSpPr>
          <p:spPr>
            <a:xfrm>
              <a:off x="3096518" y="537786"/>
              <a:ext cx="133999" cy="185383"/>
            </a:xfrm>
            <a:custGeom>
              <a:avLst/>
              <a:gdLst/>
              <a:ahLst/>
              <a:cxnLst/>
              <a:rect l="l" t="t" r="r" b="b"/>
              <a:pathLst>
                <a:path w="133999" h="185383" extrusionOk="0">
                  <a:moveTo>
                    <a:pt x="0" y="0"/>
                  </a:moveTo>
                  <a:lnTo>
                    <a:pt x="133999" y="0"/>
                  </a:lnTo>
                  <a:lnTo>
                    <a:pt x="133999" y="185383"/>
                  </a:lnTo>
                  <a:lnTo>
                    <a:pt x="0" y="18538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83" name="Google Shape;1483;p32"/>
            <p:cNvSpPr/>
            <p:nvPr/>
          </p:nvSpPr>
          <p:spPr>
            <a:xfrm>
              <a:off x="3184741" y="537786"/>
              <a:ext cx="32590" cy="185383"/>
            </a:xfrm>
            <a:custGeom>
              <a:avLst/>
              <a:gdLst/>
              <a:ahLst/>
              <a:cxnLst/>
              <a:rect l="l" t="t" r="r" b="b"/>
              <a:pathLst>
                <a:path w="32590" h="185383" extrusionOk="0">
                  <a:moveTo>
                    <a:pt x="0" y="0"/>
                  </a:moveTo>
                  <a:lnTo>
                    <a:pt x="32591" y="0"/>
                  </a:lnTo>
                  <a:lnTo>
                    <a:pt x="32591" y="185383"/>
                  </a:lnTo>
                  <a:lnTo>
                    <a:pt x="0" y="185383"/>
                  </a:lnTo>
                  <a:close/>
                </a:path>
              </a:pathLst>
            </a:custGeom>
            <a:solidFill>
              <a:srgbClr val="161D1E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84" name="Google Shape;1484;p32"/>
            <p:cNvSpPr/>
            <p:nvPr/>
          </p:nvSpPr>
          <p:spPr>
            <a:xfrm>
              <a:off x="3017420" y="531703"/>
              <a:ext cx="292161" cy="24400"/>
            </a:xfrm>
            <a:custGeom>
              <a:avLst/>
              <a:gdLst/>
              <a:ahLst/>
              <a:cxnLst/>
              <a:rect l="l" t="t" r="r" b="b"/>
              <a:pathLst>
                <a:path w="292161" h="24400" extrusionOk="0">
                  <a:moveTo>
                    <a:pt x="12081" y="24401"/>
                  </a:moveTo>
                  <a:lnTo>
                    <a:pt x="280080" y="24401"/>
                  </a:lnTo>
                  <a:cubicBezTo>
                    <a:pt x="296189" y="24401"/>
                    <a:pt x="296189" y="0"/>
                    <a:pt x="280080" y="0"/>
                  </a:cubicBezTo>
                  <a:lnTo>
                    <a:pt x="12081" y="0"/>
                  </a:lnTo>
                  <a:cubicBezTo>
                    <a:pt x="-4027" y="0"/>
                    <a:pt x="-4027" y="24401"/>
                    <a:pt x="12081" y="244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85" name="Google Shape;1485;p32"/>
            <p:cNvSpPr/>
            <p:nvPr/>
          </p:nvSpPr>
          <p:spPr>
            <a:xfrm>
              <a:off x="3017471" y="544957"/>
              <a:ext cx="292059" cy="11112"/>
            </a:xfrm>
            <a:custGeom>
              <a:avLst/>
              <a:gdLst/>
              <a:ahLst/>
              <a:cxnLst/>
              <a:rect l="l" t="t" r="r" b="b"/>
              <a:pathLst>
                <a:path w="292059" h="11112" extrusionOk="0">
                  <a:moveTo>
                    <a:pt x="12030" y="11113"/>
                  </a:moveTo>
                  <a:lnTo>
                    <a:pt x="280029" y="11113"/>
                  </a:lnTo>
                  <a:cubicBezTo>
                    <a:pt x="287608" y="11113"/>
                    <a:pt x="291618" y="5743"/>
                    <a:pt x="292060" y="0"/>
                  </a:cubicBezTo>
                  <a:lnTo>
                    <a:pt x="0" y="0"/>
                  </a:lnTo>
                  <a:cubicBezTo>
                    <a:pt x="442" y="5709"/>
                    <a:pt x="4452" y="11113"/>
                    <a:pt x="12030" y="1111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86" name="Google Shape;1486;p32"/>
            <p:cNvSpPr/>
            <p:nvPr/>
          </p:nvSpPr>
          <p:spPr>
            <a:xfrm>
              <a:off x="3108617" y="561278"/>
              <a:ext cx="24332" cy="150736"/>
            </a:xfrm>
            <a:custGeom>
              <a:avLst/>
              <a:gdLst/>
              <a:ahLst/>
              <a:cxnLst/>
              <a:rect l="l" t="t" r="r" b="b"/>
              <a:pathLst>
                <a:path w="24332" h="150736" extrusionOk="0">
                  <a:moveTo>
                    <a:pt x="24333" y="138681"/>
                  </a:moveTo>
                  <a:lnTo>
                    <a:pt x="24333" y="12056"/>
                  </a:lnTo>
                  <a:cubicBezTo>
                    <a:pt x="24333" y="-4019"/>
                    <a:pt x="0" y="-4019"/>
                    <a:pt x="0" y="12056"/>
                  </a:cubicBezTo>
                  <a:lnTo>
                    <a:pt x="0" y="138681"/>
                  </a:lnTo>
                  <a:cubicBezTo>
                    <a:pt x="0" y="154755"/>
                    <a:pt x="24333" y="154755"/>
                    <a:pt x="24333" y="13868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87" name="Google Shape;1487;p32"/>
            <p:cNvSpPr/>
            <p:nvPr/>
          </p:nvSpPr>
          <p:spPr>
            <a:xfrm>
              <a:off x="3013563" y="1088839"/>
              <a:ext cx="292501" cy="40203"/>
            </a:xfrm>
            <a:custGeom>
              <a:avLst/>
              <a:gdLst/>
              <a:ahLst/>
              <a:cxnLst/>
              <a:rect l="l" t="t" r="r" b="b"/>
              <a:pathLst>
                <a:path w="292501" h="40203" extrusionOk="0">
                  <a:moveTo>
                    <a:pt x="10025" y="0"/>
                  </a:moveTo>
                  <a:lnTo>
                    <a:pt x="282442" y="0"/>
                  </a:lnTo>
                  <a:cubicBezTo>
                    <a:pt x="287982" y="0"/>
                    <a:pt x="292502" y="4520"/>
                    <a:pt x="292502" y="10059"/>
                  </a:cubicBezTo>
                  <a:lnTo>
                    <a:pt x="292502" y="30144"/>
                  </a:lnTo>
                  <a:cubicBezTo>
                    <a:pt x="292502" y="35683"/>
                    <a:pt x="287982" y="40203"/>
                    <a:pt x="282442" y="40203"/>
                  </a:cubicBezTo>
                  <a:lnTo>
                    <a:pt x="10025" y="40203"/>
                  </a:lnTo>
                  <a:cubicBezTo>
                    <a:pt x="4486" y="40203"/>
                    <a:pt x="0" y="35717"/>
                    <a:pt x="0" y="30178"/>
                  </a:cubicBezTo>
                  <a:lnTo>
                    <a:pt x="0" y="10059"/>
                  </a:lnTo>
                  <a:cubicBezTo>
                    <a:pt x="0" y="4520"/>
                    <a:pt x="4486" y="34"/>
                    <a:pt x="10025" y="3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88" name="Google Shape;1488;p32"/>
            <p:cNvSpPr/>
            <p:nvPr/>
          </p:nvSpPr>
          <p:spPr>
            <a:xfrm>
              <a:off x="3013563" y="1088839"/>
              <a:ext cx="292501" cy="20186"/>
            </a:xfrm>
            <a:custGeom>
              <a:avLst/>
              <a:gdLst/>
              <a:ahLst/>
              <a:cxnLst/>
              <a:rect l="l" t="t" r="r" b="b"/>
              <a:pathLst>
                <a:path w="292501" h="20186" extrusionOk="0">
                  <a:moveTo>
                    <a:pt x="292502" y="20187"/>
                  </a:moveTo>
                  <a:lnTo>
                    <a:pt x="292502" y="10059"/>
                  </a:lnTo>
                  <a:cubicBezTo>
                    <a:pt x="292502" y="4520"/>
                    <a:pt x="287982" y="0"/>
                    <a:pt x="282442" y="0"/>
                  </a:cubicBezTo>
                  <a:lnTo>
                    <a:pt x="10025" y="0"/>
                  </a:lnTo>
                  <a:cubicBezTo>
                    <a:pt x="4520" y="0"/>
                    <a:pt x="0" y="4520"/>
                    <a:pt x="0" y="10059"/>
                  </a:cubicBezTo>
                  <a:lnTo>
                    <a:pt x="0" y="20187"/>
                  </a:lnTo>
                  <a:lnTo>
                    <a:pt x="292502" y="20187"/>
                  </a:lnTo>
                  <a:close/>
                </a:path>
              </a:pathLst>
            </a:custGeom>
            <a:solidFill>
              <a:srgbClr val="161D1E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489" name="Google Shape;1489;p32"/>
          <p:cNvGrpSpPr/>
          <p:nvPr/>
        </p:nvGrpSpPr>
        <p:grpSpPr>
          <a:xfrm>
            <a:off x="8130548" y="3350364"/>
            <a:ext cx="295775" cy="386504"/>
            <a:chOff x="5612846" y="2845934"/>
            <a:chExt cx="147423" cy="192655"/>
          </a:xfrm>
        </p:grpSpPr>
        <p:sp>
          <p:nvSpPr>
            <p:cNvPr id="1490" name="Google Shape;1490;p32"/>
            <p:cNvSpPr/>
            <p:nvPr/>
          </p:nvSpPr>
          <p:spPr>
            <a:xfrm>
              <a:off x="5632183" y="2939050"/>
              <a:ext cx="108579" cy="75920"/>
            </a:xfrm>
            <a:custGeom>
              <a:avLst/>
              <a:gdLst/>
              <a:ahLst/>
              <a:cxnLst/>
              <a:rect l="l" t="t" r="r" b="b"/>
              <a:pathLst>
                <a:path w="108579" h="75920" extrusionOk="0">
                  <a:moveTo>
                    <a:pt x="68" y="75920"/>
                  </a:moveTo>
                  <a:lnTo>
                    <a:pt x="25454" y="75920"/>
                  </a:lnTo>
                  <a:lnTo>
                    <a:pt x="25454" y="36873"/>
                  </a:lnTo>
                  <a:cubicBezTo>
                    <a:pt x="25454" y="29736"/>
                    <a:pt x="31333" y="23857"/>
                    <a:pt x="38470" y="23857"/>
                  </a:cubicBezTo>
                  <a:lnTo>
                    <a:pt x="70177" y="23857"/>
                  </a:lnTo>
                  <a:cubicBezTo>
                    <a:pt x="77314" y="23857"/>
                    <a:pt x="83193" y="29702"/>
                    <a:pt x="83193" y="36873"/>
                  </a:cubicBezTo>
                  <a:lnTo>
                    <a:pt x="83193" y="75920"/>
                  </a:lnTo>
                  <a:lnTo>
                    <a:pt x="108579" y="75920"/>
                  </a:lnTo>
                  <a:lnTo>
                    <a:pt x="108579" y="24469"/>
                  </a:lnTo>
                  <a:cubicBezTo>
                    <a:pt x="108579" y="11011"/>
                    <a:pt x="97568" y="0"/>
                    <a:pt x="84111" y="0"/>
                  </a:cubicBezTo>
                  <a:lnTo>
                    <a:pt x="24468" y="0"/>
                  </a:lnTo>
                  <a:cubicBezTo>
                    <a:pt x="11011" y="0"/>
                    <a:pt x="0" y="11011"/>
                    <a:pt x="0" y="24469"/>
                  </a:cubicBezTo>
                  <a:lnTo>
                    <a:pt x="0" y="7592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91" name="Google Shape;1491;p32"/>
            <p:cNvSpPr/>
            <p:nvPr/>
          </p:nvSpPr>
          <p:spPr>
            <a:xfrm>
              <a:off x="5612846" y="3013305"/>
              <a:ext cx="147423" cy="25284"/>
            </a:xfrm>
            <a:custGeom>
              <a:avLst/>
              <a:gdLst/>
              <a:ahLst/>
              <a:cxnLst/>
              <a:rect l="l" t="t" r="r" b="b"/>
              <a:pathLst>
                <a:path w="147423" h="25284" extrusionOk="0">
                  <a:moveTo>
                    <a:pt x="6321" y="0"/>
                  </a:moveTo>
                  <a:lnTo>
                    <a:pt x="141102" y="0"/>
                  </a:lnTo>
                  <a:cubicBezTo>
                    <a:pt x="144603" y="0"/>
                    <a:pt x="147423" y="2821"/>
                    <a:pt x="147423" y="6321"/>
                  </a:cubicBezTo>
                  <a:lnTo>
                    <a:pt x="147423" y="18963"/>
                  </a:lnTo>
                  <a:cubicBezTo>
                    <a:pt x="147423" y="22430"/>
                    <a:pt x="144603" y="25284"/>
                    <a:pt x="141102" y="25284"/>
                  </a:cubicBezTo>
                  <a:lnTo>
                    <a:pt x="6321" y="25284"/>
                  </a:lnTo>
                  <a:cubicBezTo>
                    <a:pt x="2821" y="25284"/>
                    <a:pt x="0" y="22463"/>
                    <a:pt x="0" y="18963"/>
                  </a:cubicBezTo>
                  <a:lnTo>
                    <a:pt x="0" y="6355"/>
                  </a:lnTo>
                  <a:cubicBezTo>
                    <a:pt x="0" y="2855"/>
                    <a:pt x="2821" y="34"/>
                    <a:pt x="6321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92" name="Google Shape;1492;p32"/>
            <p:cNvSpPr/>
            <p:nvPr/>
          </p:nvSpPr>
          <p:spPr>
            <a:xfrm>
              <a:off x="5612846" y="3013305"/>
              <a:ext cx="147423" cy="11316"/>
            </a:xfrm>
            <a:custGeom>
              <a:avLst/>
              <a:gdLst/>
              <a:ahLst/>
              <a:cxnLst/>
              <a:rect l="l" t="t" r="r" b="b"/>
              <a:pathLst>
                <a:path w="147423" h="11316" extrusionOk="0">
                  <a:moveTo>
                    <a:pt x="6321" y="0"/>
                  </a:moveTo>
                  <a:lnTo>
                    <a:pt x="141102" y="0"/>
                  </a:lnTo>
                  <a:cubicBezTo>
                    <a:pt x="144569" y="0"/>
                    <a:pt x="147423" y="2821"/>
                    <a:pt x="147423" y="6321"/>
                  </a:cubicBezTo>
                  <a:lnTo>
                    <a:pt x="147423" y="11317"/>
                  </a:lnTo>
                  <a:lnTo>
                    <a:pt x="0" y="11317"/>
                  </a:lnTo>
                  <a:lnTo>
                    <a:pt x="0" y="6321"/>
                  </a:lnTo>
                  <a:cubicBezTo>
                    <a:pt x="0" y="2855"/>
                    <a:pt x="2855" y="0"/>
                    <a:pt x="6321" y="0"/>
                  </a:cubicBezTo>
                  <a:close/>
                </a:path>
              </a:pathLst>
            </a:custGeom>
            <a:solidFill>
              <a:srgbClr val="EFEFE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93" name="Google Shape;1493;p32"/>
            <p:cNvSpPr/>
            <p:nvPr/>
          </p:nvSpPr>
          <p:spPr>
            <a:xfrm>
              <a:off x="5673984" y="2868533"/>
              <a:ext cx="25148" cy="70517"/>
            </a:xfrm>
            <a:custGeom>
              <a:avLst/>
              <a:gdLst/>
              <a:ahLst/>
              <a:cxnLst/>
              <a:rect l="l" t="t" r="r" b="b"/>
              <a:pathLst>
                <a:path w="25148" h="70517" extrusionOk="0">
                  <a:moveTo>
                    <a:pt x="0" y="0"/>
                  </a:moveTo>
                  <a:lnTo>
                    <a:pt x="25148" y="0"/>
                  </a:lnTo>
                  <a:lnTo>
                    <a:pt x="25148" y="70517"/>
                  </a:lnTo>
                  <a:lnTo>
                    <a:pt x="0" y="7051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94" name="Google Shape;1494;p32"/>
            <p:cNvSpPr/>
            <p:nvPr/>
          </p:nvSpPr>
          <p:spPr>
            <a:xfrm>
              <a:off x="5665148" y="2845934"/>
              <a:ext cx="42819" cy="42820"/>
            </a:xfrm>
            <a:custGeom>
              <a:avLst/>
              <a:gdLst/>
              <a:ahLst/>
              <a:cxnLst/>
              <a:rect l="l" t="t" r="r" b="b"/>
              <a:pathLst>
                <a:path w="42819" h="42820" extrusionOk="0">
                  <a:moveTo>
                    <a:pt x="21410" y="42820"/>
                  </a:moveTo>
                  <a:cubicBezTo>
                    <a:pt x="33203" y="42820"/>
                    <a:pt x="42820" y="33203"/>
                    <a:pt x="42820" y="21410"/>
                  </a:cubicBezTo>
                  <a:cubicBezTo>
                    <a:pt x="42820" y="9618"/>
                    <a:pt x="33203" y="0"/>
                    <a:pt x="21410" y="0"/>
                  </a:cubicBezTo>
                  <a:cubicBezTo>
                    <a:pt x="9618" y="0"/>
                    <a:pt x="0" y="9618"/>
                    <a:pt x="0" y="21410"/>
                  </a:cubicBezTo>
                  <a:cubicBezTo>
                    <a:pt x="0" y="33203"/>
                    <a:pt x="9618" y="42820"/>
                    <a:pt x="21410" y="4282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95" name="Google Shape;1495;p32"/>
            <p:cNvSpPr/>
            <p:nvPr/>
          </p:nvSpPr>
          <p:spPr>
            <a:xfrm>
              <a:off x="5672692" y="2850488"/>
              <a:ext cx="19405" cy="19438"/>
            </a:xfrm>
            <a:custGeom>
              <a:avLst/>
              <a:gdLst/>
              <a:ahLst/>
              <a:cxnLst/>
              <a:rect l="l" t="t" r="r" b="b"/>
              <a:pathLst>
                <a:path w="19405" h="19438" extrusionOk="0">
                  <a:moveTo>
                    <a:pt x="9686" y="19439"/>
                  </a:moveTo>
                  <a:cubicBezTo>
                    <a:pt x="15055" y="19439"/>
                    <a:pt x="19405" y="15089"/>
                    <a:pt x="19405" y="9719"/>
                  </a:cubicBezTo>
                  <a:cubicBezTo>
                    <a:pt x="19405" y="4350"/>
                    <a:pt x="15055" y="0"/>
                    <a:pt x="9686" y="0"/>
                  </a:cubicBezTo>
                  <a:cubicBezTo>
                    <a:pt x="4316" y="0"/>
                    <a:pt x="0" y="4384"/>
                    <a:pt x="0" y="9719"/>
                  </a:cubicBezTo>
                  <a:cubicBezTo>
                    <a:pt x="0" y="15055"/>
                    <a:pt x="4350" y="19439"/>
                    <a:pt x="9686" y="194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496" name="Google Shape;1496;p32"/>
          <p:cNvGrpSpPr/>
          <p:nvPr/>
        </p:nvGrpSpPr>
        <p:grpSpPr>
          <a:xfrm>
            <a:off x="7653912" y="4164605"/>
            <a:ext cx="1107385" cy="978895"/>
            <a:chOff x="318247" y="2569282"/>
            <a:chExt cx="300928" cy="266062"/>
          </a:xfrm>
        </p:grpSpPr>
        <p:sp>
          <p:nvSpPr>
            <p:cNvPr id="1497" name="Google Shape;1497;p32"/>
            <p:cNvSpPr/>
            <p:nvPr/>
          </p:nvSpPr>
          <p:spPr>
            <a:xfrm>
              <a:off x="334831" y="2766730"/>
              <a:ext cx="32013" cy="12913"/>
            </a:xfrm>
            <a:custGeom>
              <a:avLst/>
              <a:gdLst/>
              <a:ahLst/>
              <a:cxnLst/>
              <a:rect l="l" t="t" r="r" b="b"/>
              <a:pathLst>
                <a:path w="32013" h="12913" extrusionOk="0">
                  <a:moveTo>
                    <a:pt x="0" y="0"/>
                  </a:moveTo>
                  <a:lnTo>
                    <a:pt x="32013" y="0"/>
                  </a:lnTo>
                  <a:lnTo>
                    <a:pt x="32013" y="12914"/>
                  </a:lnTo>
                  <a:lnTo>
                    <a:pt x="0" y="1291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98" name="Google Shape;1498;p32"/>
            <p:cNvSpPr/>
            <p:nvPr/>
          </p:nvSpPr>
          <p:spPr>
            <a:xfrm>
              <a:off x="572414" y="2766866"/>
              <a:ext cx="32013" cy="12913"/>
            </a:xfrm>
            <a:custGeom>
              <a:avLst/>
              <a:gdLst/>
              <a:ahLst/>
              <a:cxnLst/>
              <a:rect l="l" t="t" r="r" b="b"/>
              <a:pathLst>
                <a:path w="32013" h="12913" extrusionOk="0">
                  <a:moveTo>
                    <a:pt x="0" y="0"/>
                  </a:moveTo>
                  <a:lnTo>
                    <a:pt x="32013" y="0"/>
                  </a:lnTo>
                  <a:lnTo>
                    <a:pt x="32013" y="12914"/>
                  </a:lnTo>
                  <a:lnTo>
                    <a:pt x="0" y="1291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99" name="Google Shape;1499;p32"/>
            <p:cNvSpPr/>
            <p:nvPr/>
          </p:nvSpPr>
          <p:spPr>
            <a:xfrm>
              <a:off x="318247" y="2758778"/>
              <a:ext cx="30857" cy="30857"/>
            </a:xfrm>
            <a:custGeom>
              <a:avLst/>
              <a:gdLst/>
              <a:ahLst/>
              <a:cxnLst/>
              <a:rect l="l" t="t" r="r" b="b"/>
              <a:pathLst>
                <a:path w="30857" h="30857" extrusionOk="0">
                  <a:moveTo>
                    <a:pt x="30858" y="15429"/>
                  </a:moveTo>
                  <a:cubicBezTo>
                    <a:pt x="30858" y="23950"/>
                    <a:pt x="23950" y="30858"/>
                    <a:pt x="15429" y="30858"/>
                  </a:cubicBezTo>
                  <a:cubicBezTo>
                    <a:pt x="6908" y="30858"/>
                    <a:pt x="0" y="23950"/>
                    <a:pt x="0" y="15429"/>
                  </a:cubicBezTo>
                  <a:cubicBezTo>
                    <a:pt x="0" y="6908"/>
                    <a:pt x="6908" y="0"/>
                    <a:pt x="15429" y="0"/>
                  </a:cubicBezTo>
                  <a:cubicBezTo>
                    <a:pt x="23950" y="0"/>
                    <a:pt x="30858" y="6908"/>
                    <a:pt x="30858" y="154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00" name="Google Shape;1500;p32"/>
            <p:cNvSpPr/>
            <p:nvPr/>
          </p:nvSpPr>
          <p:spPr>
            <a:xfrm>
              <a:off x="355391" y="2591236"/>
              <a:ext cx="227863" cy="196054"/>
            </a:xfrm>
            <a:custGeom>
              <a:avLst/>
              <a:gdLst/>
              <a:ahLst/>
              <a:cxnLst/>
              <a:rect l="l" t="t" r="r" b="b"/>
              <a:pathLst>
                <a:path w="227863" h="196054" extrusionOk="0">
                  <a:moveTo>
                    <a:pt x="0" y="0"/>
                  </a:moveTo>
                  <a:lnTo>
                    <a:pt x="227864" y="0"/>
                  </a:lnTo>
                  <a:lnTo>
                    <a:pt x="185723" y="196055"/>
                  </a:lnTo>
                  <a:lnTo>
                    <a:pt x="39931" y="1960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01" name="Google Shape;1501;p32"/>
            <p:cNvSpPr/>
            <p:nvPr/>
          </p:nvSpPr>
          <p:spPr>
            <a:xfrm>
              <a:off x="376937" y="2597013"/>
              <a:ext cx="181135" cy="155851"/>
            </a:xfrm>
            <a:custGeom>
              <a:avLst/>
              <a:gdLst/>
              <a:ahLst/>
              <a:cxnLst/>
              <a:rect l="l" t="t" r="r" b="b"/>
              <a:pathLst>
                <a:path w="181135" h="155851" extrusionOk="0">
                  <a:moveTo>
                    <a:pt x="0" y="0"/>
                  </a:moveTo>
                  <a:lnTo>
                    <a:pt x="82310" y="0"/>
                  </a:lnTo>
                  <a:lnTo>
                    <a:pt x="82310" y="155851"/>
                  </a:lnTo>
                  <a:lnTo>
                    <a:pt x="31741" y="155851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98826" y="0"/>
                  </a:moveTo>
                  <a:lnTo>
                    <a:pt x="181135" y="0"/>
                  </a:lnTo>
                  <a:lnTo>
                    <a:pt x="147627" y="155851"/>
                  </a:lnTo>
                  <a:lnTo>
                    <a:pt x="98826" y="155851"/>
                  </a:lnTo>
                  <a:lnTo>
                    <a:pt x="98826" y="0"/>
                  </a:lnTo>
                  <a:close/>
                </a:path>
              </a:pathLst>
            </a:custGeom>
            <a:solidFill>
              <a:srgbClr val="161D1E">
                <a:alpha val="5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02" name="Google Shape;1502;p32"/>
            <p:cNvSpPr/>
            <p:nvPr/>
          </p:nvSpPr>
          <p:spPr>
            <a:xfrm>
              <a:off x="336598" y="2569282"/>
              <a:ext cx="265484" cy="25861"/>
            </a:xfrm>
            <a:custGeom>
              <a:avLst/>
              <a:gdLst/>
              <a:ahLst/>
              <a:cxnLst/>
              <a:rect l="l" t="t" r="r" b="b"/>
              <a:pathLst>
                <a:path w="265484" h="25861" extrusionOk="0">
                  <a:moveTo>
                    <a:pt x="0" y="0"/>
                  </a:moveTo>
                  <a:lnTo>
                    <a:pt x="265484" y="0"/>
                  </a:lnTo>
                  <a:lnTo>
                    <a:pt x="265484" y="25862"/>
                  </a:lnTo>
                  <a:lnTo>
                    <a:pt x="0" y="2586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03" name="Google Shape;1503;p32"/>
            <p:cNvSpPr/>
            <p:nvPr/>
          </p:nvSpPr>
          <p:spPr>
            <a:xfrm>
              <a:off x="358348" y="2753341"/>
              <a:ext cx="222018" cy="39965"/>
            </a:xfrm>
            <a:custGeom>
              <a:avLst/>
              <a:gdLst/>
              <a:ahLst/>
              <a:cxnLst/>
              <a:rect l="l" t="t" r="r" b="b"/>
              <a:pathLst>
                <a:path w="222018" h="39965" extrusionOk="0">
                  <a:moveTo>
                    <a:pt x="0" y="0"/>
                  </a:moveTo>
                  <a:lnTo>
                    <a:pt x="222018" y="0"/>
                  </a:lnTo>
                  <a:lnTo>
                    <a:pt x="222018" y="39965"/>
                  </a:lnTo>
                  <a:lnTo>
                    <a:pt x="0" y="3996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04" name="Google Shape;1504;p32"/>
            <p:cNvSpPr/>
            <p:nvPr/>
          </p:nvSpPr>
          <p:spPr>
            <a:xfrm>
              <a:off x="371568" y="2763400"/>
              <a:ext cx="70754" cy="70755"/>
            </a:xfrm>
            <a:custGeom>
              <a:avLst/>
              <a:gdLst/>
              <a:ahLst/>
              <a:cxnLst/>
              <a:rect l="l" t="t" r="r" b="b"/>
              <a:pathLst>
                <a:path w="70754" h="70755" extrusionOk="0">
                  <a:moveTo>
                    <a:pt x="35377" y="70755"/>
                  </a:moveTo>
                  <a:cubicBezTo>
                    <a:pt x="54850" y="70755"/>
                    <a:pt x="70755" y="54850"/>
                    <a:pt x="70755" y="35377"/>
                  </a:cubicBezTo>
                  <a:cubicBezTo>
                    <a:pt x="70755" y="15905"/>
                    <a:pt x="54850" y="0"/>
                    <a:pt x="35377" y="0"/>
                  </a:cubicBezTo>
                  <a:cubicBezTo>
                    <a:pt x="15905" y="0"/>
                    <a:pt x="0" y="15905"/>
                    <a:pt x="0" y="35377"/>
                  </a:cubicBezTo>
                  <a:cubicBezTo>
                    <a:pt x="0" y="54850"/>
                    <a:pt x="15905" y="70755"/>
                    <a:pt x="35377" y="7075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05" name="Google Shape;1505;p32"/>
            <p:cNvSpPr/>
            <p:nvPr/>
          </p:nvSpPr>
          <p:spPr>
            <a:xfrm>
              <a:off x="490478" y="2764589"/>
              <a:ext cx="70754" cy="70755"/>
            </a:xfrm>
            <a:custGeom>
              <a:avLst/>
              <a:gdLst/>
              <a:ahLst/>
              <a:cxnLst/>
              <a:rect l="l" t="t" r="r" b="b"/>
              <a:pathLst>
                <a:path w="70754" h="70755" extrusionOk="0">
                  <a:moveTo>
                    <a:pt x="35378" y="70755"/>
                  </a:moveTo>
                  <a:cubicBezTo>
                    <a:pt x="54850" y="70755"/>
                    <a:pt x="70755" y="54850"/>
                    <a:pt x="70755" y="35378"/>
                  </a:cubicBezTo>
                  <a:cubicBezTo>
                    <a:pt x="70755" y="15905"/>
                    <a:pt x="54850" y="0"/>
                    <a:pt x="35378" y="0"/>
                  </a:cubicBezTo>
                  <a:cubicBezTo>
                    <a:pt x="15905" y="0"/>
                    <a:pt x="0" y="15905"/>
                    <a:pt x="0" y="35378"/>
                  </a:cubicBezTo>
                  <a:cubicBezTo>
                    <a:pt x="0" y="54850"/>
                    <a:pt x="15905" y="70755"/>
                    <a:pt x="35378" y="7075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06" name="Google Shape;1506;p32"/>
            <p:cNvSpPr/>
            <p:nvPr/>
          </p:nvSpPr>
          <p:spPr>
            <a:xfrm>
              <a:off x="380880" y="2772710"/>
              <a:ext cx="52131" cy="52131"/>
            </a:xfrm>
            <a:custGeom>
              <a:avLst/>
              <a:gdLst/>
              <a:ahLst/>
              <a:cxnLst/>
              <a:rect l="l" t="t" r="r" b="b"/>
              <a:pathLst>
                <a:path w="52131" h="52131" extrusionOk="0">
                  <a:moveTo>
                    <a:pt x="52132" y="26066"/>
                  </a:moveTo>
                  <a:cubicBezTo>
                    <a:pt x="52132" y="40462"/>
                    <a:pt x="40462" y="52132"/>
                    <a:pt x="26066" y="52132"/>
                  </a:cubicBezTo>
                  <a:cubicBezTo>
                    <a:pt x="11670" y="52132"/>
                    <a:pt x="0" y="40462"/>
                    <a:pt x="0" y="26066"/>
                  </a:cubicBezTo>
                  <a:cubicBezTo>
                    <a:pt x="0" y="11670"/>
                    <a:pt x="11670" y="0"/>
                    <a:pt x="26066" y="0"/>
                  </a:cubicBezTo>
                  <a:cubicBezTo>
                    <a:pt x="40462" y="0"/>
                    <a:pt x="52132" y="11670"/>
                    <a:pt x="52132" y="260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07" name="Google Shape;1507;p32"/>
            <p:cNvSpPr/>
            <p:nvPr/>
          </p:nvSpPr>
          <p:spPr>
            <a:xfrm>
              <a:off x="499790" y="2773900"/>
              <a:ext cx="52131" cy="52131"/>
            </a:xfrm>
            <a:custGeom>
              <a:avLst/>
              <a:gdLst/>
              <a:ahLst/>
              <a:cxnLst/>
              <a:rect l="l" t="t" r="r" b="b"/>
              <a:pathLst>
                <a:path w="52131" h="52131" extrusionOk="0">
                  <a:moveTo>
                    <a:pt x="52132" y="26066"/>
                  </a:moveTo>
                  <a:cubicBezTo>
                    <a:pt x="52132" y="40462"/>
                    <a:pt x="40462" y="52132"/>
                    <a:pt x="26066" y="52132"/>
                  </a:cubicBezTo>
                  <a:cubicBezTo>
                    <a:pt x="11670" y="52132"/>
                    <a:pt x="0" y="40462"/>
                    <a:pt x="0" y="26066"/>
                  </a:cubicBezTo>
                  <a:cubicBezTo>
                    <a:pt x="0" y="11670"/>
                    <a:pt x="11670" y="0"/>
                    <a:pt x="26066" y="0"/>
                  </a:cubicBezTo>
                  <a:cubicBezTo>
                    <a:pt x="40462" y="0"/>
                    <a:pt x="52132" y="11670"/>
                    <a:pt x="52132" y="260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08" name="Google Shape;1508;p32"/>
            <p:cNvSpPr/>
            <p:nvPr/>
          </p:nvSpPr>
          <p:spPr>
            <a:xfrm>
              <a:off x="397838" y="2789670"/>
              <a:ext cx="18215" cy="18215"/>
            </a:xfrm>
            <a:custGeom>
              <a:avLst/>
              <a:gdLst/>
              <a:ahLst/>
              <a:cxnLst/>
              <a:rect l="l" t="t" r="r" b="b"/>
              <a:pathLst>
                <a:path w="18215" h="18215" extrusionOk="0">
                  <a:moveTo>
                    <a:pt x="9108" y="18216"/>
                  </a:moveTo>
                  <a:cubicBezTo>
                    <a:pt x="14137" y="18216"/>
                    <a:pt x="18216" y="14104"/>
                    <a:pt x="18216" y="9108"/>
                  </a:cubicBezTo>
                  <a:cubicBezTo>
                    <a:pt x="18216" y="4112"/>
                    <a:pt x="14137" y="0"/>
                    <a:pt x="9108" y="0"/>
                  </a:cubicBezTo>
                  <a:cubicBezTo>
                    <a:pt x="4078" y="0"/>
                    <a:pt x="0" y="4078"/>
                    <a:pt x="0" y="9108"/>
                  </a:cubicBezTo>
                  <a:cubicBezTo>
                    <a:pt x="0" y="14138"/>
                    <a:pt x="4078" y="18216"/>
                    <a:pt x="9108" y="18216"/>
                  </a:cubicBezTo>
                  <a:close/>
                </a:path>
              </a:pathLst>
            </a:custGeom>
            <a:solidFill>
              <a:srgbClr val="161D1E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09" name="Google Shape;1509;p32"/>
            <p:cNvSpPr/>
            <p:nvPr/>
          </p:nvSpPr>
          <p:spPr>
            <a:xfrm>
              <a:off x="516748" y="2790859"/>
              <a:ext cx="18215" cy="18215"/>
            </a:xfrm>
            <a:custGeom>
              <a:avLst/>
              <a:gdLst/>
              <a:ahLst/>
              <a:cxnLst/>
              <a:rect l="l" t="t" r="r" b="b"/>
              <a:pathLst>
                <a:path w="18215" h="18215" extrusionOk="0">
                  <a:moveTo>
                    <a:pt x="9108" y="18215"/>
                  </a:moveTo>
                  <a:cubicBezTo>
                    <a:pt x="14137" y="18215"/>
                    <a:pt x="18216" y="14137"/>
                    <a:pt x="18216" y="9108"/>
                  </a:cubicBezTo>
                  <a:cubicBezTo>
                    <a:pt x="18216" y="4078"/>
                    <a:pt x="14137" y="0"/>
                    <a:pt x="9108" y="0"/>
                  </a:cubicBezTo>
                  <a:cubicBezTo>
                    <a:pt x="4078" y="0"/>
                    <a:pt x="0" y="4112"/>
                    <a:pt x="0" y="9108"/>
                  </a:cubicBezTo>
                  <a:cubicBezTo>
                    <a:pt x="0" y="14103"/>
                    <a:pt x="4078" y="18215"/>
                    <a:pt x="9108" y="18215"/>
                  </a:cubicBezTo>
                  <a:close/>
                </a:path>
              </a:pathLst>
            </a:custGeom>
            <a:solidFill>
              <a:srgbClr val="161D1E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0" name="Google Shape;1510;p32"/>
            <p:cNvSpPr/>
            <p:nvPr/>
          </p:nvSpPr>
          <p:spPr>
            <a:xfrm>
              <a:off x="591003" y="2754496"/>
              <a:ext cx="28172" cy="38673"/>
            </a:xfrm>
            <a:custGeom>
              <a:avLst/>
              <a:gdLst/>
              <a:ahLst/>
              <a:cxnLst/>
              <a:rect l="l" t="t" r="r" b="b"/>
              <a:pathLst>
                <a:path w="28172" h="38673" extrusionOk="0">
                  <a:moveTo>
                    <a:pt x="8972" y="12506"/>
                  </a:moveTo>
                  <a:lnTo>
                    <a:pt x="8972" y="26168"/>
                  </a:lnTo>
                  <a:lnTo>
                    <a:pt x="28173" y="26168"/>
                  </a:lnTo>
                  <a:lnTo>
                    <a:pt x="28173" y="38674"/>
                  </a:lnTo>
                  <a:lnTo>
                    <a:pt x="0" y="38674"/>
                  </a:lnTo>
                  <a:lnTo>
                    <a:pt x="0" y="38572"/>
                  </a:lnTo>
                  <a:lnTo>
                    <a:pt x="0" y="26168"/>
                  </a:lnTo>
                  <a:lnTo>
                    <a:pt x="0" y="12506"/>
                  </a:lnTo>
                  <a:lnTo>
                    <a:pt x="0" y="2277"/>
                  </a:lnTo>
                  <a:lnTo>
                    <a:pt x="0" y="0"/>
                  </a:lnTo>
                  <a:lnTo>
                    <a:pt x="28173" y="0"/>
                  </a:lnTo>
                  <a:lnTo>
                    <a:pt x="28173" y="12506"/>
                  </a:lnTo>
                  <a:lnTo>
                    <a:pt x="8972" y="1250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511" name="Google Shape;1511;p32"/>
          <p:cNvGrpSpPr/>
          <p:nvPr/>
        </p:nvGrpSpPr>
        <p:grpSpPr>
          <a:xfrm>
            <a:off x="207255" y="3497191"/>
            <a:ext cx="2411560" cy="1646309"/>
            <a:chOff x="207255" y="3497191"/>
            <a:chExt cx="2411560" cy="1646309"/>
          </a:xfrm>
        </p:grpSpPr>
        <p:grpSp>
          <p:nvGrpSpPr>
            <p:cNvPr id="1512" name="Google Shape;1512;p32"/>
            <p:cNvGrpSpPr/>
            <p:nvPr/>
          </p:nvGrpSpPr>
          <p:grpSpPr>
            <a:xfrm>
              <a:off x="732929" y="3497191"/>
              <a:ext cx="519900" cy="680530"/>
              <a:chOff x="5544622" y="2527045"/>
              <a:chExt cx="519900" cy="680530"/>
            </a:xfrm>
          </p:grpSpPr>
          <p:grpSp>
            <p:nvGrpSpPr>
              <p:cNvPr id="1513" name="Google Shape;1513;p32"/>
              <p:cNvGrpSpPr/>
              <p:nvPr/>
            </p:nvGrpSpPr>
            <p:grpSpPr>
              <a:xfrm>
                <a:off x="5584229" y="2527045"/>
                <a:ext cx="459095" cy="565322"/>
                <a:chOff x="5292342" y="3091129"/>
                <a:chExt cx="224771" cy="276766"/>
              </a:xfrm>
            </p:grpSpPr>
            <p:sp>
              <p:nvSpPr>
                <p:cNvPr id="1514" name="Google Shape;1514;p32"/>
                <p:cNvSpPr/>
                <p:nvPr/>
              </p:nvSpPr>
              <p:spPr>
                <a:xfrm>
                  <a:off x="5378390" y="3254253"/>
                  <a:ext cx="44247" cy="1136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247" h="113642" extrusionOk="0">
                      <a:moveTo>
                        <a:pt x="0" y="0"/>
                      </a:moveTo>
                      <a:lnTo>
                        <a:pt x="44247" y="0"/>
                      </a:lnTo>
                      <a:lnTo>
                        <a:pt x="44247" y="113643"/>
                      </a:lnTo>
                      <a:lnTo>
                        <a:pt x="0" y="113643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515" name="Google Shape;1515;p32"/>
                <p:cNvSpPr/>
                <p:nvPr/>
              </p:nvSpPr>
              <p:spPr>
                <a:xfrm>
                  <a:off x="5292342" y="3091129"/>
                  <a:ext cx="224771" cy="2247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771" h="224770" extrusionOk="0">
                      <a:moveTo>
                        <a:pt x="112385" y="224771"/>
                      </a:moveTo>
                      <a:cubicBezTo>
                        <a:pt x="174271" y="224771"/>
                        <a:pt x="224771" y="174305"/>
                        <a:pt x="224771" y="112386"/>
                      </a:cubicBezTo>
                      <a:cubicBezTo>
                        <a:pt x="224771" y="50466"/>
                        <a:pt x="174305" y="0"/>
                        <a:pt x="112385" y="0"/>
                      </a:cubicBezTo>
                      <a:cubicBezTo>
                        <a:pt x="50466" y="0"/>
                        <a:pt x="0" y="50500"/>
                        <a:pt x="0" y="112386"/>
                      </a:cubicBezTo>
                      <a:cubicBezTo>
                        <a:pt x="0" y="174271"/>
                        <a:pt x="50466" y="224771"/>
                        <a:pt x="112385" y="22477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516" name="Google Shape;1516;p32"/>
                <p:cNvSpPr/>
                <p:nvPr/>
              </p:nvSpPr>
              <p:spPr>
                <a:xfrm>
                  <a:off x="5310116" y="3108903"/>
                  <a:ext cx="189189" cy="1892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189" h="189223" extrusionOk="0">
                      <a:moveTo>
                        <a:pt x="94612" y="189224"/>
                      </a:moveTo>
                      <a:cubicBezTo>
                        <a:pt x="146710" y="189224"/>
                        <a:pt x="189190" y="146744"/>
                        <a:pt x="189190" y="94612"/>
                      </a:cubicBezTo>
                      <a:cubicBezTo>
                        <a:pt x="189190" y="42480"/>
                        <a:pt x="146710" y="0"/>
                        <a:pt x="94612" y="0"/>
                      </a:cubicBezTo>
                      <a:cubicBezTo>
                        <a:pt x="42514" y="0"/>
                        <a:pt x="0" y="42514"/>
                        <a:pt x="0" y="94612"/>
                      </a:cubicBezTo>
                      <a:cubicBezTo>
                        <a:pt x="0" y="146709"/>
                        <a:pt x="42480" y="189224"/>
                        <a:pt x="94612" y="18922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517" name="Google Shape;1517;p32"/>
                <p:cNvSpPr/>
                <p:nvPr/>
              </p:nvSpPr>
              <p:spPr>
                <a:xfrm>
                  <a:off x="5310116" y="3108937"/>
                  <a:ext cx="189189" cy="98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189" h="98180" extrusionOk="0">
                      <a:moveTo>
                        <a:pt x="94578" y="0"/>
                      </a:moveTo>
                      <a:cubicBezTo>
                        <a:pt x="146845" y="0"/>
                        <a:pt x="189190" y="42378"/>
                        <a:pt x="189190" y="94612"/>
                      </a:cubicBezTo>
                      <a:cubicBezTo>
                        <a:pt x="189190" y="95801"/>
                        <a:pt x="189190" y="96991"/>
                        <a:pt x="189122" y="98180"/>
                      </a:cubicBezTo>
                      <a:lnTo>
                        <a:pt x="68" y="98180"/>
                      </a:lnTo>
                      <a:cubicBezTo>
                        <a:pt x="68" y="96991"/>
                        <a:pt x="0" y="95801"/>
                        <a:pt x="0" y="94612"/>
                      </a:cubicBezTo>
                      <a:cubicBezTo>
                        <a:pt x="0" y="42378"/>
                        <a:pt x="42378" y="0"/>
                        <a:pt x="9461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518" name="Google Shape;1518;p32"/>
                <p:cNvSpPr/>
                <p:nvPr/>
              </p:nvSpPr>
              <p:spPr>
                <a:xfrm>
                  <a:off x="5402893" y="3125521"/>
                  <a:ext cx="97853" cy="80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53" h="80440" extrusionOk="0">
                      <a:moveTo>
                        <a:pt x="88902" y="38810"/>
                      </a:moveTo>
                      <a:cubicBezTo>
                        <a:pt x="95223" y="52302"/>
                        <a:pt x="98078" y="66507"/>
                        <a:pt x="97840" y="80440"/>
                      </a:cubicBezTo>
                      <a:lnTo>
                        <a:pt x="0" y="80440"/>
                      </a:lnTo>
                      <a:lnTo>
                        <a:pt x="55428" y="0"/>
                      </a:lnTo>
                      <a:cubicBezTo>
                        <a:pt x="69497" y="9278"/>
                        <a:pt x="81256" y="22429"/>
                        <a:pt x="88902" y="38776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519" name="Google Shape;1519;p32"/>
                <p:cNvSpPr/>
                <p:nvPr/>
              </p:nvSpPr>
              <p:spPr>
                <a:xfrm>
                  <a:off x="5362485" y="3109487"/>
                  <a:ext cx="90873" cy="981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873" h="98173" extrusionOk="0">
                      <a:moveTo>
                        <a:pt x="50228" y="299"/>
                      </a:moveTo>
                      <a:cubicBezTo>
                        <a:pt x="65080" y="1455"/>
                        <a:pt x="78877" y="6008"/>
                        <a:pt x="90874" y="13111"/>
                      </a:cubicBezTo>
                      <a:lnTo>
                        <a:pt x="42548" y="98173"/>
                      </a:lnTo>
                      <a:lnTo>
                        <a:pt x="0" y="10257"/>
                      </a:lnTo>
                      <a:cubicBezTo>
                        <a:pt x="15055" y="2610"/>
                        <a:pt x="32217" y="-1128"/>
                        <a:pt x="50228" y="29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520" name="Google Shape;1520;p32"/>
                <p:cNvSpPr/>
                <p:nvPr/>
              </p:nvSpPr>
              <p:spPr>
                <a:xfrm>
                  <a:off x="5311712" y="3126507"/>
                  <a:ext cx="97738" cy="816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738" h="81629" extrusionOk="0">
                      <a:moveTo>
                        <a:pt x="11657" y="31775"/>
                      </a:moveTo>
                      <a:cubicBezTo>
                        <a:pt x="18862" y="18725"/>
                        <a:pt x="28649" y="8054"/>
                        <a:pt x="40068" y="0"/>
                      </a:cubicBezTo>
                      <a:lnTo>
                        <a:pt x="97739" y="79047"/>
                      </a:lnTo>
                      <a:lnTo>
                        <a:pt x="103" y="81630"/>
                      </a:lnTo>
                      <a:cubicBezTo>
                        <a:pt x="-679" y="64808"/>
                        <a:pt x="2991" y="47578"/>
                        <a:pt x="11691" y="3174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grpSp>
              <p:nvGrpSpPr>
                <p:cNvPr id="1521" name="Google Shape;1521;p32"/>
                <p:cNvGrpSpPr/>
                <p:nvPr/>
              </p:nvGrpSpPr>
              <p:grpSpPr>
                <a:xfrm>
                  <a:off x="5361045" y="3146273"/>
                  <a:ext cx="64409" cy="79667"/>
                  <a:chOff x="5361045" y="3146273"/>
                  <a:chExt cx="64409" cy="79667"/>
                </a:xfrm>
              </p:grpSpPr>
              <p:sp>
                <p:nvSpPr>
                  <p:cNvPr id="1522" name="Google Shape;1522;p32"/>
                  <p:cNvSpPr/>
                  <p:nvPr/>
                </p:nvSpPr>
                <p:spPr>
                  <a:xfrm>
                    <a:off x="5382608" y="3183094"/>
                    <a:ext cx="42846" cy="428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846" h="42846" extrusionOk="0">
                        <a:moveTo>
                          <a:pt x="17328" y="404"/>
                        </a:moveTo>
                        <a:cubicBezTo>
                          <a:pt x="28951" y="-1873"/>
                          <a:pt x="40166" y="5705"/>
                          <a:pt x="42442" y="17328"/>
                        </a:cubicBezTo>
                        <a:cubicBezTo>
                          <a:pt x="44719" y="28951"/>
                          <a:pt x="37141" y="40199"/>
                          <a:pt x="25518" y="42442"/>
                        </a:cubicBezTo>
                        <a:cubicBezTo>
                          <a:pt x="13896" y="44719"/>
                          <a:pt x="2647" y="37141"/>
                          <a:pt x="404" y="25518"/>
                        </a:cubicBezTo>
                        <a:cubicBezTo>
                          <a:pt x="-1873" y="13930"/>
                          <a:pt x="5706" y="2681"/>
                          <a:pt x="17328" y="438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523" name="Google Shape;1523;p32"/>
                  <p:cNvSpPr/>
                  <p:nvPr/>
                </p:nvSpPr>
                <p:spPr>
                  <a:xfrm>
                    <a:off x="5361045" y="3146273"/>
                    <a:ext cx="43376" cy="543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76" h="54353" extrusionOk="0">
                        <a:moveTo>
                          <a:pt x="30327" y="54353"/>
                        </a:moveTo>
                        <a:lnTo>
                          <a:pt x="43376" y="45348"/>
                        </a:lnTo>
                        <a:lnTo>
                          <a:pt x="14456" y="3411"/>
                        </a:lnTo>
                        <a:cubicBezTo>
                          <a:pt x="11975" y="-191"/>
                          <a:pt x="6980" y="-1075"/>
                          <a:pt x="3411" y="1406"/>
                        </a:cubicBezTo>
                        <a:lnTo>
                          <a:pt x="3411" y="1406"/>
                        </a:lnTo>
                        <a:cubicBezTo>
                          <a:pt x="-191" y="3853"/>
                          <a:pt x="-1075" y="8815"/>
                          <a:pt x="1406" y="12451"/>
                        </a:cubicBezTo>
                        <a:lnTo>
                          <a:pt x="30361" y="54353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</p:grpSp>
          </p:grpSp>
          <p:sp>
            <p:nvSpPr>
              <p:cNvPr id="1524" name="Google Shape;1524;p32"/>
              <p:cNvSpPr/>
              <p:nvPr/>
            </p:nvSpPr>
            <p:spPr>
              <a:xfrm>
                <a:off x="5544622" y="3092375"/>
                <a:ext cx="519900" cy="115200"/>
              </a:xfrm>
              <a:prstGeom prst="roundRect">
                <a:avLst>
                  <a:gd name="adj" fmla="val 16667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0" dirty="0">
                  <a:latin typeface="Lato" panose="020F0502020204030203"/>
                  <a:ea typeface="Lato" panose="020F0502020204030203"/>
                  <a:cs typeface="Lato" panose="020F0502020204030203"/>
                  <a:sym typeface="Lato" panose="020F0502020204030203"/>
                </a:endParaRPr>
              </a:p>
            </p:txBody>
          </p:sp>
        </p:grpSp>
        <p:grpSp>
          <p:nvGrpSpPr>
            <p:cNvPr id="1525" name="Google Shape;1525;p32"/>
            <p:cNvGrpSpPr/>
            <p:nvPr/>
          </p:nvGrpSpPr>
          <p:grpSpPr>
            <a:xfrm>
              <a:off x="207255" y="4164605"/>
              <a:ext cx="2411560" cy="978895"/>
              <a:chOff x="207255" y="4164605"/>
              <a:chExt cx="2411560" cy="978895"/>
            </a:xfrm>
          </p:grpSpPr>
          <p:grpSp>
            <p:nvGrpSpPr>
              <p:cNvPr id="1526" name="Google Shape;1526;p32"/>
              <p:cNvGrpSpPr/>
              <p:nvPr/>
            </p:nvGrpSpPr>
            <p:grpSpPr>
              <a:xfrm>
                <a:off x="1511430" y="4164605"/>
                <a:ext cx="1107385" cy="978895"/>
                <a:chOff x="318247" y="2569282"/>
                <a:chExt cx="300928" cy="266062"/>
              </a:xfrm>
            </p:grpSpPr>
            <p:sp>
              <p:nvSpPr>
                <p:cNvPr id="1527" name="Google Shape;1527;p32"/>
                <p:cNvSpPr/>
                <p:nvPr/>
              </p:nvSpPr>
              <p:spPr>
                <a:xfrm>
                  <a:off x="334831" y="2766730"/>
                  <a:ext cx="32013" cy="12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013" h="12913" extrusionOk="0">
                      <a:moveTo>
                        <a:pt x="0" y="0"/>
                      </a:moveTo>
                      <a:lnTo>
                        <a:pt x="32013" y="0"/>
                      </a:lnTo>
                      <a:lnTo>
                        <a:pt x="32013" y="12914"/>
                      </a:lnTo>
                      <a:lnTo>
                        <a:pt x="0" y="1291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528" name="Google Shape;1528;p32"/>
                <p:cNvSpPr/>
                <p:nvPr/>
              </p:nvSpPr>
              <p:spPr>
                <a:xfrm>
                  <a:off x="572414" y="2766866"/>
                  <a:ext cx="32013" cy="12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013" h="12913" extrusionOk="0">
                      <a:moveTo>
                        <a:pt x="0" y="0"/>
                      </a:moveTo>
                      <a:lnTo>
                        <a:pt x="32013" y="0"/>
                      </a:lnTo>
                      <a:lnTo>
                        <a:pt x="32013" y="12914"/>
                      </a:lnTo>
                      <a:lnTo>
                        <a:pt x="0" y="1291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529" name="Google Shape;1529;p32"/>
                <p:cNvSpPr/>
                <p:nvPr/>
              </p:nvSpPr>
              <p:spPr>
                <a:xfrm>
                  <a:off x="318247" y="2758778"/>
                  <a:ext cx="30857" cy="30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57" h="30857" extrusionOk="0">
                      <a:moveTo>
                        <a:pt x="30858" y="15429"/>
                      </a:moveTo>
                      <a:cubicBezTo>
                        <a:pt x="30858" y="23950"/>
                        <a:pt x="23950" y="30858"/>
                        <a:pt x="15429" y="30858"/>
                      </a:cubicBezTo>
                      <a:cubicBezTo>
                        <a:pt x="6908" y="30858"/>
                        <a:pt x="0" y="23950"/>
                        <a:pt x="0" y="15429"/>
                      </a:cubicBezTo>
                      <a:cubicBezTo>
                        <a:pt x="0" y="6908"/>
                        <a:pt x="6908" y="0"/>
                        <a:pt x="15429" y="0"/>
                      </a:cubicBezTo>
                      <a:cubicBezTo>
                        <a:pt x="23950" y="0"/>
                        <a:pt x="30858" y="6908"/>
                        <a:pt x="30858" y="1542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530" name="Google Shape;1530;p32"/>
                <p:cNvSpPr/>
                <p:nvPr/>
              </p:nvSpPr>
              <p:spPr>
                <a:xfrm>
                  <a:off x="355391" y="2591236"/>
                  <a:ext cx="227863" cy="1960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863" h="196054" extrusionOk="0">
                      <a:moveTo>
                        <a:pt x="0" y="0"/>
                      </a:moveTo>
                      <a:lnTo>
                        <a:pt x="227864" y="0"/>
                      </a:lnTo>
                      <a:lnTo>
                        <a:pt x="185723" y="196055"/>
                      </a:lnTo>
                      <a:lnTo>
                        <a:pt x="39931" y="19605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531" name="Google Shape;1531;p32"/>
                <p:cNvSpPr/>
                <p:nvPr/>
              </p:nvSpPr>
              <p:spPr>
                <a:xfrm>
                  <a:off x="376937" y="2597013"/>
                  <a:ext cx="181135" cy="155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135" h="155851" extrusionOk="0">
                      <a:moveTo>
                        <a:pt x="0" y="0"/>
                      </a:moveTo>
                      <a:lnTo>
                        <a:pt x="82310" y="0"/>
                      </a:lnTo>
                      <a:lnTo>
                        <a:pt x="82310" y="155851"/>
                      </a:lnTo>
                      <a:lnTo>
                        <a:pt x="31741" y="155851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  <a:moveTo>
                        <a:pt x="98826" y="0"/>
                      </a:moveTo>
                      <a:lnTo>
                        <a:pt x="181135" y="0"/>
                      </a:lnTo>
                      <a:lnTo>
                        <a:pt x="147627" y="155851"/>
                      </a:lnTo>
                      <a:lnTo>
                        <a:pt x="98826" y="155851"/>
                      </a:lnTo>
                      <a:lnTo>
                        <a:pt x="98826" y="0"/>
                      </a:lnTo>
                      <a:close/>
                    </a:path>
                  </a:pathLst>
                </a:custGeom>
                <a:solidFill>
                  <a:srgbClr val="161D1E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532" name="Google Shape;1532;p32"/>
                <p:cNvSpPr/>
                <p:nvPr/>
              </p:nvSpPr>
              <p:spPr>
                <a:xfrm>
                  <a:off x="336598" y="2569282"/>
                  <a:ext cx="265484" cy="258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484" h="25861" extrusionOk="0">
                      <a:moveTo>
                        <a:pt x="0" y="0"/>
                      </a:moveTo>
                      <a:lnTo>
                        <a:pt x="265484" y="0"/>
                      </a:lnTo>
                      <a:lnTo>
                        <a:pt x="265484" y="25862"/>
                      </a:lnTo>
                      <a:lnTo>
                        <a:pt x="0" y="25862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533" name="Google Shape;1533;p32"/>
                <p:cNvSpPr/>
                <p:nvPr/>
              </p:nvSpPr>
              <p:spPr>
                <a:xfrm>
                  <a:off x="358348" y="2753341"/>
                  <a:ext cx="222018" cy="39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018" h="39965" extrusionOk="0">
                      <a:moveTo>
                        <a:pt x="0" y="0"/>
                      </a:moveTo>
                      <a:lnTo>
                        <a:pt x="222018" y="0"/>
                      </a:lnTo>
                      <a:lnTo>
                        <a:pt x="222018" y="39965"/>
                      </a:lnTo>
                      <a:lnTo>
                        <a:pt x="0" y="39965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534" name="Google Shape;1534;p32"/>
                <p:cNvSpPr/>
                <p:nvPr/>
              </p:nvSpPr>
              <p:spPr>
                <a:xfrm>
                  <a:off x="371568" y="2763400"/>
                  <a:ext cx="70754" cy="707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754" h="70755" extrusionOk="0">
                      <a:moveTo>
                        <a:pt x="35377" y="70755"/>
                      </a:moveTo>
                      <a:cubicBezTo>
                        <a:pt x="54850" y="70755"/>
                        <a:pt x="70755" y="54850"/>
                        <a:pt x="70755" y="35377"/>
                      </a:cubicBezTo>
                      <a:cubicBezTo>
                        <a:pt x="70755" y="15905"/>
                        <a:pt x="54850" y="0"/>
                        <a:pt x="35377" y="0"/>
                      </a:cubicBezTo>
                      <a:cubicBezTo>
                        <a:pt x="15905" y="0"/>
                        <a:pt x="0" y="15905"/>
                        <a:pt x="0" y="35377"/>
                      </a:cubicBezTo>
                      <a:cubicBezTo>
                        <a:pt x="0" y="54850"/>
                        <a:pt x="15905" y="70755"/>
                        <a:pt x="35377" y="7075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535" name="Google Shape;1535;p32"/>
                <p:cNvSpPr/>
                <p:nvPr/>
              </p:nvSpPr>
              <p:spPr>
                <a:xfrm>
                  <a:off x="490478" y="2764589"/>
                  <a:ext cx="70754" cy="707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754" h="70755" extrusionOk="0">
                      <a:moveTo>
                        <a:pt x="35378" y="70755"/>
                      </a:moveTo>
                      <a:cubicBezTo>
                        <a:pt x="54850" y="70755"/>
                        <a:pt x="70755" y="54850"/>
                        <a:pt x="70755" y="35378"/>
                      </a:cubicBezTo>
                      <a:cubicBezTo>
                        <a:pt x="70755" y="15905"/>
                        <a:pt x="54850" y="0"/>
                        <a:pt x="35378" y="0"/>
                      </a:cubicBezTo>
                      <a:cubicBezTo>
                        <a:pt x="15905" y="0"/>
                        <a:pt x="0" y="15905"/>
                        <a:pt x="0" y="35378"/>
                      </a:cubicBezTo>
                      <a:cubicBezTo>
                        <a:pt x="0" y="54850"/>
                        <a:pt x="15905" y="70755"/>
                        <a:pt x="35378" y="7075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536" name="Google Shape;1536;p32"/>
                <p:cNvSpPr/>
                <p:nvPr/>
              </p:nvSpPr>
              <p:spPr>
                <a:xfrm>
                  <a:off x="380880" y="2772710"/>
                  <a:ext cx="52131" cy="52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131" h="52131" extrusionOk="0">
                      <a:moveTo>
                        <a:pt x="52132" y="26066"/>
                      </a:moveTo>
                      <a:cubicBezTo>
                        <a:pt x="52132" y="40462"/>
                        <a:pt x="40462" y="52132"/>
                        <a:pt x="26066" y="52132"/>
                      </a:cubicBezTo>
                      <a:cubicBezTo>
                        <a:pt x="11670" y="52132"/>
                        <a:pt x="0" y="40462"/>
                        <a:pt x="0" y="26066"/>
                      </a:cubicBezTo>
                      <a:cubicBezTo>
                        <a:pt x="0" y="11670"/>
                        <a:pt x="11670" y="0"/>
                        <a:pt x="26066" y="0"/>
                      </a:cubicBezTo>
                      <a:cubicBezTo>
                        <a:pt x="40462" y="0"/>
                        <a:pt x="52132" y="11670"/>
                        <a:pt x="52132" y="2606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537" name="Google Shape;1537;p32"/>
                <p:cNvSpPr/>
                <p:nvPr/>
              </p:nvSpPr>
              <p:spPr>
                <a:xfrm>
                  <a:off x="499790" y="2773900"/>
                  <a:ext cx="52131" cy="52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131" h="52131" extrusionOk="0">
                      <a:moveTo>
                        <a:pt x="52132" y="26066"/>
                      </a:moveTo>
                      <a:cubicBezTo>
                        <a:pt x="52132" y="40462"/>
                        <a:pt x="40462" y="52132"/>
                        <a:pt x="26066" y="52132"/>
                      </a:cubicBezTo>
                      <a:cubicBezTo>
                        <a:pt x="11670" y="52132"/>
                        <a:pt x="0" y="40462"/>
                        <a:pt x="0" y="26066"/>
                      </a:cubicBezTo>
                      <a:cubicBezTo>
                        <a:pt x="0" y="11670"/>
                        <a:pt x="11670" y="0"/>
                        <a:pt x="26066" y="0"/>
                      </a:cubicBezTo>
                      <a:cubicBezTo>
                        <a:pt x="40462" y="0"/>
                        <a:pt x="52132" y="11670"/>
                        <a:pt x="52132" y="2606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538" name="Google Shape;1538;p32"/>
                <p:cNvSpPr/>
                <p:nvPr/>
              </p:nvSpPr>
              <p:spPr>
                <a:xfrm>
                  <a:off x="397838" y="2789670"/>
                  <a:ext cx="18215" cy="18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15" h="18215" extrusionOk="0">
                      <a:moveTo>
                        <a:pt x="9108" y="18216"/>
                      </a:moveTo>
                      <a:cubicBezTo>
                        <a:pt x="14137" y="18216"/>
                        <a:pt x="18216" y="14104"/>
                        <a:pt x="18216" y="9108"/>
                      </a:cubicBezTo>
                      <a:cubicBezTo>
                        <a:pt x="18216" y="4112"/>
                        <a:pt x="14137" y="0"/>
                        <a:pt x="9108" y="0"/>
                      </a:cubicBezTo>
                      <a:cubicBezTo>
                        <a:pt x="4078" y="0"/>
                        <a:pt x="0" y="4078"/>
                        <a:pt x="0" y="9108"/>
                      </a:cubicBezTo>
                      <a:cubicBezTo>
                        <a:pt x="0" y="14138"/>
                        <a:pt x="4078" y="18216"/>
                        <a:pt x="9108" y="18216"/>
                      </a:cubicBez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539" name="Google Shape;1539;p32"/>
                <p:cNvSpPr/>
                <p:nvPr/>
              </p:nvSpPr>
              <p:spPr>
                <a:xfrm>
                  <a:off x="516748" y="2790859"/>
                  <a:ext cx="18215" cy="18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15" h="18215" extrusionOk="0">
                      <a:moveTo>
                        <a:pt x="9108" y="18215"/>
                      </a:moveTo>
                      <a:cubicBezTo>
                        <a:pt x="14137" y="18215"/>
                        <a:pt x="18216" y="14137"/>
                        <a:pt x="18216" y="9108"/>
                      </a:cubicBezTo>
                      <a:cubicBezTo>
                        <a:pt x="18216" y="4078"/>
                        <a:pt x="14137" y="0"/>
                        <a:pt x="9108" y="0"/>
                      </a:cubicBezTo>
                      <a:cubicBezTo>
                        <a:pt x="4078" y="0"/>
                        <a:pt x="0" y="4112"/>
                        <a:pt x="0" y="9108"/>
                      </a:cubicBezTo>
                      <a:cubicBezTo>
                        <a:pt x="0" y="14103"/>
                        <a:pt x="4078" y="18215"/>
                        <a:pt x="9108" y="18215"/>
                      </a:cubicBez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540" name="Google Shape;1540;p32"/>
                <p:cNvSpPr/>
                <p:nvPr/>
              </p:nvSpPr>
              <p:spPr>
                <a:xfrm>
                  <a:off x="591003" y="2754496"/>
                  <a:ext cx="28172" cy="38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72" h="38673" extrusionOk="0">
                      <a:moveTo>
                        <a:pt x="8972" y="12506"/>
                      </a:moveTo>
                      <a:lnTo>
                        <a:pt x="8972" y="26168"/>
                      </a:lnTo>
                      <a:lnTo>
                        <a:pt x="28173" y="26168"/>
                      </a:lnTo>
                      <a:lnTo>
                        <a:pt x="28173" y="38674"/>
                      </a:lnTo>
                      <a:lnTo>
                        <a:pt x="0" y="38674"/>
                      </a:lnTo>
                      <a:lnTo>
                        <a:pt x="0" y="38572"/>
                      </a:lnTo>
                      <a:lnTo>
                        <a:pt x="0" y="26168"/>
                      </a:lnTo>
                      <a:lnTo>
                        <a:pt x="0" y="12506"/>
                      </a:lnTo>
                      <a:lnTo>
                        <a:pt x="0" y="2277"/>
                      </a:lnTo>
                      <a:lnTo>
                        <a:pt x="0" y="0"/>
                      </a:lnTo>
                      <a:lnTo>
                        <a:pt x="28173" y="0"/>
                      </a:lnTo>
                      <a:lnTo>
                        <a:pt x="28173" y="12506"/>
                      </a:lnTo>
                      <a:lnTo>
                        <a:pt x="8972" y="1250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1541" name="Google Shape;1541;p32"/>
              <p:cNvGrpSpPr/>
              <p:nvPr/>
            </p:nvGrpSpPr>
            <p:grpSpPr>
              <a:xfrm>
                <a:off x="207255" y="4164605"/>
                <a:ext cx="1107385" cy="978895"/>
                <a:chOff x="318247" y="2569282"/>
                <a:chExt cx="300928" cy="266062"/>
              </a:xfrm>
            </p:grpSpPr>
            <p:sp>
              <p:nvSpPr>
                <p:cNvPr id="1542" name="Google Shape;1542;p32"/>
                <p:cNvSpPr/>
                <p:nvPr/>
              </p:nvSpPr>
              <p:spPr>
                <a:xfrm>
                  <a:off x="334831" y="2766730"/>
                  <a:ext cx="32013" cy="12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013" h="12913" extrusionOk="0">
                      <a:moveTo>
                        <a:pt x="0" y="0"/>
                      </a:moveTo>
                      <a:lnTo>
                        <a:pt x="32013" y="0"/>
                      </a:lnTo>
                      <a:lnTo>
                        <a:pt x="32013" y="12914"/>
                      </a:lnTo>
                      <a:lnTo>
                        <a:pt x="0" y="1291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543" name="Google Shape;1543;p32"/>
                <p:cNvSpPr/>
                <p:nvPr/>
              </p:nvSpPr>
              <p:spPr>
                <a:xfrm>
                  <a:off x="572414" y="2766866"/>
                  <a:ext cx="32013" cy="12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013" h="12913" extrusionOk="0">
                      <a:moveTo>
                        <a:pt x="0" y="0"/>
                      </a:moveTo>
                      <a:lnTo>
                        <a:pt x="32013" y="0"/>
                      </a:lnTo>
                      <a:lnTo>
                        <a:pt x="32013" y="12914"/>
                      </a:lnTo>
                      <a:lnTo>
                        <a:pt x="0" y="1291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544" name="Google Shape;1544;p32"/>
                <p:cNvSpPr/>
                <p:nvPr/>
              </p:nvSpPr>
              <p:spPr>
                <a:xfrm>
                  <a:off x="318247" y="2758778"/>
                  <a:ext cx="30857" cy="30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57" h="30857" extrusionOk="0">
                      <a:moveTo>
                        <a:pt x="30858" y="15429"/>
                      </a:moveTo>
                      <a:cubicBezTo>
                        <a:pt x="30858" y="23950"/>
                        <a:pt x="23950" y="30858"/>
                        <a:pt x="15429" y="30858"/>
                      </a:cubicBezTo>
                      <a:cubicBezTo>
                        <a:pt x="6908" y="30858"/>
                        <a:pt x="0" y="23950"/>
                        <a:pt x="0" y="15429"/>
                      </a:cubicBezTo>
                      <a:cubicBezTo>
                        <a:pt x="0" y="6908"/>
                        <a:pt x="6908" y="0"/>
                        <a:pt x="15429" y="0"/>
                      </a:cubicBezTo>
                      <a:cubicBezTo>
                        <a:pt x="23950" y="0"/>
                        <a:pt x="30858" y="6908"/>
                        <a:pt x="30858" y="1542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545" name="Google Shape;1545;p32"/>
                <p:cNvSpPr/>
                <p:nvPr/>
              </p:nvSpPr>
              <p:spPr>
                <a:xfrm>
                  <a:off x="355391" y="2591236"/>
                  <a:ext cx="227863" cy="1960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863" h="196054" extrusionOk="0">
                      <a:moveTo>
                        <a:pt x="0" y="0"/>
                      </a:moveTo>
                      <a:lnTo>
                        <a:pt x="227864" y="0"/>
                      </a:lnTo>
                      <a:lnTo>
                        <a:pt x="185723" y="196055"/>
                      </a:lnTo>
                      <a:lnTo>
                        <a:pt x="39931" y="19605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546" name="Google Shape;1546;p32"/>
                <p:cNvSpPr/>
                <p:nvPr/>
              </p:nvSpPr>
              <p:spPr>
                <a:xfrm>
                  <a:off x="376937" y="2597013"/>
                  <a:ext cx="181135" cy="155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135" h="155851" extrusionOk="0">
                      <a:moveTo>
                        <a:pt x="0" y="0"/>
                      </a:moveTo>
                      <a:lnTo>
                        <a:pt x="82310" y="0"/>
                      </a:lnTo>
                      <a:lnTo>
                        <a:pt x="82310" y="155851"/>
                      </a:lnTo>
                      <a:lnTo>
                        <a:pt x="31741" y="155851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  <a:moveTo>
                        <a:pt x="98826" y="0"/>
                      </a:moveTo>
                      <a:lnTo>
                        <a:pt x="181135" y="0"/>
                      </a:lnTo>
                      <a:lnTo>
                        <a:pt x="147627" y="155851"/>
                      </a:lnTo>
                      <a:lnTo>
                        <a:pt x="98826" y="155851"/>
                      </a:lnTo>
                      <a:lnTo>
                        <a:pt x="98826" y="0"/>
                      </a:lnTo>
                      <a:close/>
                    </a:path>
                  </a:pathLst>
                </a:custGeom>
                <a:solidFill>
                  <a:srgbClr val="161D1E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547" name="Google Shape;1547;p32"/>
                <p:cNvSpPr/>
                <p:nvPr/>
              </p:nvSpPr>
              <p:spPr>
                <a:xfrm>
                  <a:off x="336598" y="2569282"/>
                  <a:ext cx="265484" cy="258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484" h="25861" extrusionOk="0">
                      <a:moveTo>
                        <a:pt x="0" y="0"/>
                      </a:moveTo>
                      <a:lnTo>
                        <a:pt x="265484" y="0"/>
                      </a:lnTo>
                      <a:lnTo>
                        <a:pt x="265484" y="25862"/>
                      </a:lnTo>
                      <a:lnTo>
                        <a:pt x="0" y="25862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548" name="Google Shape;1548;p32"/>
                <p:cNvSpPr/>
                <p:nvPr/>
              </p:nvSpPr>
              <p:spPr>
                <a:xfrm>
                  <a:off x="358348" y="2753341"/>
                  <a:ext cx="222018" cy="39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018" h="39965" extrusionOk="0">
                      <a:moveTo>
                        <a:pt x="0" y="0"/>
                      </a:moveTo>
                      <a:lnTo>
                        <a:pt x="222018" y="0"/>
                      </a:lnTo>
                      <a:lnTo>
                        <a:pt x="222018" y="39965"/>
                      </a:lnTo>
                      <a:lnTo>
                        <a:pt x="0" y="39965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549" name="Google Shape;1549;p32"/>
                <p:cNvSpPr/>
                <p:nvPr/>
              </p:nvSpPr>
              <p:spPr>
                <a:xfrm>
                  <a:off x="371568" y="2763400"/>
                  <a:ext cx="70754" cy="707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754" h="70755" extrusionOk="0">
                      <a:moveTo>
                        <a:pt x="35377" y="70755"/>
                      </a:moveTo>
                      <a:cubicBezTo>
                        <a:pt x="54850" y="70755"/>
                        <a:pt x="70755" y="54850"/>
                        <a:pt x="70755" y="35377"/>
                      </a:cubicBezTo>
                      <a:cubicBezTo>
                        <a:pt x="70755" y="15905"/>
                        <a:pt x="54850" y="0"/>
                        <a:pt x="35377" y="0"/>
                      </a:cubicBezTo>
                      <a:cubicBezTo>
                        <a:pt x="15905" y="0"/>
                        <a:pt x="0" y="15905"/>
                        <a:pt x="0" y="35377"/>
                      </a:cubicBezTo>
                      <a:cubicBezTo>
                        <a:pt x="0" y="54850"/>
                        <a:pt x="15905" y="70755"/>
                        <a:pt x="35377" y="7075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550" name="Google Shape;1550;p32"/>
                <p:cNvSpPr/>
                <p:nvPr/>
              </p:nvSpPr>
              <p:spPr>
                <a:xfrm>
                  <a:off x="490478" y="2764589"/>
                  <a:ext cx="70754" cy="707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754" h="70755" extrusionOk="0">
                      <a:moveTo>
                        <a:pt x="35378" y="70755"/>
                      </a:moveTo>
                      <a:cubicBezTo>
                        <a:pt x="54850" y="70755"/>
                        <a:pt x="70755" y="54850"/>
                        <a:pt x="70755" y="35378"/>
                      </a:cubicBezTo>
                      <a:cubicBezTo>
                        <a:pt x="70755" y="15905"/>
                        <a:pt x="54850" y="0"/>
                        <a:pt x="35378" y="0"/>
                      </a:cubicBezTo>
                      <a:cubicBezTo>
                        <a:pt x="15905" y="0"/>
                        <a:pt x="0" y="15905"/>
                        <a:pt x="0" y="35378"/>
                      </a:cubicBezTo>
                      <a:cubicBezTo>
                        <a:pt x="0" y="54850"/>
                        <a:pt x="15905" y="70755"/>
                        <a:pt x="35378" y="7075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551" name="Google Shape;1551;p32"/>
                <p:cNvSpPr/>
                <p:nvPr/>
              </p:nvSpPr>
              <p:spPr>
                <a:xfrm>
                  <a:off x="380880" y="2772710"/>
                  <a:ext cx="52131" cy="52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131" h="52131" extrusionOk="0">
                      <a:moveTo>
                        <a:pt x="52132" y="26066"/>
                      </a:moveTo>
                      <a:cubicBezTo>
                        <a:pt x="52132" y="40462"/>
                        <a:pt x="40462" y="52132"/>
                        <a:pt x="26066" y="52132"/>
                      </a:cubicBezTo>
                      <a:cubicBezTo>
                        <a:pt x="11670" y="52132"/>
                        <a:pt x="0" y="40462"/>
                        <a:pt x="0" y="26066"/>
                      </a:cubicBezTo>
                      <a:cubicBezTo>
                        <a:pt x="0" y="11670"/>
                        <a:pt x="11670" y="0"/>
                        <a:pt x="26066" y="0"/>
                      </a:cubicBezTo>
                      <a:cubicBezTo>
                        <a:pt x="40462" y="0"/>
                        <a:pt x="52132" y="11670"/>
                        <a:pt x="52132" y="2606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552" name="Google Shape;1552;p32"/>
                <p:cNvSpPr/>
                <p:nvPr/>
              </p:nvSpPr>
              <p:spPr>
                <a:xfrm>
                  <a:off x="499790" y="2773900"/>
                  <a:ext cx="52131" cy="52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131" h="52131" extrusionOk="0">
                      <a:moveTo>
                        <a:pt x="52132" y="26066"/>
                      </a:moveTo>
                      <a:cubicBezTo>
                        <a:pt x="52132" y="40462"/>
                        <a:pt x="40462" y="52132"/>
                        <a:pt x="26066" y="52132"/>
                      </a:cubicBezTo>
                      <a:cubicBezTo>
                        <a:pt x="11670" y="52132"/>
                        <a:pt x="0" y="40462"/>
                        <a:pt x="0" y="26066"/>
                      </a:cubicBezTo>
                      <a:cubicBezTo>
                        <a:pt x="0" y="11670"/>
                        <a:pt x="11670" y="0"/>
                        <a:pt x="26066" y="0"/>
                      </a:cubicBezTo>
                      <a:cubicBezTo>
                        <a:pt x="40462" y="0"/>
                        <a:pt x="52132" y="11670"/>
                        <a:pt x="52132" y="2606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553" name="Google Shape;1553;p32"/>
                <p:cNvSpPr/>
                <p:nvPr/>
              </p:nvSpPr>
              <p:spPr>
                <a:xfrm>
                  <a:off x="397838" y="2789670"/>
                  <a:ext cx="18215" cy="18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15" h="18215" extrusionOk="0">
                      <a:moveTo>
                        <a:pt x="9108" y="18216"/>
                      </a:moveTo>
                      <a:cubicBezTo>
                        <a:pt x="14137" y="18216"/>
                        <a:pt x="18216" y="14104"/>
                        <a:pt x="18216" y="9108"/>
                      </a:cubicBezTo>
                      <a:cubicBezTo>
                        <a:pt x="18216" y="4112"/>
                        <a:pt x="14137" y="0"/>
                        <a:pt x="9108" y="0"/>
                      </a:cubicBezTo>
                      <a:cubicBezTo>
                        <a:pt x="4078" y="0"/>
                        <a:pt x="0" y="4078"/>
                        <a:pt x="0" y="9108"/>
                      </a:cubicBezTo>
                      <a:cubicBezTo>
                        <a:pt x="0" y="14138"/>
                        <a:pt x="4078" y="18216"/>
                        <a:pt x="9108" y="18216"/>
                      </a:cubicBez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554" name="Google Shape;1554;p32"/>
                <p:cNvSpPr/>
                <p:nvPr/>
              </p:nvSpPr>
              <p:spPr>
                <a:xfrm>
                  <a:off x="516748" y="2790859"/>
                  <a:ext cx="18215" cy="18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15" h="18215" extrusionOk="0">
                      <a:moveTo>
                        <a:pt x="9108" y="18215"/>
                      </a:moveTo>
                      <a:cubicBezTo>
                        <a:pt x="14137" y="18215"/>
                        <a:pt x="18216" y="14137"/>
                        <a:pt x="18216" y="9108"/>
                      </a:cubicBezTo>
                      <a:cubicBezTo>
                        <a:pt x="18216" y="4078"/>
                        <a:pt x="14137" y="0"/>
                        <a:pt x="9108" y="0"/>
                      </a:cubicBezTo>
                      <a:cubicBezTo>
                        <a:pt x="4078" y="0"/>
                        <a:pt x="0" y="4112"/>
                        <a:pt x="0" y="9108"/>
                      </a:cubicBezTo>
                      <a:cubicBezTo>
                        <a:pt x="0" y="14103"/>
                        <a:pt x="4078" y="18215"/>
                        <a:pt x="9108" y="18215"/>
                      </a:cubicBez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555" name="Google Shape;1555;p32"/>
                <p:cNvSpPr/>
                <p:nvPr/>
              </p:nvSpPr>
              <p:spPr>
                <a:xfrm>
                  <a:off x="591003" y="2754496"/>
                  <a:ext cx="28172" cy="38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72" h="38673" extrusionOk="0">
                      <a:moveTo>
                        <a:pt x="8972" y="12506"/>
                      </a:moveTo>
                      <a:lnTo>
                        <a:pt x="8972" y="26168"/>
                      </a:lnTo>
                      <a:lnTo>
                        <a:pt x="28173" y="26168"/>
                      </a:lnTo>
                      <a:lnTo>
                        <a:pt x="28173" y="38674"/>
                      </a:lnTo>
                      <a:lnTo>
                        <a:pt x="0" y="38674"/>
                      </a:lnTo>
                      <a:lnTo>
                        <a:pt x="0" y="38572"/>
                      </a:lnTo>
                      <a:lnTo>
                        <a:pt x="0" y="26168"/>
                      </a:lnTo>
                      <a:lnTo>
                        <a:pt x="0" y="12506"/>
                      </a:lnTo>
                      <a:lnTo>
                        <a:pt x="0" y="2277"/>
                      </a:lnTo>
                      <a:lnTo>
                        <a:pt x="0" y="0"/>
                      </a:lnTo>
                      <a:lnTo>
                        <a:pt x="28173" y="0"/>
                      </a:lnTo>
                      <a:lnTo>
                        <a:pt x="28173" y="12506"/>
                      </a:lnTo>
                      <a:lnTo>
                        <a:pt x="8972" y="1250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12781" y="85061"/>
            <a:ext cx="4657061" cy="4115140"/>
          </a:xfrm>
        </p:spPr>
        <p:txBody>
          <a:bodyPr/>
          <a:lstStyle/>
          <a:p>
            <a:r>
              <a:rPr lang="en-US" sz="180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Dataset purpose</a:t>
            </a:r>
            <a:br>
              <a:rPr lang="en-US" sz="1400" b="0" noProof="0" dirty="0">
                <a:solidFill>
                  <a:srgbClr val="0C373E"/>
                </a:solidFill>
                <a:latin typeface="Montserrat" panose="00000500000000000000" pitchFamily="2" charset="0"/>
              </a:rPr>
            </a:br>
            <a:r>
              <a:rPr lang="en-US" sz="1400" b="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This dataset represents the operating conditions of industrial machines and whether they failed. data used in predictive maintenance: predicting and preventing machine breakdowns before they occur.</a:t>
            </a:r>
            <a:br>
              <a:rPr lang="en-US" sz="1400" b="0" noProof="0" dirty="0">
                <a:solidFill>
                  <a:srgbClr val="0C373E"/>
                </a:solidFill>
                <a:latin typeface="Montserrat" panose="00000500000000000000" pitchFamily="2" charset="0"/>
              </a:rPr>
            </a:br>
            <a:br>
              <a:rPr lang="en-US" sz="1400" b="0" noProof="0" dirty="0">
                <a:solidFill>
                  <a:srgbClr val="0C373E"/>
                </a:solidFill>
                <a:latin typeface="Montserrat" panose="00000500000000000000" pitchFamily="2" charset="0"/>
              </a:rPr>
            </a:br>
            <a:r>
              <a:rPr lang="en-US" sz="140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Number of rows:</a:t>
            </a:r>
            <a:r>
              <a:rPr lang="en-US" sz="1400" b="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10,000</a:t>
            </a:r>
            <a:br>
              <a:rPr lang="en-US" sz="1400" b="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</a:br>
            <a:br>
              <a:rPr lang="en-US" sz="1400" b="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</a:br>
            <a:r>
              <a:rPr lang="en-US" sz="140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Number of columns:</a:t>
            </a:r>
            <a:r>
              <a:rPr lang="en-US" sz="1400" b="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15</a:t>
            </a:r>
            <a:br>
              <a:rPr lang="en-US" b="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</a:br>
            <a:br>
              <a:rPr lang="en-US" sz="1400" b="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</a:br>
            <a:r>
              <a:rPr lang="en-US" sz="1400" b="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“During data exploration, we found that the dataset contained </a:t>
            </a:r>
            <a:r>
              <a:rPr lang="en-US" sz="140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no null </a:t>
            </a:r>
            <a:r>
              <a:rPr lang="en-US" sz="1400" b="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or </a:t>
            </a:r>
            <a:r>
              <a:rPr lang="en-US" sz="140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missing values </a:t>
            </a:r>
            <a:r>
              <a:rPr lang="en-US" sz="1400" b="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or </a:t>
            </a:r>
            <a:r>
              <a:rPr lang="en-US" sz="140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duplicates</a:t>
            </a:r>
            <a:r>
              <a:rPr lang="en-US" sz="1400" b="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which simplified preprocessing.”</a:t>
            </a:r>
          </a:p>
        </p:txBody>
      </p:sp>
      <p:pic>
        <p:nvPicPr>
          <p:cNvPr id="5" name="Google Shape;1562;p33"/>
          <p:cNvPicPr preferRelativeResize="0">
            <a:picLocks noGrp="1"/>
          </p:cNvPicPr>
          <p:nvPr>
            <p:ph type="pic" idx="2"/>
          </p:nvPr>
        </p:nvPicPr>
        <p:blipFill rotWithShape="1">
          <a:blip r:embed="rId2"/>
          <a:srcRect t="3384" b="3375"/>
          <a:stretch>
            <a:fillRect/>
          </a:stretch>
        </p:blipFill>
        <p:spPr>
          <a:xfrm>
            <a:off x="615810" y="458711"/>
            <a:ext cx="3191100" cy="391830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cxnSp>
        <p:nvCxnSpPr>
          <p:cNvPr id="7" name="Straight Arrow Connector 6"/>
          <p:cNvCxnSpPr/>
          <p:nvPr/>
        </p:nvCxnSpPr>
        <p:spPr>
          <a:xfrm>
            <a:off x="6197350" y="4921372"/>
            <a:ext cx="1744911" cy="0"/>
          </a:xfrm>
          <a:prstGeom prst="straightConnector1">
            <a:avLst/>
          </a:prstGeom>
          <a:ln>
            <a:solidFill>
              <a:srgbClr val="0351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46550" y="4613595"/>
            <a:ext cx="1991423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noProof="0" dirty="0">
                <a:solidFill>
                  <a:srgbClr val="0C373E"/>
                </a:solidFill>
                <a:latin typeface="Montserrat" panose="00000500000000000000" pitchFamily="2" charset="0"/>
              </a:rPr>
              <a:t>Data Description:</a:t>
            </a:r>
            <a:endParaRPr lang="en-US" noProof="0" dirty="0">
              <a:solidFill>
                <a:srgbClr val="0C373E"/>
              </a:solidFill>
              <a:latin typeface="Montserrat" panose="000005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Arrow Connector 6"/>
          <p:cNvCxnSpPr/>
          <p:nvPr/>
        </p:nvCxnSpPr>
        <p:spPr>
          <a:xfrm>
            <a:off x="6197350" y="4921372"/>
            <a:ext cx="1744911" cy="0"/>
          </a:xfrm>
          <a:prstGeom prst="straightConnector1">
            <a:avLst/>
          </a:prstGeom>
          <a:ln>
            <a:solidFill>
              <a:srgbClr val="0351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/>
          <p:cNvGrpSpPr/>
          <p:nvPr/>
        </p:nvGrpSpPr>
        <p:grpSpPr>
          <a:xfrm>
            <a:off x="3182537" y="1107123"/>
            <a:ext cx="2708943" cy="2548890"/>
            <a:chOff x="3810" y="1544"/>
            <a:chExt cx="3824" cy="4014"/>
          </a:xfrm>
        </p:grpSpPr>
        <p:sp>
          <p:nvSpPr>
            <p:cNvPr id="4" name="Freeform 3"/>
            <p:cNvSpPr/>
            <p:nvPr/>
          </p:nvSpPr>
          <p:spPr bwMode="white">
            <a:xfrm>
              <a:off x="3810" y="1544"/>
              <a:ext cx="3823" cy="950"/>
            </a:xfrm>
            <a:custGeom>
              <a:avLst/>
              <a:gdLst>
                <a:gd name="connisteX0" fmla="*/ 0 w 3021"/>
                <a:gd name="connsiteY0" fmla="*/ 0 h 1208"/>
                <a:gd name="connisteX1" fmla="*/ 1510 w 3021"/>
                <a:gd name="connsiteY1" fmla="*/ 0 h 1208"/>
                <a:gd name="connisteX2" fmla="*/ 0 w 3021"/>
                <a:gd name="connsiteY2" fmla="*/ 604 h 1208"/>
                <a:gd name="connisteX3" fmla="*/ 1510 w 3021"/>
                <a:gd name="connsiteY3" fmla="*/ 1208 h 1208"/>
                <a:gd name="connisteX4" fmla="*/ 3021 w 3021"/>
                <a:gd name="connsiteY4" fmla="*/ 604 h 120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3022" h="1209">
                  <a:moveTo>
                    <a:pt x="0" y="0"/>
                  </a:moveTo>
                  <a:lnTo>
                    <a:pt x="3022" y="0"/>
                  </a:lnTo>
                  <a:lnTo>
                    <a:pt x="3022" y="1209"/>
                  </a:lnTo>
                  <a:lnTo>
                    <a:pt x="0" y="1209"/>
                  </a:lnTo>
                  <a:lnTo>
                    <a:pt x="0" y="0"/>
                  </a:lnTo>
                </a:path>
              </a:pathLst>
            </a:custGeom>
            <a:solidFill>
              <a:srgbClr val="47B9A3"/>
            </a:solidFill>
            <a:ln>
              <a:solidFill>
                <a:srgbClr val="47B9A3"/>
              </a:solidFill>
            </a:ln>
          </p:spPr>
          <p:style>
            <a:lnRef idx="2">
              <a:schemeClr val="accent2">
                <a:hueOff val="-619999"/>
                <a:satOff val="-24574"/>
                <a:lumOff val="15425"/>
                <a:alpha val="100000"/>
              </a:schemeClr>
            </a:lnRef>
            <a:fillRef idx="1">
              <a:schemeClr val="accent2">
                <a:hueOff val="-619999"/>
                <a:satOff val="-24574"/>
                <a:lumOff val="15425"/>
                <a:alpha val="100000"/>
              </a:schemeClr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7635" tIns="73025" rIns="127634" bIns="73024" anchor="ctr">
              <a:noAutofit/>
            </a:bodyPr>
            <a:lstStyle>
              <a:lvl1pPr algn="ctr">
                <a:defRPr sz="1900"/>
              </a:lvl1pPr>
              <a:lvl2pPr marL="114300" indent="-114300" algn="ctr">
                <a:defRPr sz="1400"/>
              </a:lvl2pPr>
              <a:lvl3pPr marL="228600" indent="-114300" algn="ctr">
                <a:defRPr sz="1400"/>
              </a:lvl3pPr>
              <a:lvl4pPr marL="342900" indent="-114300" algn="ctr">
                <a:defRPr sz="1400"/>
              </a:lvl4pPr>
              <a:lvl5pPr marL="457200" indent="-114300" algn="ctr">
                <a:defRPr sz="1400"/>
              </a:lvl5pPr>
              <a:lvl6pPr marL="571500" indent="-114300" algn="ctr">
                <a:defRPr sz="1400"/>
              </a:lvl6pPr>
              <a:lvl7pPr marL="685800" indent="-114300" algn="ctr">
                <a:defRPr sz="1400"/>
              </a:lvl7pPr>
              <a:lvl8pPr marL="800100" indent="-114300" algn="ctr">
                <a:defRPr sz="1400"/>
              </a:lvl8pPr>
              <a:lvl9pPr marL="914400" indent="-114300" algn="ctr">
                <a:defRPr sz="1400"/>
              </a:lvl9pPr>
            </a:lstStyle>
            <a:p>
              <a:pPr lvl="0" algn="l" rtl="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00" b="1" noProof="0" dirty="0"/>
                <a:t>Numeric</a:t>
              </a:r>
              <a:endParaRPr lang="en-US" sz="1800" noProof="0" dirty="0">
                <a:latin typeface="Arial" panose="020B0604020202020204"/>
              </a:endParaRPr>
            </a:p>
          </p:txBody>
        </p:sp>
        <p:sp>
          <p:nvSpPr>
            <p:cNvPr id="5" name="Freeform 4"/>
            <p:cNvSpPr/>
            <p:nvPr/>
          </p:nvSpPr>
          <p:spPr bwMode="white">
            <a:xfrm>
              <a:off x="3810" y="2494"/>
              <a:ext cx="3824" cy="3064"/>
            </a:xfrm>
            <a:custGeom>
              <a:avLst/>
              <a:gdLst>
                <a:gd name="connisteX0" fmla="*/ 0 w 3021"/>
                <a:gd name="connsiteY0" fmla="*/ 0 h 3458"/>
                <a:gd name="connisteX1" fmla="*/ 1510 w 3021"/>
                <a:gd name="connsiteY1" fmla="*/ 0 h 3458"/>
                <a:gd name="connisteX2" fmla="*/ 0 w 3021"/>
                <a:gd name="connsiteY2" fmla="*/ 1729 h 3458"/>
                <a:gd name="connisteX3" fmla="*/ 1510 w 3021"/>
                <a:gd name="connsiteY3" fmla="*/ 3458 h 3458"/>
                <a:gd name="connisteX4" fmla="*/ 3021 w 3021"/>
                <a:gd name="connsiteY4" fmla="*/ 1729 h 345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3022" h="3459">
                  <a:moveTo>
                    <a:pt x="0" y="0"/>
                  </a:moveTo>
                  <a:lnTo>
                    <a:pt x="3022" y="0"/>
                  </a:lnTo>
                  <a:lnTo>
                    <a:pt x="3022" y="3459"/>
                  </a:lnTo>
                  <a:lnTo>
                    <a:pt x="0" y="3459"/>
                  </a:lnTo>
                  <a:lnTo>
                    <a:pt x="0" y="0"/>
                  </a:lnTo>
                </a:path>
              </a:pathLst>
            </a:custGeom>
          </p:spPr>
          <p:style>
            <a:lnRef idx="2">
              <a:schemeClr val="accent2">
                <a:tint val="40000"/>
                <a:alpha val="90000"/>
                <a:hueOff val="-739999"/>
                <a:satOff val="2745"/>
                <a:lumOff val="2484"/>
                <a:alpha val="90196"/>
              </a:schemeClr>
            </a:lnRef>
            <a:fillRef idx="1">
              <a:schemeClr val="accent2">
                <a:tint val="40000"/>
                <a:alpha val="90000"/>
                <a:hueOff val="-739999"/>
                <a:satOff val="2745"/>
                <a:lumOff val="2484"/>
                <a:alpha val="90196"/>
              </a:schemeClr>
            </a:fillRef>
            <a:effectRef idx="0">
              <a:scrgbClr r="0" g="0" b="0"/>
            </a:effectRef>
            <a:fontRef idx="minor"/>
          </p:style>
          <p:txBody>
            <a:bodyPr lIns="53340" tIns="53340" rIns="71119" bIns="80010" anchor="t">
              <a:noAutofit/>
            </a:bodyPr>
            <a:lstStyle>
              <a:lvl1pPr algn="l">
                <a:defRPr sz="1900"/>
              </a:lvl1pPr>
              <a:lvl2pPr marL="171450" indent="-171450" algn="l">
                <a:defRPr sz="1900"/>
              </a:lvl2pPr>
              <a:lvl3pPr marL="342900" indent="-171450" algn="l">
                <a:defRPr sz="1900"/>
              </a:lvl3pPr>
              <a:lvl4pPr marL="514350" indent="-171450" algn="l">
                <a:defRPr sz="1900"/>
              </a:lvl4pPr>
              <a:lvl5pPr marL="685800" indent="-171450" algn="l">
                <a:defRPr sz="1900"/>
              </a:lvl5pPr>
              <a:lvl6pPr marL="857250" indent="-171450" algn="l">
                <a:defRPr sz="1900"/>
              </a:lvl6pPr>
              <a:lvl7pPr marL="1028700" indent="-171450" algn="l">
                <a:defRPr sz="1900"/>
              </a:lvl7pPr>
              <a:lvl8pPr marL="1200150" indent="-171450" algn="l">
                <a:defRPr sz="1900"/>
              </a:lvl8pPr>
              <a:lvl9pPr marL="1371600" indent="-171450" algn="l">
                <a:defRPr sz="1900"/>
              </a:lvl9pPr>
            </a:lstStyle>
            <a:p>
              <a:pPr marL="342900" lvl="1" indent="-342900">
                <a:spcBef>
                  <a:spcPct val="0"/>
                </a:spcBef>
                <a:spcAft>
                  <a:spcPct val="15000"/>
                </a:spcAft>
                <a:buFont typeface="Arial" panose="020B0604020202020204"/>
                <a:buAutoNum type="arabicPeriod"/>
              </a:pPr>
              <a:r>
                <a:rPr lang="en-US" sz="1400" dirty="0">
                  <a:solidFill>
                    <a:srgbClr val="0C373E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UDI</a:t>
              </a:r>
            </a:p>
            <a:p>
              <a:pPr marL="342900" lvl="1" indent="-342900">
                <a:spcBef>
                  <a:spcPct val="0"/>
                </a:spcBef>
                <a:spcAft>
                  <a:spcPct val="15000"/>
                </a:spcAft>
                <a:buFont typeface="Arial" panose="020B0604020202020204"/>
                <a:buAutoNum type="arabicPeriod"/>
              </a:pPr>
              <a:r>
                <a:rPr lang="en-US" sz="1400" dirty="0">
                  <a:solidFill>
                    <a:srgbClr val="0C373E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Air temperature [K]</a:t>
              </a:r>
            </a:p>
            <a:p>
              <a:pPr marL="342900" lvl="1" indent="-342900">
                <a:spcBef>
                  <a:spcPct val="0"/>
                </a:spcBef>
                <a:spcAft>
                  <a:spcPct val="15000"/>
                </a:spcAft>
                <a:buFont typeface="Arial" panose="020B0604020202020204"/>
                <a:buAutoNum type="arabicPeriod"/>
              </a:pPr>
              <a:r>
                <a:rPr lang="en-US" sz="1400" dirty="0">
                  <a:solidFill>
                    <a:srgbClr val="0C373E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Process temperature [K]</a:t>
              </a:r>
            </a:p>
            <a:p>
              <a:pPr marL="342900" lvl="1" indent="-342900">
                <a:spcBef>
                  <a:spcPct val="0"/>
                </a:spcBef>
                <a:spcAft>
                  <a:spcPct val="15000"/>
                </a:spcAft>
                <a:buFont typeface="Arial" panose="020B0604020202020204"/>
                <a:buAutoNum type="arabicPeriod"/>
              </a:pPr>
              <a:r>
                <a:rPr lang="en-US" sz="1400" dirty="0">
                  <a:solidFill>
                    <a:srgbClr val="0C373E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Rotational speed [rpm]</a:t>
              </a:r>
            </a:p>
            <a:p>
              <a:pPr marL="342900" lvl="1" indent="-342900">
                <a:spcBef>
                  <a:spcPct val="0"/>
                </a:spcBef>
                <a:spcAft>
                  <a:spcPct val="15000"/>
                </a:spcAft>
                <a:buFont typeface="Arial" panose="020B0604020202020204"/>
                <a:buAutoNum type="arabicPeriod"/>
              </a:pPr>
              <a:r>
                <a:rPr lang="en-US" sz="1400" dirty="0">
                  <a:solidFill>
                    <a:srgbClr val="0C373E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Torque [Nm]</a:t>
              </a:r>
            </a:p>
            <a:p>
              <a:pPr marL="342900" lvl="1" indent="-342900">
                <a:spcBef>
                  <a:spcPct val="0"/>
                </a:spcBef>
                <a:spcAft>
                  <a:spcPct val="15000"/>
                </a:spcAft>
                <a:buFont typeface="Arial" panose="020B0604020202020204"/>
                <a:buAutoNum type="arabicPeriod"/>
              </a:pPr>
              <a:r>
                <a:rPr lang="en-US" sz="1400" dirty="0">
                  <a:solidFill>
                    <a:srgbClr val="0C373E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Tool wear [min]</a:t>
              </a:r>
            </a:p>
            <a:p>
              <a:pPr marL="342900" lvl="1" indent="-342900">
                <a:spcBef>
                  <a:spcPct val="0"/>
                </a:spcBef>
                <a:spcAft>
                  <a:spcPct val="15000"/>
                </a:spcAft>
                <a:buFont typeface="Arial" panose="020B0604020202020204"/>
                <a:buAutoNum type="arabicPeriod"/>
              </a:pPr>
              <a:r>
                <a:rPr lang="en-US" sz="1400" dirty="0">
                  <a:solidFill>
                    <a:srgbClr val="0C373E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Downtime (min)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6131560" y="1108075"/>
            <a:ext cx="2432050" cy="2546985"/>
            <a:chOff x="9292" y="1544"/>
            <a:chExt cx="3022" cy="3606"/>
          </a:xfrm>
        </p:grpSpPr>
        <p:sp>
          <p:nvSpPr>
            <p:cNvPr id="6" name="Freeform 5"/>
            <p:cNvSpPr/>
            <p:nvPr/>
          </p:nvSpPr>
          <p:spPr bwMode="white">
            <a:xfrm>
              <a:off x="9292" y="1544"/>
              <a:ext cx="3022" cy="950"/>
            </a:xfrm>
            <a:custGeom>
              <a:avLst/>
              <a:gdLst>
                <a:gd name="connisteX0" fmla="*/ 0 w 3021"/>
                <a:gd name="connsiteY0" fmla="*/ 0 h 1208"/>
                <a:gd name="connisteX1" fmla="*/ 1510 w 3021"/>
                <a:gd name="connsiteY1" fmla="*/ 0 h 1208"/>
                <a:gd name="connisteX2" fmla="*/ 0 w 3021"/>
                <a:gd name="connsiteY2" fmla="*/ 604 h 1208"/>
                <a:gd name="connisteX3" fmla="*/ 1510 w 3021"/>
                <a:gd name="connsiteY3" fmla="*/ 1208 h 1208"/>
                <a:gd name="connisteX4" fmla="*/ 3021 w 3021"/>
                <a:gd name="connsiteY4" fmla="*/ 604 h 120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3022" h="1209">
                  <a:moveTo>
                    <a:pt x="0" y="0"/>
                  </a:moveTo>
                  <a:lnTo>
                    <a:pt x="3022" y="0"/>
                  </a:lnTo>
                  <a:lnTo>
                    <a:pt x="3022" y="1209"/>
                  </a:lnTo>
                  <a:lnTo>
                    <a:pt x="0" y="1209"/>
                  </a:lnTo>
                  <a:lnTo>
                    <a:pt x="0" y="0"/>
                  </a:lnTo>
                </a:path>
              </a:pathLst>
            </a:cu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2">
                <a:hueOff val="-1239999"/>
                <a:satOff val="-49149"/>
                <a:lumOff val="30850"/>
                <a:alpha val="100000"/>
              </a:schemeClr>
            </a:lnRef>
            <a:fillRef idx="1">
              <a:schemeClr val="accent2">
                <a:hueOff val="-1239999"/>
                <a:satOff val="-49149"/>
                <a:lumOff val="30850"/>
                <a:alpha val="100000"/>
              </a:schemeClr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34620" tIns="76835" rIns="134619" bIns="76834" anchor="ctr">
              <a:noAutofit/>
            </a:bodyPr>
            <a:lstStyle>
              <a:lvl1pPr algn="ctr">
                <a:defRPr sz="1900"/>
              </a:lvl1pPr>
              <a:lvl2pPr marL="114300" indent="-114300" algn="ctr">
                <a:defRPr sz="1400"/>
              </a:lvl2pPr>
              <a:lvl3pPr marL="228600" indent="-114300" algn="ctr">
                <a:defRPr sz="1400"/>
              </a:lvl3pPr>
              <a:lvl4pPr marL="342900" indent="-114300" algn="ctr">
                <a:defRPr sz="1400"/>
              </a:lvl4pPr>
              <a:lvl5pPr marL="457200" indent="-114300" algn="ctr">
                <a:defRPr sz="1400"/>
              </a:lvl5pPr>
              <a:lvl6pPr marL="571500" indent="-114300" algn="ctr">
                <a:defRPr sz="1400"/>
              </a:lvl6pPr>
              <a:lvl7pPr marL="685800" indent="-114300" algn="ctr">
                <a:defRPr sz="1400"/>
              </a:lvl7pPr>
              <a:lvl8pPr marL="800100" indent="-114300" algn="ctr">
                <a:defRPr sz="1400"/>
              </a:lvl8pPr>
              <a:lvl9pPr marL="914400" indent="-114300" algn="ctr">
                <a:defRPr sz="1400"/>
              </a:lvl9pPr>
            </a:lstStyle>
            <a:p>
              <a:pPr lvl="0" algn="l" rtl="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b="1" noProof="0" dirty="0"/>
                <a:t>Binary(0/1 Flags)</a:t>
              </a:r>
              <a:endParaRPr lang="en-US" sz="1600" b="1" noProof="0" dirty="0">
                <a:latin typeface="Arial" panose="020B0604020202020204"/>
              </a:endParaRPr>
            </a:p>
          </p:txBody>
        </p:sp>
        <p:sp>
          <p:nvSpPr>
            <p:cNvPr id="9" name="Freeform 8"/>
            <p:cNvSpPr/>
            <p:nvPr/>
          </p:nvSpPr>
          <p:spPr bwMode="white">
            <a:xfrm>
              <a:off x="9292" y="2494"/>
              <a:ext cx="3022" cy="2656"/>
            </a:xfrm>
            <a:custGeom>
              <a:avLst/>
              <a:gdLst>
                <a:gd name="connisteX0" fmla="*/ 0 w 3021"/>
                <a:gd name="connsiteY0" fmla="*/ 0 h 3458"/>
                <a:gd name="connisteX1" fmla="*/ 1510 w 3021"/>
                <a:gd name="connsiteY1" fmla="*/ 0 h 3458"/>
                <a:gd name="connisteX2" fmla="*/ 0 w 3021"/>
                <a:gd name="connsiteY2" fmla="*/ 1729 h 3458"/>
                <a:gd name="connisteX3" fmla="*/ 1510 w 3021"/>
                <a:gd name="connsiteY3" fmla="*/ 3458 h 3458"/>
                <a:gd name="connisteX4" fmla="*/ 3021 w 3021"/>
                <a:gd name="connsiteY4" fmla="*/ 1729 h 345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3022" h="3459">
                  <a:moveTo>
                    <a:pt x="0" y="0"/>
                  </a:moveTo>
                  <a:lnTo>
                    <a:pt x="3022" y="0"/>
                  </a:lnTo>
                  <a:lnTo>
                    <a:pt x="3022" y="3459"/>
                  </a:lnTo>
                  <a:lnTo>
                    <a:pt x="0" y="3459"/>
                  </a:lnTo>
                  <a:lnTo>
                    <a:pt x="0" y="0"/>
                  </a:lnTo>
                </a:path>
              </a:pathLst>
            </a:custGeom>
          </p:spPr>
          <p:style>
            <a:lnRef idx="2">
              <a:schemeClr val="accent2">
                <a:tint val="40000"/>
                <a:alpha val="90000"/>
                <a:hueOff val="-1479999"/>
                <a:satOff val="5490"/>
                <a:lumOff val="4967"/>
                <a:alpha val="90196"/>
              </a:schemeClr>
            </a:lnRef>
            <a:fillRef idx="1">
              <a:schemeClr val="accent2">
                <a:tint val="40000"/>
                <a:alpha val="90000"/>
                <a:hueOff val="-1479999"/>
                <a:satOff val="5490"/>
                <a:lumOff val="4967"/>
                <a:alpha val="90196"/>
              </a:schemeClr>
            </a:fillRef>
            <a:effectRef idx="0">
              <a:scrgbClr r="0" g="0" b="0"/>
            </a:effectRef>
            <a:fontRef idx="minor"/>
          </p:style>
          <p:txBody>
            <a:bodyPr lIns="74295" tIns="74295" rIns="99059" bIns="111760" anchor="t">
              <a:noAutofit/>
            </a:bodyPr>
            <a:lstStyle>
              <a:lvl1pPr algn="l">
                <a:defRPr sz="1900"/>
              </a:lvl1pPr>
              <a:lvl2pPr marL="171450" indent="-171450" algn="l">
                <a:defRPr sz="1900"/>
              </a:lvl2pPr>
              <a:lvl3pPr marL="342900" indent="-171450" algn="l">
                <a:defRPr sz="1900"/>
              </a:lvl3pPr>
              <a:lvl4pPr marL="514350" indent="-171450" algn="l">
                <a:defRPr sz="1900"/>
              </a:lvl4pPr>
              <a:lvl5pPr marL="685800" indent="-171450" algn="l">
                <a:defRPr sz="1900"/>
              </a:lvl5pPr>
              <a:lvl6pPr marL="857250" indent="-171450" algn="l">
                <a:defRPr sz="1900"/>
              </a:lvl6pPr>
              <a:lvl7pPr marL="1028700" indent="-171450" algn="l">
                <a:defRPr sz="1900"/>
              </a:lvl7pPr>
              <a:lvl8pPr marL="1200150" indent="-171450" algn="l">
                <a:defRPr sz="1900"/>
              </a:lvl8pPr>
              <a:lvl9pPr marL="1371600" indent="-171450" algn="l">
                <a:defRPr sz="1900"/>
              </a:lvl9pPr>
            </a:lstStyle>
            <a:p>
              <a:pPr marL="342900" lvl="1" indent="-342900">
                <a:spcBef>
                  <a:spcPct val="0"/>
                </a:spcBef>
                <a:spcAft>
                  <a:spcPct val="15000"/>
                </a:spcAft>
                <a:buFont typeface="Arial" panose="020B0604020202020204"/>
                <a:buAutoNum type="arabicPeriod"/>
              </a:pPr>
              <a:r>
                <a:rPr lang="en-US" sz="1400" dirty="0">
                  <a:solidFill>
                    <a:srgbClr val="0C373E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Machine failure</a:t>
              </a:r>
            </a:p>
            <a:p>
              <a:pPr marL="342900" lvl="1" indent="-342900">
                <a:spcBef>
                  <a:spcPct val="0"/>
                </a:spcBef>
                <a:spcAft>
                  <a:spcPct val="15000"/>
                </a:spcAft>
                <a:buFont typeface="Arial" panose="020B0604020202020204"/>
                <a:buAutoNum type="arabicPeriod"/>
              </a:pPr>
              <a:r>
                <a:rPr lang="en-US" sz="1400" dirty="0">
                  <a:solidFill>
                    <a:srgbClr val="0C373E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TWF</a:t>
              </a:r>
            </a:p>
            <a:p>
              <a:pPr marL="342900" lvl="1" indent="-342900">
                <a:spcBef>
                  <a:spcPct val="0"/>
                </a:spcBef>
                <a:spcAft>
                  <a:spcPct val="15000"/>
                </a:spcAft>
                <a:buFont typeface="Arial" panose="020B0604020202020204"/>
                <a:buAutoNum type="arabicPeriod"/>
              </a:pPr>
              <a:r>
                <a:rPr lang="en-US" sz="1400" dirty="0">
                  <a:solidFill>
                    <a:srgbClr val="0C373E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HDF</a:t>
              </a:r>
            </a:p>
            <a:p>
              <a:pPr marL="342900" lvl="1" indent="-342900">
                <a:spcBef>
                  <a:spcPct val="0"/>
                </a:spcBef>
                <a:spcAft>
                  <a:spcPct val="15000"/>
                </a:spcAft>
                <a:buFont typeface="Arial" panose="020B0604020202020204"/>
                <a:buAutoNum type="arabicPeriod"/>
              </a:pPr>
              <a:r>
                <a:rPr lang="en-US" sz="1400" dirty="0">
                  <a:solidFill>
                    <a:srgbClr val="0C373E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PWF</a:t>
              </a:r>
            </a:p>
            <a:p>
              <a:pPr marL="342900" lvl="1" indent="-342900">
                <a:spcBef>
                  <a:spcPct val="0"/>
                </a:spcBef>
                <a:spcAft>
                  <a:spcPct val="15000"/>
                </a:spcAft>
                <a:buFont typeface="Arial" panose="020B0604020202020204"/>
                <a:buAutoNum type="arabicPeriod"/>
              </a:pPr>
              <a:r>
                <a:rPr lang="en-US" sz="1400" dirty="0">
                  <a:solidFill>
                    <a:srgbClr val="0C373E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OSF</a:t>
              </a:r>
            </a:p>
            <a:p>
              <a:pPr marL="342900" lvl="1" indent="-342900">
                <a:spcBef>
                  <a:spcPct val="0"/>
                </a:spcBef>
                <a:spcAft>
                  <a:spcPct val="15000"/>
                </a:spcAft>
                <a:buFont typeface="Arial" panose="020B0604020202020204"/>
                <a:buAutoNum type="arabicPeriod"/>
              </a:pPr>
              <a:r>
                <a:rPr lang="en-US" sz="1400" dirty="0">
                  <a:solidFill>
                    <a:srgbClr val="0C373E"/>
                  </a:solidFill>
                  <a:latin typeface="Montserrat" panose="00000500000000000000" pitchFamily="2" charset="0"/>
                  <a:cs typeface="Times New Roman" panose="02020603050405020304" pitchFamily="18" charset="0"/>
                </a:rPr>
                <a:t>RNF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9950C0-7F19-6506-DB6F-F9E5B22FEECD}"/>
              </a:ext>
            </a:extLst>
          </p:cNvPr>
          <p:cNvGrpSpPr/>
          <p:nvPr/>
        </p:nvGrpSpPr>
        <p:grpSpPr>
          <a:xfrm>
            <a:off x="462280" y="1108075"/>
            <a:ext cx="2432050" cy="2547620"/>
            <a:chOff x="462280" y="1108075"/>
            <a:chExt cx="2432050" cy="2547620"/>
          </a:xfrm>
        </p:grpSpPr>
        <p:grpSp>
          <p:nvGrpSpPr>
            <p:cNvPr id="16" name="Group 15"/>
            <p:cNvGrpSpPr/>
            <p:nvPr/>
          </p:nvGrpSpPr>
          <p:grpSpPr>
            <a:xfrm>
              <a:off x="462280" y="1108075"/>
              <a:ext cx="2432050" cy="1104900"/>
              <a:chOff x="728" y="1745"/>
              <a:chExt cx="3830" cy="1740"/>
            </a:xfrm>
          </p:grpSpPr>
          <p:sp>
            <p:nvSpPr>
              <p:cNvPr id="2" name="Freeform 1"/>
              <p:cNvSpPr/>
              <p:nvPr/>
            </p:nvSpPr>
            <p:spPr bwMode="white">
              <a:xfrm>
                <a:off x="728" y="1745"/>
                <a:ext cx="3830" cy="949"/>
              </a:xfrm>
              <a:custGeom>
                <a:avLst/>
                <a:gdLst>
                  <a:gd name="connisteX0" fmla="*/ 0 w 3021"/>
                  <a:gd name="connsiteY0" fmla="*/ 0 h 1208"/>
                  <a:gd name="connisteX1" fmla="*/ 1510 w 3021"/>
                  <a:gd name="connsiteY1" fmla="*/ 0 h 1208"/>
                  <a:gd name="connisteX2" fmla="*/ 0 w 3021"/>
                  <a:gd name="connsiteY2" fmla="*/ 604 h 1208"/>
                  <a:gd name="connisteX3" fmla="*/ 1510 w 3021"/>
                  <a:gd name="connsiteY3" fmla="*/ 1208 h 1208"/>
                  <a:gd name="connisteX4" fmla="*/ 3021 w 3021"/>
                  <a:gd name="connsiteY4" fmla="*/ 604 h 1208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</a:cxnLst>
                <a:rect l="l" t="t" r="r" b="b"/>
                <a:pathLst>
                  <a:path w="3022" h="1209">
                    <a:moveTo>
                      <a:pt x="0" y="0"/>
                    </a:moveTo>
                    <a:lnTo>
                      <a:pt x="3022" y="0"/>
                    </a:lnTo>
                    <a:lnTo>
                      <a:pt x="3022" y="1209"/>
                    </a:lnTo>
                    <a:lnTo>
                      <a:pt x="0" y="1209"/>
                    </a:lnTo>
                    <a:lnTo>
                      <a:pt x="0" y="0"/>
                    </a:lnTo>
                  </a:path>
                </a:pathLst>
              </a:custGeom>
            </p:spPr>
            <p:style>
              <a:lnRef idx="2">
                <a:schemeClr val="accent2">
                  <a:hueOff val="0"/>
                  <a:satOff val="0"/>
                  <a:lumOff val="0"/>
                  <a:alpha val="100000"/>
                </a:schemeClr>
              </a:lnRef>
              <a:fillRef idx="1">
                <a:schemeClr val="accent2">
                  <a:hueOff val="0"/>
                  <a:satOff val="0"/>
                  <a:lumOff val="0"/>
                  <a:alpha val="100000"/>
                </a:schemeClr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134620" tIns="76835" rIns="134619" bIns="76834" anchor="ctr">
                <a:noAutofit/>
              </a:bodyPr>
              <a:lstStyle>
                <a:lvl1pPr algn="ctr">
                  <a:defRPr sz="1900"/>
                </a:lvl1pPr>
                <a:lvl2pPr marL="114300" indent="-114300" algn="ctr">
                  <a:defRPr sz="1400"/>
                </a:lvl2pPr>
                <a:lvl3pPr marL="228600" indent="-114300" algn="ctr">
                  <a:defRPr sz="1400"/>
                </a:lvl3pPr>
                <a:lvl4pPr marL="342900" indent="-114300" algn="ctr">
                  <a:defRPr sz="1400"/>
                </a:lvl4pPr>
                <a:lvl5pPr marL="457200" indent="-114300" algn="ctr">
                  <a:defRPr sz="1400"/>
                </a:lvl5pPr>
                <a:lvl6pPr marL="571500" indent="-114300" algn="ctr">
                  <a:defRPr sz="1400"/>
                </a:lvl6pPr>
                <a:lvl7pPr marL="685800" indent="-114300" algn="ctr">
                  <a:defRPr sz="1400"/>
                </a:lvl7pPr>
                <a:lvl8pPr marL="800100" indent="-114300" algn="ctr">
                  <a:defRPr sz="1400"/>
                </a:lvl8pPr>
                <a:lvl9pPr marL="914400" indent="-114300" algn="ctr">
                  <a:defRPr sz="1400"/>
                </a:lvl9pPr>
              </a:lstStyle>
              <a:p>
                <a:pPr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800" b="1" dirty="0">
                    <a:solidFill>
                      <a:schemeClr val="bg1"/>
                    </a:solidFill>
                    <a:latin typeface="Montserrat" panose="00000500000000000000" pitchFamily="2" charset="0"/>
                    <a:cs typeface="Times New Roman" panose="02020603050405020304" pitchFamily="18" charset="0"/>
                    <a:sym typeface="Montserrat" panose="00000500000000000000"/>
                  </a:rPr>
                  <a:t>Text</a:t>
                </a:r>
              </a:p>
            </p:txBody>
          </p:sp>
          <p:sp>
            <p:nvSpPr>
              <p:cNvPr id="3" name="Freeform 2"/>
              <p:cNvSpPr/>
              <p:nvPr/>
            </p:nvSpPr>
            <p:spPr bwMode="white">
              <a:xfrm>
                <a:off x="728" y="2693"/>
                <a:ext cx="3830" cy="792"/>
              </a:xfrm>
              <a:custGeom>
                <a:avLst/>
                <a:gdLst>
                  <a:gd name="connisteX0" fmla="*/ 0 w 3021"/>
                  <a:gd name="connsiteY0" fmla="*/ 0 h 3458"/>
                  <a:gd name="connisteX1" fmla="*/ 1510 w 3021"/>
                  <a:gd name="connsiteY1" fmla="*/ 0 h 3458"/>
                  <a:gd name="connisteX2" fmla="*/ 0 w 3021"/>
                  <a:gd name="connsiteY2" fmla="*/ 1729 h 3458"/>
                  <a:gd name="connisteX3" fmla="*/ 1510 w 3021"/>
                  <a:gd name="connsiteY3" fmla="*/ 3458 h 3458"/>
                  <a:gd name="connisteX4" fmla="*/ 3021 w 3021"/>
                  <a:gd name="connsiteY4" fmla="*/ 1729 h 3458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</a:cxnLst>
                <a:rect l="l" t="t" r="r" b="b"/>
                <a:pathLst>
                  <a:path w="3022" h="3459">
                    <a:moveTo>
                      <a:pt x="0" y="0"/>
                    </a:moveTo>
                    <a:lnTo>
                      <a:pt x="3022" y="0"/>
                    </a:lnTo>
                    <a:lnTo>
                      <a:pt x="3022" y="3459"/>
                    </a:lnTo>
                    <a:lnTo>
                      <a:pt x="0" y="3459"/>
                    </a:lnTo>
                    <a:lnTo>
                      <a:pt x="0" y="0"/>
                    </a:lnTo>
                  </a:path>
                </a:pathLst>
              </a:custGeom>
            </p:spPr>
            <p:style>
              <a:lnRef idx="2">
                <a:schemeClr val="accent2">
                  <a:tint val="40000"/>
                  <a:alpha val="90000"/>
                  <a:hueOff val="0"/>
                  <a:satOff val="0"/>
                  <a:lumOff val="0"/>
                  <a:alpha val="90196"/>
                </a:schemeClr>
              </a:lnRef>
              <a:fillRef idx="1">
                <a:schemeClr val="accent2">
                  <a:tint val="40000"/>
                  <a:alpha val="90000"/>
                  <a:hueOff val="0"/>
                  <a:satOff val="0"/>
                  <a:lumOff val="0"/>
                  <a:alpha val="90196"/>
                </a:schemeClr>
              </a:fillRef>
              <a:effectRef idx="0">
                <a:scrgbClr r="0" g="0" b="0"/>
              </a:effectRef>
              <a:fontRef idx="minor"/>
            </p:style>
            <p:txBody>
              <a:bodyPr lIns="74295" tIns="74295" rIns="99059" bIns="111760" anchor="t">
                <a:noAutofit/>
              </a:bodyPr>
              <a:lstStyle>
                <a:lvl1pPr algn="l">
                  <a:defRPr sz="1900"/>
                </a:lvl1pPr>
                <a:lvl2pPr marL="171450" indent="-171450" algn="l">
                  <a:defRPr sz="1900"/>
                </a:lvl2pPr>
                <a:lvl3pPr marL="342900" indent="-171450" algn="l">
                  <a:defRPr sz="1900"/>
                </a:lvl3pPr>
                <a:lvl4pPr marL="514350" indent="-171450" algn="l">
                  <a:defRPr sz="1900"/>
                </a:lvl4pPr>
                <a:lvl5pPr marL="685800" indent="-171450" algn="l">
                  <a:defRPr sz="1900"/>
                </a:lvl5pPr>
                <a:lvl6pPr marL="857250" indent="-171450" algn="l">
                  <a:defRPr sz="1900"/>
                </a:lvl6pPr>
                <a:lvl7pPr marL="1028700" indent="-171450" algn="l">
                  <a:defRPr sz="1900"/>
                </a:lvl7pPr>
                <a:lvl8pPr marL="1200150" indent="-171450" algn="l">
                  <a:defRPr sz="1900"/>
                </a:lvl8pPr>
                <a:lvl9pPr marL="1371600" indent="-171450" algn="l">
                  <a:defRPr sz="1900"/>
                </a:lvl9pPr>
              </a:lstStyle>
              <a:p>
                <a:pPr marL="342900" lvl="1" indent="-342900" algn="l">
                  <a:lnSpc>
                    <a:spcPct val="100000"/>
                  </a:lnSpc>
                  <a:spcBef>
                    <a:spcPct val="0"/>
                  </a:spcBef>
                  <a:spcAft>
                    <a:spcPct val="15000"/>
                  </a:spcAft>
                  <a:buAutoNum type="arabicPeriod"/>
                </a:pPr>
                <a:r>
                  <a:rPr lang="en-US" sz="1400" dirty="0">
                    <a:solidFill>
                      <a:srgbClr val="0C373E"/>
                    </a:solidFill>
                    <a:latin typeface="Montserrat" panose="00000500000000000000" pitchFamily="2" charset="0"/>
                    <a:cs typeface="Times New Roman" panose="02020603050405020304" pitchFamily="18" charset="0"/>
                    <a:sym typeface="Montserrat" panose="00000500000000000000"/>
                  </a:rPr>
                  <a:t>Type</a:t>
                </a: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462280" y="2548255"/>
              <a:ext cx="2432050" cy="1107440"/>
              <a:chOff x="728" y="4013"/>
              <a:chExt cx="3830" cy="1744"/>
            </a:xfrm>
          </p:grpSpPr>
          <p:sp>
            <p:nvSpPr>
              <p:cNvPr id="10" name="Freeform 9"/>
              <p:cNvSpPr/>
              <p:nvPr/>
            </p:nvSpPr>
            <p:spPr bwMode="white">
              <a:xfrm>
                <a:off x="728" y="4013"/>
                <a:ext cx="3830" cy="951"/>
              </a:xfrm>
              <a:custGeom>
                <a:avLst/>
                <a:gdLst>
                  <a:gd name="connisteX0" fmla="*/ 0 w 3021"/>
                  <a:gd name="connsiteY0" fmla="*/ 0 h 1208"/>
                  <a:gd name="connisteX1" fmla="*/ 1510 w 3021"/>
                  <a:gd name="connsiteY1" fmla="*/ 0 h 1208"/>
                  <a:gd name="connisteX2" fmla="*/ 0 w 3021"/>
                  <a:gd name="connsiteY2" fmla="*/ 604 h 1208"/>
                  <a:gd name="connisteX3" fmla="*/ 1510 w 3021"/>
                  <a:gd name="connsiteY3" fmla="*/ 1208 h 1208"/>
                  <a:gd name="connisteX4" fmla="*/ 3021 w 3021"/>
                  <a:gd name="connsiteY4" fmla="*/ 604 h 1208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</a:cxnLst>
                <a:rect l="l" t="t" r="r" b="b"/>
                <a:pathLst>
                  <a:path w="3022" h="1209">
                    <a:moveTo>
                      <a:pt x="0" y="0"/>
                    </a:moveTo>
                    <a:lnTo>
                      <a:pt x="3022" y="0"/>
                    </a:lnTo>
                    <a:lnTo>
                      <a:pt x="3022" y="1209"/>
                    </a:lnTo>
                    <a:lnTo>
                      <a:pt x="0" y="1209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1B9693"/>
              </a:solidFill>
              <a:ln>
                <a:solidFill>
                  <a:srgbClr val="1B9693"/>
                </a:solidFill>
              </a:ln>
            </p:spPr>
            <p:style>
              <a:lnRef idx="2">
                <a:schemeClr val="accent2">
                  <a:hueOff val="-1860000"/>
                  <a:satOff val="-73724"/>
                  <a:lumOff val="46275"/>
                  <a:alpha val="100000"/>
                </a:schemeClr>
              </a:lnRef>
              <a:fillRef idx="1">
                <a:schemeClr val="accent2">
                  <a:hueOff val="-1860000"/>
                  <a:satOff val="-73724"/>
                  <a:lumOff val="46275"/>
                  <a:alpha val="100000"/>
                </a:schemeClr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134620" tIns="76835" rIns="134619" bIns="76834" anchor="ctr">
                <a:noAutofit/>
              </a:bodyPr>
              <a:lstStyle>
                <a:lvl1pPr algn="ctr">
                  <a:defRPr sz="1900"/>
                </a:lvl1pPr>
                <a:lvl2pPr marL="114300" indent="-114300" algn="ctr">
                  <a:defRPr sz="1400"/>
                </a:lvl2pPr>
                <a:lvl3pPr marL="228600" indent="-114300" algn="ctr">
                  <a:defRPr sz="1400"/>
                </a:lvl3pPr>
                <a:lvl4pPr marL="342900" indent="-114300" algn="ctr">
                  <a:defRPr sz="1400"/>
                </a:lvl4pPr>
                <a:lvl5pPr marL="457200" indent="-114300" algn="ctr">
                  <a:defRPr sz="1400"/>
                </a:lvl5pPr>
                <a:lvl6pPr marL="571500" indent="-114300" algn="ctr">
                  <a:defRPr sz="1400"/>
                </a:lvl6pPr>
                <a:lvl7pPr marL="685800" indent="-114300" algn="ctr">
                  <a:defRPr sz="1400"/>
                </a:lvl7pPr>
                <a:lvl8pPr marL="800100" indent="-114300" algn="ctr">
                  <a:defRPr sz="1400"/>
                </a:lvl8pPr>
                <a:lvl9pPr marL="914400" indent="-114300" algn="ctr">
                  <a:defRPr sz="1400"/>
                </a:lvl9pPr>
              </a:lstStyle>
              <a:p>
                <a:pPr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b="1" noProof="0" dirty="0"/>
                  <a:t>Date</a:t>
                </a:r>
                <a:endParaRPr lang="en-US" noProof="0" dirty="0">
                  <a:latin typeface="Arial" panose="020B0604020202020204"/>
                </a:endParaRPr>
              </a:p>
            </p:txBody>
          </p:sp>
          <p:sp>
            <p:nvSpPr>
              <p:cNvPr id="11" name="Freeform 10"/>
              <p:cNvSpPr/>
              <p:nvPr/>
            </p:nvSpPr>
            <p:spPr bwMode="white">
              <a:xfrm>
                <a:off x="728" y="4963"/>
                <a:ext cx="3830" cy="794"/>
              </a:xfrm>
              <a:custGeom>
                <a:avLst/>
                <a:gdLst>
                  <a:gd name="connisteX0" fmla="*/ 0 w 3021"/>
                  <a:gd name="connsiteY0" fmla="*/ 0 h 3458"/>
                  <a:gd name="connisteX1" fmla="*/ 1510 w 3021"/>
                  <a:gd name="connsiteY1" fmla="*/ 0 h 3458"/>
                  <a:gd name="connisteX2" fmla="*/ 0 w 3021"/>
                  <a:gd name="connsiteY2" fmla="*/ 1729 h 3458"/>
                  <a:gd name="connisteX3" fmla="*/ 1510 w 3021"/>
                  <a:gd name="connsiteY3" fmla="*/ 3458 h 3458"/>
                  <a:gd name="connisteX4" fmla="*/ 3021 w 3021"/>
                  <a:gd name="connsiteY4" fmla="*/ 1729 h 3458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</a:cxnLst>
                <a:rect l="l" t="t" r="r" b="b"/>
                <a:pathLst>
                  <a:path w="3022" h="3459">
                    <a:moveTo>
                      <a:pt x="0" y="0"/>
                    </a:moveTo>
                    <a:lnTo>
                      <a:pt x="3022" y="0"/>
                    </a:lnTo>
                    <a:lnTo>
                      <a:pt x="3022" y="3459"/>
                    </a:lnTo>
                    <a:lnTo>
                      <a:pt x="0" y="3459"/>
                    </a:lnTo>
                    <a:lnTo>
                      <a:pt x="0" y="0"/>
                    </a:lnTo>
                  </a:path>
                </a:pathLst>
              </a:custGeom>
            </p:spPr>
            <p:style>
              <a:lnRef idx="2">
                <a:schemeClr val="accent2">
                  <a:tint val="40000"/>
                  <a:alpha val="90000"/>
                  <a:hueOff val="-2220000"/>
                  <a:satOff val="8235"/>
                  <a:lumOff val="7451"/>
                  <a:alpha val="90196"/>
                </a:schemeClr>
              </a:lnRef>
              <a:fillRef idx="1">
                <a:schemeClr val="accent2">
                  <a:tint val="40000"/>
                  <a:alpha val="90000"/>
                  <a:hueOff val="-2220000"/>
                  <a:satOff val="8235"/>
                  <a:lumOff val="7451"/>
                  <a:alpha val="90196"/>
                </a:schemeClr>
              </a:fillRef>
              <a:effectRef idx="0">
                <a:scrgbClr r="0" g="0" b="0"/>
              </a:effectRef>
              <a:fontRef idx="minor"/>
            </p:style>
            <p:txBody>
              <a:bodyPr lIns="74295" tIns="74295" rIns="99059" bIns="111760" anchor="t">
                <a:noAutofit/>
              </a:bodyPr>
              <a:lstStyle>
                <a:lvl1pPr algn="l">
                  <a:defRPr sz="1900"/>
                </a:lvl1pPr>
                <a:lvl2pPr marL="171450" indent="-171450" algn="l">
                  <a:defRPr sz="1900"/>
                </a:lvl2pPr>
                <a:lvl3pPr marL="342900" indent="-171450" algn="l">
                  <a:defRPr sz="1900"/>
                </a:lvl3pPr>
                <a:lvl4pPr marL="514350" indent="-171450" algn="l">
                  <a:defRPr sz="1900"/>
                </a:lvl4pPr>
                <a:lvl5pPr marL="685800" indent="-171450" algn="l">
                  <a:defRPr sz="1900"/>
                </a:lvl5pPr>
                <a:lvl6pPr marL="857250" indent="-171450" algn="l">
                  <a:defRPr sz="1900"/>
                </a:lvl6pPr>
                <a:lvl7pPr marL="1028700" indent="-171450" algn="l">
                  <a:defRPr sz="1900"/>
                </a:lvl7pPr>
                <a:lvl8pPr marL="1200150" indent="-171450" algn="l">
                  <a:defRPr sz="1900"/>
                </a:lvl8pPr>
                <a:lvl9pPr marL="1371600" indent="-171450" algn="l">
                  <a:defRPr sz="1900"/>
                </a:lvl9pPr>
              </a:lstStyle>
              <a:p>
                <a:pPr marL="342900" lvl="1" indent="-342900" algn="l">
                  <a:lnSpc>
                    <a:spcPct val="100000"/>
                  </a:lnSpc>
                  <a:spcBef>
                    <a:spcPct val="0"/>
                  </a:spcBef>
                  <a:spcAft>
                    <a:spcPct val="15000"/>
                  </a:spcAft>
                  <a:buAutoNum type="arabicPeriod"/>
                </a:pPr>
                <a:r>
                  <a:rPr lang="en-US" sz="1400" dirty="0">
                    <a:solidFill>
                      <a:srgbClr val="0C373E"/>
                    </a:solidFill>
                    <a:latin typeface="Montserrat" panose="00000500000000000000" pitchFamily="2" charset="0"/>
                    <a:cs typeface="Times New Roman" panose="02020603050405020304" pitchFamily="18" charset="0"/>
                  </a:rPr>
                  <a:t>Date</a:t>
                </a:r>
              </a:p>
            </p:txBody>
          </p:sp>
        </p:grpSp>
      </p:grpSp>
      <p:sp>
        <p:nvSpPr>
          <p:cNvPr id="8" name="TextBox 7"/>
          <p:cNvSpPr txBox="1"/>
          <p:nvPr/>
        </p:nvSpPr>
        <p:spPr>
          <a:xfrm>
            <a:off x="6146550" y="4613595"/>
            <a:ext cx="1991423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noProof="0" dirty="0">
                <a:solidFill>
                  <a:srgbClr val="0C373E"/>
                </a:solidFill>
                <a:latin typeface="Montserrat" panose="00000500000000000000" pitchFamily="2" charset="0"/>
              </a:rPr>
              <a:t>Data Description:</a:t>
            </a:r>
            <a:endParaRPr lang="en-US" noProof="0" dirty="0">
              <a:solidFill>
                <a:srgbClr val="0C373E"/>
              </a:solidFill>
              <a:latin typeface="Montserrat" panose="00000500000000000000" pitchFamily="2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4C6A7AE-05FD-0BC3-3227-FA401F59F195}"/>
              </a:ext>
            </a:extLst>
          </p:cNvPr>
          <p:cNvGrpSpPr/>
          <p:nvPr/>
        </p:nvGrpSpPr>
        <p:grpSpPr>
          <a:xfrm>
            <a:off x="486344" y="1108075"/>
            <a:ext cx="2432050" cy="2547620"/>
            <a:chOff x="462280" y="1108075"/>
            <a:chExt cx="2432050" cy="254762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07FE1A93-7526-2C8A-5742-41F3A498508F}"/>
                </a:ext>
              </a:extLst>
            </p:cNvPr>
            <p:cNvGrpSpPr/>
            <p:nvPr/>
          </p:nvGrpSpPr>
          <p:grpSpPr>
            <a:xfrm>
              <a:off x="462280" y="1108075"/>
              <a:ext cx="2432050" cy="1104900"/>
              <a:chOff x="728" y="1745"/>
              <a:chExt cx="3830" cy="1740"/>
            </a:xfrm>
          </p:grpSpPr>
          <p:sp>
            <p:nvSpPr>
              <p:cNvPr id="28" name="Freeform 1">
                <a:extLst>
                  <a:ext uri="{FF2B5EF4-FFF2-40B4-BE49-F238E27FC236}">
                    <a16:creationId xmlns:a16="http://schemas.microsoft.com/office/drawing/2014/main" id="{E5818150-8EC7-B3F7-156C-76F8B6C2A300}"/>
                  </a:ext>
                </a:extLst>
              </p:cNvPr>
              <p:cNvSpPr/>
              <p:nvPr/>
            </p:nvSpPr>
            <p:spPr bwMode="white">
              <a:xfrm>
                <a:off x="728" y="1745"/>
                <a:ext cx="3830" cy="949"/>
              </a:xfrm>
              <a:custGeom>
                <a:avLst/>
                <a:gdLst>
                  <a:gd name="connisteX0" fmla="*/ 0 w 3021"/>
                  <a:gd name="connsiteY0" fmla="*/ 0 h 1208"/>
                  <a:gd name="connisteX1" fmla="*/ 1510 w 3021"/>
                  <a:gd name="connsiteY1" fmla="*/ 0 h 1208"/>
                  <a:gd name="connisteX2" fmla="*/ 0 w 3021"/>
                  <a:gd name="connsiteY2" fmla="*/ 604 h 1208"/>
                  <a:gd name="connisteX3" fmla="*/ 1510 w 3021"/>
                  <a:gd name="connsiteY3" fmla="*/ 1208 h 1208"/>
                  <a:gd name="connisteX4" fmla="*/ 3021 w 3021"/>
                  <a:gd name="connsiteY4" fmla="*/ 604 h 1208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</a:cxnLst>
                <a:rect l="l" t="t" r="r" b="b"/>
                <a:pathLst>
                  <a:path w="3022" h="1209">
                    <a:moveTo>
                      <a:pt x="0" y="0"/>
                    </a:moveTo>
                    <a:lnTo>
                      <a:pt x="3022" y="0"/>
                    </a:lnTo>
                    <a:lnTo>
                      <a:pt x="3022" y="1209"/>
                    </a:lnTo>
                    <a:lnTo>
                      <a:pt x="0" y="1209"/>
                    </a:lnTo>
                    <a:lnTo>
                      <a:pt x="0" y="0"/>
                    </a:lnTo>
                  </a:path>
                </a:pathLst>
              </a:custGeom>
            </p:spPr>
            <p:style>
              <a:lnRef idx="2">
                <a:schemeClr val="accent2">
                  <a:hueOff val="0"/>
                  <a:satOff val="0"/>
                  <a:lumOff val="0"/>
                  <a:alpha val="100000"/>
                </a:schemeClr>
              </a:lnRef>
              <a:fillRef idx="1">
                <a:schemeClr val="accent2">
                  <a:hueOff val="0"/>
                  <a:satOff val="0"/>
                  <a:lumOff val="0"/>
                  <a:alpha val="100000"/>
                </a:schemeClr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134620" tIns="76835" rIns="134619" bIns="76834" anchor="ctr">
                <a:noAutofit/>
              </a:bodyPr>
              <a:lstStyle>
                <a:lvl1pPr algn="ctr">
                  <a:defRPr sz="1900"/>
                </a:lvl1pPr>
                <a:lvl2pPr marL="114300" indent="-114300" algn="ctr">
                  <a:defRPr sz="1400"/>
                </a:lvl2pPr>
                <a:lvl3pPr marL="228600" indent="-114300" algn="ctr">
                  <a:defRPr sz="1400"/>
                </a:lvl3pPr>
                <a:lvl4pPr marL="342900" indent="-114300" algn="ctr">
                  <a:defRPr sz="1400"/>
                </a:lvl4pPr>
                <a:lvl5pPr marL="457200" indent="-114300" algn="ctr">
                  <a:defRPr sz="1400"/>
                </a:lvl5pPr>
                <a:lvl6pPr marL="571500" indent="-114300" algn="ctr">
                  <a:defRPr sz="1400"/>
                </a:lvl6pPr>
                <a:lvl7pPr marL="685800" indent="-114300" algn="ctr">
                  <a:defRPr sz="1400"/>
                </a:lvl7pPr>
                <a:lvl8pPr marL="800100" indent="-114300" algn="ctr">
                  <a:defRPr sz="1400"/>
                </a:lvl8pPr>
                <a:lvl9pPr marL="914400" indent="-114300" algn="ctr">
                  <a:defRPr sz="1400"/>
                </a:lvl9pPr>
              </a:lstStyle>
              <a:p>
                <a:pPr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800" b="1" dirty="0">
                    <a:solidFill>
                      <a:schemeClr val="bg1"/>
                    </a:solidFill>
                    <a:latin typeface="Montserrat" panose="00000500000000000000" pitchFamily="2" charset="0"/>
                    <a:cs typeface="Times New Roman" panose="02020603050405020304" pitchFamily="18" charset="0"/>
                    <a:sym typeface="Montserrat" panose="00000500000000000000"/>
                  </a:rPr>
                  <a:t>Text</a:t>
                </a:r>
              </a:p>
            </p:txBody>
          </p:sp>
          <p:sp>
            <p:nvSpPr>
              <p:cNvPr id="29" name="Freeform 2">
                <a:extLst>
                  <a:ext uri="{FF2B5EF4-FFF2-40B4-BE49-F238E27FC236}">
                    <a16:creationId xmlns:a16="http://schemas.microsoft.com/office/drawing/2014/main" id="{FFEE738B-9701-838F-BDE1-CD21983C3946}"/>
                  </a:ext>
                </a:extLst>
              </p:cNvPr>
              <p:cNvSpPr/>
              <p:nvPr/>
            </p:nvSpPr>
            <p:spPr bwMode="white">
              <a:xfrm>
                <a:off x="728" y="2693"/>
                <a:ext cx="3830" cy="792"/>
              </a:xfrm>
              <a:custGeom>
                <a:avLst/>
                <a:gdLst>
                  <a:gd name="connisteX0" fmla="*/ 0 w 3021"/>
                  <a:gd name="connsiteY0" fmla="*/ 0 h 3458"/>
                  <a:gd name="connisteX1" fmla="*/ 1510 w 3021"/>
                  <a:gd name="connsiteY1" fmla="*/ 0 h 3458"/>
                  <a:gd name="connisteX2" fmla="*/ 0 w 3021"/>
                  <a:gd name="connsiteY2" fmla="*/ 1729 h 3458"/>
                  <a:gd name="connisteX3" fmla="*/ 1510 w 3021"/>
                  <a:gd name="connsiteY3" fmla="*/ 3458 h 3458"/>
                  <a:gd name="connisteX4" fmla="*/ 3021 w 3021"/>
                  <a:gd name="connsiteY4" fmla="*/ 1729 h 3458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</a:cxnLst>
                <a:rect l="l" t="t" r="r" b="b"/>
                <a:pathLst>
                  <a:path w="3022" h="3459">
                    <a:moveTo>
                      <a:pt x="0" y="0"/>
                    </a:moveTo>
                    <a:lnTo>
                      <a:pt x="3022" y="0"/>
                    </a:lnTo>
                    <a:lnTo>
                      <a:pt x="3022" y="3459"/>
                    </a:lnTo>
                    <a:lnTo>
                      <a:pt x="0" y="3459"/>
                    </a:lnTo>
                    <a:lnTo>
                      <a:pt x="0" y="0"/>
                    </a:lnTo>
                  </a:path>
                </a:pathLst>
              </a:custGeom>
            </p:spPr>
            <p:style>
              <a:lnRef idx="2">
                <a:schemeClr val="accent2">
                  <a:tint val="40000"/>
                  <a:alpha val="90000"/>
                  <a:hueOff val="0"/>
                  <a:satOff val="0"/>
                  <a:lumOff val="0"/>
                  <a:alpha val="90196"/>
                </a:schemeClr>
              </a:lnRef>
              <a:fillRef idx="1">
                <a:schemeClr val="accent2">
                  <a:tint val="40000"/>
                  <a:alpha val="90000"/>
                  <a:hueOff val="0"/>
                  <a:satOff val="0"/>
                  <a:lumOff val="0"/>
                  <a:alpha val="90196"/>
                </a:schemeClr>
              </a:fillRef>
              <a:effectRef idx="0">
                <a:scrgbClr r="0" g="0" b="0"/>
              </a:effectRef>
              <a:fontRef idx="minor"/>
            </p:style>
            <p:txBody>
              <a:bodyPr lIns="74295" tIns="74295" rIns="99059" bIns="111760" anchor="t">
                <a:noAutofit/>
              </a:bodyPr>
              <a:lstStyle>
                <a:lvl1pPr algn="l">
                  <a:defRPr sz="1900"/>
                </a:lvl1pPr>
                <a:lvl2pPr marL="171450" indent="-171450" algn="l">
                  <a:defRPr sz="1900"/>
                </a:lvl2pPr>
                <a:lvl3pPr marL="342900" indent="-171450" algn="l">
                  <a:defRPr sz="1900"/>
                </a:lvl3pPr>
                <a:lvl4pPr marL="514350" indent="-171450" algn="l">
                  <a:defRPr sz="1900"/>
                </a:lvl4pPr>
                <a:lvl5pPr marL="685800" indent="-171450" algn="l">
                  <a:defRPr sz="1900"/>
                </a:lvl5pPr>
                <a:lvl6pPr marL="857250" indent="-171450" algn="l">
                  <a:defRPr sz="1900"/>
                </a:lvl6pPr>
                <a:lvl7pPr marL="1028700" indent="-171450" algn="l">
                  <a:defRPr sz="1900"/>
                </a:lvl7pPr>
                <a:lvl8pPr marL="1200150" indent="-171450" algn="l">
                  <a:defRPr sz="1900"/>
                </a:lvl8pPr>
                <a:lvl9pPr marL="1371600" indent="-171450" algn="l">
                  <a:defRPr sz="1900"/>
                </a:lvl9pPr>
              </a:lstStyle>
              <a:p>
                <a:pPr marL="342900" lvl="1" indent="-342900" algn="l">
                  <a:lnSpc>
                    <a:spcPct val="100000"/>
                  </a:lnSpc>
                  <a:spcBef>
                    <a:spcPct val="0"/>
                  </a:spcBef>
                  <a:spcAft>
                    <a:spcPct val="15000"/>
                  </a:spcAft>
                  <a:buAutoNum type="arabicPeriod"/>
                </a:pPr>
                <a:r>
                  <a:rPr lang="en-US" sz="1400" dirty="0">
                    <a:solidFill>
                      <a:srgbClr val="0C373E"/>
                    </a:solidFill>
                    <a:latin typeface="Montserrat" panose="00000500000000000000" pitchFamily="2" charset="0"/>
                    <a:cs typeface="Times New Roman" panose="02020603050405020304" pitchFamily="18" charset="0"/>
                    <a:sym typeface="Montserrat" panose="00000500000000000000"/>
                  </a:rPr>
                  <a:t>Type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4DE8135-AF1B-7A42-F88B-B8F02E8A971C}"/>
                </a:ext>
              </a:extLst>
            </p:cNvPr>
            <p:cNvGrpSpPr/>
            <p:nvPr/>
          </p:nvGrpSpPr>
          <p:grpSpPr>
            <a:xfrm>
              <a:off x="462280" y="2548255"/>
              <a:ext cx="2432050" cy="1107440"/>
              <a:chOff x="728" y="4013"/>
              <a:chExt cx="3830" cy="1744"/>
            </a:xfrm>
          </p:grpSpPr>
          <p:sp>
            <p:nvSpPr>
              <p:cNvPr id="26" name="Freeform 9">
                <a:extLst>
                  <a:ext uri="{FF2B5EF4-FFF2-40B4-BE49-F238E27FC236}">
                    <a16:creationId xmlns:a16="http://schemas.microsoft.com/office/drawing/2014/main" id="{AA56C4AD-92BC-8E09-B098-7988AE5A83B9}"/>
                  </a:ext>
                </a:extLst>
              </p:cNvPr>
              <p:cNvSpPr/>
              <p:nvPr/>
            </p:nvSpPr>
            <p:spPr bwMode="white">
              <a:xfrm>
                <a:off x="728" y="4013"/>
                <a:ext cx="3830" cy="951"/>
              </a:xfrm>
              <a:custGeom>
                <a:avLst/>
                <a:gdLst>
                  <a:gd name="connisteX0" fmla="*/ 0 w 3021"/>
                  <a:gd name="connsiteY0" fmla="*/ 0 h 1208"/>
                  <a:gd name="connisteX1" fmla="*/ 1510 w 3021"/>
                  <a:gd name="connsiteY1" fmla="*/ 0 h 1208"/>
                  <a:gd name="connisteX2" fmla="*/ 0 w 3021"/>
                  <a:gd name="connsiteY2" fmla="*/ 604 h 1208"/>
                  <a:gd name="connisteX3" fmla="*/ 1510 w 3021"/>
                  <a:gd name="connsiteY3" fmla="*/ 1208 h 1208"/>
                  <a:gd name="connisteX4" fmla="*/ 3021 w 3021"/>
                  <a:gd name="connsiteY4" fmla="*/ 604 h 1208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</a:cxnLst>
                <a:rect l="l" t="t" r="r" b="b"/>
                <a:pathLst>
                  <a:path w="3022" h="1209">
                    <a:moveTo>
                      <a:pt x="0" y="0"/>
                    </a:moveTo>
                    <a:lnTo>
                      <a:pt x="3022" y="0"/>
                    </a:lnTo>
                    <a:lnTo>
                      <a:pt x="3022" y="1209"/>
                    </a:lnTo>
                    <a:lnTo>
                      <a:pt x="0" y="1209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1B9693"/>
              </a:solidFill>
              <a:ln>
                <a:solidFill>
                  <a:srgbClr val="1B9693"/>
                </a:solidFill>
              </a:ln>
            </p:spPr>
            <p:style>
              <a:lnRef idx="2">
                <a:schemeClr val="accent2">
                  <a:hueOff val="-1860000"/>
                  <a:satOff val="-73724"/>
                  <a:lumOff val="46275"/>
                  <a:alpha val="100000"/>
                </a:schemeClr>
              </a:lnRef>
              <a:fillRef idx="1">
                <a:schemeClr val="accent2">
                  <a:hueOff val="-1860000"/>
                  <a:satOff val="-73724"/>
                  <a:lumOff val="46275"/>
                  <a:alpha val="100000"/>
                </a:schemeClr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134620" tIns="76835" rIns="134619" bIns="76834" anchor="ctr">
                <a:noAutofit/>
              </a:bodyPr>
              <a:lstStyle>
                <a:lvl1pPr algn="ctr">
                  <a:defRPr sz="1900"/>
                </a:lvl1pPr>
                <a:lvl2pPr marL="114300" indent="-114300" algn="ctr">
                  <a:defRPr sz="1400"/>
                </a:lvl2pPr>
                <a:lvl3pPr marL="228600" indent="-114300" algn="ctr">
                  <a:defRPr sz="1400"/>
                </a:lvl3pPr>
                <a:lvl4pPr marL="342900" indent="-114300" algn="ctr">
                  <a:defRPr sz="1400"/>
                </a:lvl4pPr>
                <a:lvl5pPr marL="457200" indent="-114300" algn="ctr">
                  <a:defRPr sz="1400"/>
                </a:lvl5pPr>
                <a:lvl6pPr marL="571500" indent="-114300" algn="ctr">
                  <a:defRPr sz="1400"/>
                </a:lvl6pPr>
                <a:lvl7pPr marL="685800" indent="-114300" algn="ctr">
                  <a:defRPr sz="1400"/>
                </a:lvl7pPr>
                <a:lvl8pPr marL="800100" indent="-114300" algn="ctr">
                  <a:defRPr sz="1400"/>
                </a:lvl8pPr>
                <a:lvl9pPr marL="914400" indent="-114300" algn="ctr">
                  <a:defRPr sz="1400"/>
                </a:lvl9pPr>
              </a:lstStyle>
              <a:p>
                <a:pPr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b="1" noProof="0" dirty="0"/>
                  <a:t>Date</a:t>
                </a:r>
                <a:endParaRPr lang="en-US" noProof="0" dirty="0">
                  <a:latin typeface="Arial" panose="020B0604020202020204"/>
                </a:endParaRPr>
              </a:p>
            </p:txBody>
          </p:sp>
          <p:sp>
            <p:nvSpPr>
              <p:cNvPr id="27" name="Freeform 10">
                <a:extLst>
                  <a:ext uri="{FF2B5EF4-FFF2-40B4-BE49-F238E27FC236}">
                    <a16:creationId xmlns:a16="http://schemas.microsoft.com/office/drawing/2014/main" id="{C3F7D089-910E-5ECA-4B10-662E41387551}"/>
                  </a:ext>
                </a:extLst>
              </p:cNvPr>
              <p:cNvSpPr/>
              <p:nvPr/>
            </p:nvSpPr>
            <p:spPr bwMode="white">
              <a:xfrm>
                <a:off x="728" y="4963"/>
                <a:ext cx="3830" cy="794"/>
              </a:xfrm>
              <a:custGeom>
                <a:avLst/>
                <a:gdLst>
                  <a:gd name="connisteX0" fmla="*/ 0 w 3021"/>
                  <a:gd name="connsiteY0" fmla="*/ 0 h 3458"/>
                  <a:gd name="connisteX1" fmla="*/ 1510 w 3021"/>
                  <a:gd name="connsiteY1" fmla="*/ 0 h 3458"/>
                  <a:gd name="connisteX2" fmla="*/ 0 w 3021"/>
                  <a:gd name="connsiteY2" fmla="*/ 1729 h 3458"/>
                  <a:gd name="connisteX3" fmla="*/ 1510 w 3021"/>
                  <a:gd name="connsiteY3" fmla="*/ 3458 h 3458"/>
                  <a:gd name="connisteX4" fmla="*/ 3021 w 3021"/>
                  <a:gd name="connsiteY4" fmla="*/ 1729 h 3458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</a:cxnLst>
                <a:rect l="l" t="t" r="r" b="b"/>
                <a:pathLst>
                  <a:path w="3022" h="3459">
                    <a:moveTo>
                      <a:pt x="0" y="0"/>
                    </a:moveTo>
                    <a:lnTo>
                      <a:pt x="3022" y="0"/>
                    </a:lnTo>
                    <a:lnTo>
                      <a:pt x="3022" y="3459"/>
                    </a:lnTo>
                    <a:lnTo>
                      <a:pt x="0" y="3459"/>
                    </a:lnTo>
                    <a:lnTo>
                      <a:pt x="0" y="0"/>
                    </a:lnTo>
                  </a:path>
                </a:pathLst>
              </a:custGeom>
            </p:spPr>
            <p:style>
              <a:lnRef idx="2">
                <a:schemeClr val="accent2">
                  <a:tint val="40000"/>
                  <a:alpha val="90000"/>
                  <a:hueOff val="-2220000"/>
                  <a:satOff val="8235"/>
                  <a:lumOff val="7451"/>
                  <a:alpha val="90196"/>
                </a:schemeClr>
              </a:lnRef>
              <a:fillRef idx="1">
                <a:schemeClr val="accent2">
                  <a:tint val="40000"/>
                  <a:alpha val="90000"/>
                  <a:hueOff val="-2220000"/>
                  <a:satOff val="8235"/>
                  <a:lumOff val="7451"/>
                  <a:alpha val="90196"/>
                </a:schemeClr>
              </a:fillRef>
              <a:effectRef idx="0">
                <a:scrgbClr r="0" g="0" b="0"/>
              </a:effectRef>
              <a:fontRef idx="minor"/>
            </p:style>
            <p:txBody>
              <a:bodyPr lIns="74295" tIns="74295" rIns="99059" bIns="111760" anchor="t">
                <a:noAutofit/>
              </a:bodyPr>
              <a:lstStyle>
                <a:lvl1pPr algn="l">
                  <a:defRPr sz="1900"/>
                </a:lvl1pPr>
                <a:lvl2pPr marL="171450" indent="-171450" algn="l">
                  <a:defRPr sz="1900"/>
                </a:lvl2pPr>
                <a:lvl3pPr marL="342900" indent="-171450" algn="l">
                  <a:defRPr sz="1900"/>
                </a:lvl3pPr>
                <a:lvl4pPr marL="514350" indent="-171450" algn="l">
                  <a:defRPr sz="1900"/>
                </a:lvl4pPr>
                <a:lvl5pPr marL="685800" indent="-171450" algn="l">
                  <a:defRPr sz="1900"/>
                </a:lvl5pPr>
                <a:lvl6pPr marL="857250" indent="-171450" algn="l">
                  <a:defRPr sz="1900"/>
                </a:lvl6pPr>
                <a:lvl7pPr marL="1028700" indent="-171450" algn="l">
                  <a:defRPr sz="1900"/>
                </a:lvl7pPr>
                <a:lvl8pPr marL="1200150" indent="-171450" algn="l">
                  <a:defRPr sz="1900"/>
                </a:lvl8pPr>
                <a:lvl9pPr marL="1371600" indent="-171450" algn="l">
                  <a:defRPr sz="1900"/>
                </a:lvl9pPr>
              </a:lstStyle>
              <a:p>
                <a:pPr marL="342900" lvl="1" indent="-342900" algn="l">
                  <a:lnSpc>
                    <a:spcPct val="100000"/>
                  </a:lnSpc>
                  <a:spcBef>
                    <a:spcPct val="0"/>
                  </a:spcBef>
                  <a:spcAft>
                    <a:spcPct val="15000"/>
                  </a:spcAft>
                  <a:buAutoNum type="arabicPeriod"/>
                </a:pPr>
                <a:r>
                  <a:rPr lang="en-US" sz="1400" dirty="0">
                    <a:solidFill>
                      <a:srgbClr val="0C373E"/>
                    </a:solidFill>
                    <a:latin typeface="Montserrat" panose="00000500000000000000" pitchFamily="2" charset="0"/>
                    <a:cs typeface="Times New Roman" panose="02020603050405020304" pitchFamily="18" charset="0"/>
                  </a:rPr>
                  <a:t>Date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911224" y="670712"/>
            <a:ext cx="149542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200" b="1" i="0" u="none" strike="noStrike" cap="none" normalizeH="0" baseline="0" noProof="0" dirty="0">
                <a:ln>
                  <a:noFill/>
                </a:ln>
                <a:solidFill>
                  <a:srgbClr val="0C373E"/>
                </a:solidFill>
                <a:effectLst/>
                <a:latin typeface="Montserrat" panose="00000500000000000000" pitchFamily="2" charset="0"/>
              </a:rPr>
              <a:t>Data dictionary:</a:t>
            </a: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rgbClr val="0C373E"/>
              </a:solidFill>
              <a:effectLst/>
              <a:latin typeface="Montserrat" panose="00000500000000000000" pitchFamily="2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847066"/>
              </p:ext>
            </p:extLst>
          </p:nvPr>
        </p:nvGraphicFramePr>
        <p:xfrm>
          <a:off x="911224" y="986655"/>
          <a:ext cx="7321551" cy="3486133"/>
        </p:xfrm>
        <a:graphic>
          <a:graphicData uri="http://schemas.openxmlformats.org/drawingml/2006/table">
            <a:tbl>
              <a:tblPr/>
              <a:tblGrid>
                <a:gridCol w="2440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0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0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2538">
                <a:tc>
                  <a:txBody>
                    <a:bodyPr/>
                    <a:lstStyle/>
                    <a:p>
                      <a:r>
                        <a:rPr lang="en-US" sz="1200" b="1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Column 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Description 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Why it matters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9262">
                <a:tc>
                  <a:txBody>
                    <a:bodyPr/>
                    <a:lstStyle/>
                    <a:p>
                      <a:r>
                        <a:rPr lang="en-US" sz="1200" b="1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UID 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Unique identifier for each record. Just a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running number.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Used to reference rows, not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useful for analysis.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3618">
                <a:tc>
                  <a:txBody>
                    <a:bodyPr/>
                    <a:lstStyle/>
                    <a:p>
                      <a:r>
                        <a:rPr lang="en-US" sz="1200" b="1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Product ID 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Identifies the product being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manufactured, including its quality and a variant-specific serial number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grade (Low, Medium, High).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Different product qualities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may affect wear and failure.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0715">
                <a:tc>
                  <a:txBody>
                    <a:bodyPr/>
                    <a:lstStyle/>
                    <a:p>
                      <a:r>
                        <a:rPr lang="en-US" sz="1200" b="1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Type 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Quality grade of the product: L = Low,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M = Medium, H = High.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Higher-quality products may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last longer.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286000" y="1397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14375" y="568869"/>
            <a:ext cx="190373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algn="l" defTabSz="914400" eaLnBrk="0" fontAlgn="base" hangingPunct="0">
              <a:buClrTx/>
              <a:buSzTx/>
              <a:buFontTx/>
            </a:pPr>
            <a:r>
              <a:rPr lang="en-US" sz="1200" b="1" noProof="0" dirty="0">
                <a:ln>
                  <a:noFill/>
                </a:ln>
                <a:solidFill>
                  <a:srgbClr val="0C373E"/>
                </a:solidFill>
                <a:effectLst/>
                <a:latin typeface="Montserrat" panose="00000500000000000000" pitchFamily="2" charset="0"/>
                <a:sym typeface="+mn-ea"/>
              </a:rPr>
              <a:t>Data dictionary: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871376"/>
              </p:ext>
            </p:extLst>
          </p:nvPr>
        </p:nvGraphicFramePr>
        <p:xfrm>
          <a:off x="714375" y="919337"/>
          <a:ext cx="7715250" cy="3828417"/>
        </p:xfrm>
        <a:graphic>
          <a:graphicData uri="http://schemas.openxmlformats.org/drawingml/2006/table">
            <a:tbl>
              <a:tblPr/>
              <a:tblGrid>
                <a:gridCol w="1774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1581">
                <a:tc>
                  <a:txBody>
                    <a:bodyPr/>
                    <a:lstStyle/>
                    <a:p>
                      <a:r>
                        <a:rPr lang="en-US" sz="1200" b="1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Air temperature</a:t>
                      </a:r>
                      <a:br>
                        <a:rPr lang="en-US" sz="1200" b="1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1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[K]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68326" marR="68326" marT="34163" marB="341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Temperature of the surrounding air (in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Kelvin).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68326" marR="68326" marT="34163" marB="341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Hotter air may reduce cooling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efficiency and cause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overheating.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68326" marR="68326" marT="34163" marB="341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1581">
                <a:tc>
                  <a:txBody>
                    <a:bodyPr/>
                    <a:lstStyle/>
                    <a:p>
                      <a:r>
                        <a:rPr lang="en-US" sz="1200" b="1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Process</a:t>
                      </a:r>
                      <a:br>
                        <a:rPr lang="en-US" sz="1200" b="1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1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temperature [K]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68326" marR="68326" marT="34163" marB="341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Temperature inside the machine during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operation (in Kelvin).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68326" marR="68326" marT="34163" marB="341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Higher process temperatures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increase stress on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components.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68326" marR="68326" marT="34163" marB="341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1581">
                <a:tc>
                  <a:txBody>
                    <a:bodyPr/>
                    <a:lstStyle/>
                    <a:p>
                      <a:r>
                        <a:rPr lang="en-US" sz="1200" b="1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Rotational speed</a:t>
                      </a:r>
                      <a:br>
                        <a:rPr lang="en-US" sz="1200" b="1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1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[rpm]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68326" marR="68326" marT="34163" marB="341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How fast a rotating part moves, in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revolutions per minute.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68326" marR="68326" marT="34163" marB="341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Very high or low speeds may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lead to stress or poor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performance.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68326" marR="68326" marT="34163" marB="341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558">
                <a:tc>
                  <a:txBody>
                    <a:bodyPr/>
                    <a:lstStyle/>
                    <a:p>
                      <a:r>
                        <a:rPr lang="en-US" sz="1200" b="1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Torque [Nm] 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68326" marR="68326" marT="34163" marB="341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Twisting force applied by the machine,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in Newton-meters.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68326" marR="68326" marT="34163" marB="341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Higher torque can increase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strain on parts.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68326" marR="68326" marT="34163" marB="341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558">
                <a:tc>
                  <a:txBody>
                    <a:bodyPr/>
                    <a:lstStyle/>
                    <a:p>
                      <a:r>
                        <a:rPr lang="en-US" sz="1200" b="1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Tool wear [min] 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68326" marR="68326" marT="34163" marB="341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How long the tool has been used,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measured in minutes.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68326" marR="68326" marT="34163" marB="341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As wear increases, tools are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more likely to fail.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68326" marR="68326" marT="34163" marB="341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558">
                <a:tc>
                  <a:txBody>
                    <a:bodyPr/>
                    <a:lstStyle/>
                    <a:p>
                      <a:r>
                        <a:rPr lang="en-US" sz="1200" b="1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Machine failure 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68326" marR="68326" marT="34163" marB="341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Did the machine fail at this moment? 0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= No, 1 = Yes.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68326" marR="68326" marT="34163" marB="341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The main target variable for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prediction.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68326" marR="68326" marT="34163" marB="3416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863849" y="845868"/>
            <a:ext cx="1646939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08025" y="707368"/>
            <a:ext cx="206883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algn="l" defTabSz="914400" eaLnBrk="0" fontAlgn="base" hangingPunct="0">
              <a:buClrTx/>
              <a:buSzTx/>
              <a:buFontTx/>
            </a:pPr>
            <a:r>
              <a:rPr lang="en-US" sz="1200" b="1" noProof="0" dirty="0">
                <a:ln>
                  <a:noFill/>
                </a:ln>
                <a:solidFill>
                  <a:srgbClr val="0C373E"/>
                </a:solidFill>
                <a:effectLst/>
                <a:latin typeface="Montserrat" panose="00000500000000000000" pitchFamily="2" charset="0"/>
                <a:sym typeface="+mn-ea"/>
              </a:rPr>
              <a:t>Data dictionary: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863849" y="845868"/>
            <a:ext cx="1646939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823886"/>
              </p:ext>
            </p:extLst>
          </p:nvPr>
        </p:nvGraphicFramePr>
        <p:xfrm>
          <a:off x="708025" y="1012825"/>
          <a:ext cx="7727949" cy="3597910"/>
        </p:xfrm>
        <a:graphic>
          <a:graphicData uri="http://schemas.openxmlformats.org/drawingml/2006/table">
            <a:tbl>
              <a:tblPr/>
              <a:tblGrid>
                <a:gridCol w="1933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8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59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4415">
                <a:tc>
                  <a:txBody>
                    <a:bodyPr/>
                    <a:lstStyle/>
                    <a:p>
                      <a:r>
                        <a:rPr lang="en-US" sz="1200" b="1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TWF </a:t>
                      </a: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(Tool Wear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Failure)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7903" marR="57903" marT="28952" marB="2895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Did the machine fail due to worn-out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tools?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7903" marR="57903" marT="28952" marB="2895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Shows a specific failure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cause.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7903" marR="57903" marT="28952" marB="2895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415">
                <a:tc>
                  <a:txBody>
                    <a:bodyPr/>
                    <a:lstStyle/>
                    <a:p>
                      <a:r>
                        <a:rPr lang="en-US" sz="1200" b="1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HDF </a:t>
                      </a: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(Heat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Dissipation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Failure)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7903" marR="57903" marT="28952" marB="2895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Did the machine fail because heat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couldn’t be removed properly?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7903" marR="57903" marT="28952" marB="2895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Related to air vs. process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temperature differences.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7903" marR="57903" marT="28952" marB="2895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415">
                <a:tc>
                  <a:txBody>
                    <a:bodyPr/>
                    <a:lstStyle/>
                    <a:p>
                      <a:r>
                        <a:rPr lang="en-US" sz="1200" b="1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PWF </a:t>
                      </a: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(Power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Failure)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7903" marR="57903" marT="28952" marB="2895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Did the machine fail due to power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issues?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7903" marR="57903" marT="28952" marB="2895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Occurs if power output is too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high/low.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7903" marR="57903" marT="28952" marB="2895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1577">
                <a:tc>
                  <a:txBody>
                    <a:bodyPr/>
                    <a:lstStyle/>
                    <a:p>
                      <a:r>
                        <a:rPr lang="en-US" sz="1200" b="1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OSF </a:t>
                      </a: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(Overstrain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Failure)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7903" marR="57903" marT="28952" marB="2895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Did the machine fail because of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overstrain (too much force on a worn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tool)?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7903" marR="57903" marT="28952" marB="2895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Combination of torque + tool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wear.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7903" marR="57903" marT="28952" marB="2895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415">
                <a:tc>
                  <a:txBody>
                    <a:bodyPr/>
                    <a:lstStyle/>
                    <a:p>
                      <a:r>
                        <a:rPr lang="en-US" sz="1200" b="1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RNF </a:t>
                      </a: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(Random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Failure)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7903" marR="57903" marT="28952" marB="2895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A failure that occurs randomly, not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explained by conditions.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7903" marR="57903" marT="28952" marB="2895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Mimics real-life unpredictable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failures.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7903" marR="57903" marT="28952" marB="2895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4415">
                <a:tc>
                  <a:txBody>
                    <a:bodyPr/>
                    <a:lstStyle/>
                    <a:p>
                      <a:r>
                        <a:rPr lang="en-US" sz="1200" b="1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Date/Time 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7903" marR="57903" marT="28952" marB="2895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Timestamp of when the record was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taken.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7903" marR="57903" marT="28952" marB="2895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Enables time-based analysis,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trends, and prediction</a:t>
                      </a:r>
                      <a:b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rgbClr val="0C373E"/>
                          </a:solidFill>
                          <a:effectLst/>
                          <a:latin typeface="Montserrat" panose="00000500000000000000" pitchFamily="2" charset="0"/>
                        </a:rPr>
                        <a:t>windows.</a:t>
                      </a:r>
                      <a:endParaRPr lang="en-US" sz="1200" noProof="0" dirty="0">
                        <a:solidFill>
                          <a:srgbClr val="0C373E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7903" marR="57903" marT="28952" marB="2895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3124200" y="10128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30"/>
          <p:cNvSpPr txBox="1">
            <a:spLocks noGrp="1"/>
          </p:cNvSpPr>
          <p:nvPr>
            <p:ph type="title"/>
          </p:nvPr>
        </p:nvSpPr>
        <p:spPr>
          <a:xfrm>
            <a:off x="1184080" y="-647701"/>
            <a:ext cx="6775840" cy="239806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800" noProof="0" dirty="0">
                <a:solidFill>
                  <a:srgbClr val="03515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Business Question </a:t>
            </a:r>
          </a:p>
        </p:txBody>
      </p:sp>
      <p:grpSp>
        <p:nvGrpSpPr>
          <p:cNvPr id="1268" name="Google Shape;1268;p30"/>
          <p:cNvGrpSpPr/>
          <p:nvPr/>
        </p:nvGrpSpPr>
        <p:grpSpPr>
          <a:xfrm>
            <a:off x="6590802" y="1928349"/>
            <a:ext cx="3180479" cy="3938442"/>
            <a:chOff x="6590802" y="1205338"/>
            <a:chExt cx="3180479" cy="3938442"/>
          </a:xfrm>
        </p:grpSpPr>
        <p:grpSp>
          <p:nvGrpSpPr>
            <p:cNvPr id="1269" name="Google Shape;1269;p30"/>
            <p:cNvGrpSpPr/>
            <p:nvPr/>
          </p:nvGrpSpPr>
          <p:grpSpPr>
            <a:xfrm>
              <a:off x="6590802" y="1205338"/>
              <a:ext cx="3180479" cy="3938442"/>
              <a:chOff x="6590802" y="1205338"/>
              <a:chExt cx="3180479" cy="3938442"/>
            </a:xfrm>
          </p:grpSpPr>
          <p:sp>
            <p:nvSpPr>
              <p:cNvPr id="1270" name="Google Shape;1270;p30"/>
              <p:cNvSpPr/>
              <p:nvPr/>
            </p:nvSpPr>
            <p:spPr>
              <a:xfrm flipH="1">
                <a:off x="8147676" y="3172468"/>
                <a:ext cx="289800" cy="213712"/>
              </a:xfrm>
              <a:custGeom>
                <a:avLst/>
                <a:gdLst/>
                <a:ahLst/>
                <a:cxnLst/>
                <a:rect l="l" t="t" r="r" b="b"/>
                <a:pathLst>
                  <a:path w="129955" h="95835" extrusionOk="0">
                    <a:moveTo>
                      <a:pt x="64978" y="95835"/>
                    </a:moveTo>
                    <a:cubicBezTo>
                      <a:pt x="100763" y="95835"/>
                      <a:pt x="129955" y="74323"/>
                      <a:pt x="129955" y="47918"/>
                    </a:cubicBezTo>
                    <a:cubicBezTo>
                      <a:pt x="129955" y="21512"/>
                      <a:pt x="100763" y="0"/>
                      <a:pt x="64978" y="0"/>
                    </a:cubicBezTo>
                    <a:cubicBezTo>
                      <a:pt x="29192" y="0"/>
                      <a:pt x="0" y="21546"/>
                      <a:pt x="0" y="47918"/>
                    </a:cubicBezTo>
                    <a:cubicBezTo>
                      <a:pt x="0" y="74289"/>
                      <a:pt x="29192" y="95835"/>
                      <a:pt x="64978" y="95835"/>
                    </a:cubicBezTo>
                    <a:close/>
                  </a:path>
                </a:pathLst>
              </a:custGeom>
              <a:solidFill>
                <a:srgbClr val="0057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1" name="Google Shape;1271;p30"/>
              <p:cNvSpPr/>
              <p:nvPr/>
            </p:nvSpPr>
            <p:spPr>
              <a:xfrm flipH="1">
                <a:off x="8148662" y="3265703"/>
                <a:ext cx="289724" cy="131789"/>
              </a:xfrm>
              <a:custGeom>
                <a:avLst/>
                <a:gdLst/>
                <a:ahLst/>
                <a:cxnLst/>
                <a:rect l="l" t="t" r="r" b="b"/>
                <a:pathLst>
                  <a:path w="129921" h="59098" extrusionOk="0">
                    <a:moveTo>
                      <a:pt x="0" y="0"/>
                    </a:moveTo>
                    <a:lnTo>
                      <a:pt x="129921" y="0"/>
                    </a:lnTo>
                    <a:lnTo>
                      <a:pt x="129921" y="59099"/>
                    </a:lnTo>
                    <a:lnTo>
                      <a:pt x="0" y="5909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2" name="Google Shape;1272;p30"/>
              <p:cNvSpPr/>
              <p:nvPr/>
            </p:nvSpPr>
            <p:spPr>
              <a:xfrm flipH="1">
                <a:off x="8099110" y="3217341"/>
                <a:ext cx="394079" cy="57822"/>
              </a:xfrm>
              <a:custGeom>
                <a:avLst/>
                <a:gdLst/>
                <a:ahLst/>
                <a:cxnLst/>
                <a:rect l="l" t="t" r="r" b="b"/>
                <a:pathLst>
                  <a:path w="176717" h="25929" extrusionOk="0">
                    <a:moveTo>
                      <a:pt x="163736" y="0"/>
                    </a:moveTo>
                    <a:lnTo>
                      <a:pt x="12982" y="0"/>
                    </a:lnTo>
                    <a:cubicBezTo>
                      <a:pt x="5845" y="0"/>
                      <a:pt x="0" y="5845"/>
                      <a:pt x="0" y="12982"/>
                    </a:cubicBezTo>
                    <a:lnTo>
                      <a:pt x="0" y="12982"/>
                    </a:lnTo>
                    <a:cubicBezTo>
                      <a:pt x="0" y="20119"/>
                      <a:pt x="5845" y="25930"/>
                      <a:pt x="12982" y="25930"/>
                    </a:cubicBezTo>
                    <a:lnTo>
                      <a:pt x="163736" y="25930"/>
                    </a:lnTo>
                    <a:cubicBezTo>
                      <a:pt x="170872" y="25930"/>
                      <a:pt x="176718" y="20085"/>
                      <a:pt x="176718" y="12948"/>
                    </a:cubicBezTo>
                    <a:lnTo>
                      <a:pt x="176718" y="12948"/>
                    </a:lnTo>
                    <a:cubicBezTo>
                      <a:pt x="176718" y="5811"/>
                      <a:pt x="170872" y="0"/>
                      <a:pt x="163736" y="0"/>
                    </a:cubicBezTo>
                    <a:close/>
                  </a:path>
                </a:pathLst>
              </a:custGeom>
              <a:solidFill>
                <a:srgbClr val="00495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3" name="Google Shape;1273;p30"/>
              <p:cNvSpPr/>
              <p:nvPr/>
            </p:nvSpPr>
            <p:spPr>
              <a:xfrm flipH="1">
                <a:off x="8394275" y="3275785"/>
                <a:ext cx="19247" cy="73965"/>
              </a:xfrm>
              <a:custGeom>
                <a:avLst/>
                <a:gdLst/>
                <a:ahLst/>
                <a:cxnLst/>
                <a:rect l="l" t="t" r="r" b="b"/>
                <a:pathLst>
                  <a:path w="8631" h="33168" extrusionOk="0">
                    <a:moveTo>
                      <a:pt x="0" y="0"/>
                    </a:moveTo>
                    <a:lnTo>
                      <a:pt x="8632" y="0"/>
                    </a:lnTo>
                    <a:lnTo>
                      <a:pt x="8632" y="33169"/>
                    </a:lnTo>
                    <a:lnTo>
                      <a:pt x="0" y="33169"/>
                    </a:ln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4" name="Google Shape;1274;p30"/>
              <p:cNvSpPr/>
              <p:nvPr/>
            </p:nvSpPr>
            <p:spPr>
              <a:xfrm flipH="1">
                <a:off x="9082312" y="3273815"/>
                <a:ext cx="289800" cy="131789"/>
              </a:xfrm>
              <a:custGeom>
                <a:avLst/>
                <a:gdLst/>
                <a:ahLst/>
                <a:cxnLst/>
                <a:rect l="l" t="t" r="r" b="b"/>
                <a:pathLst>
                  <a:path w="129955" h="59098" extrusionOk="0">
                    <a:moveTo>
                      <a:pt x="0" y="0"/>
                    </a:moveTo>
                    <a:lnTo>
                      <a:pt x="129955" y="0"/>
                    </a:lnTo>
                    <a:lnTo>
                      <a:pt x="129955" y="59099"/>
                    </a:lnTo>
                    <a:lnTo>
                      <a:pt x="0" y="5909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5" name="Google Shape;1275;p30"/>
              <p:cNvSpPr/>
              <p:nvPr/>
            </p:nvSpPr>
            <p:spPr>
              <a:xfrm flipH="1">
                <a:off x="9030259" y="3225453"/>
                <a:ext cx="393927" cy="57822"/>
              </a:xfrm>
              <a:custGeom>
                <a:avLst/>
                <a:gdLst/>
                <a:ahLst/>
                <a:cxnLst/>
                <a:rect l="l" t="t" r="r" b="b"/>
                <a:pathLst>
                  <a:path w="176649" h="25929" extrusionOk="0">
                    <a:moveTo>
                      <a:pt x="12948" y="0"/>
                    </a:moveTo>
                    <a:lnTo>
                      <a:pt x="163702" y="0"/>
                    </a:lnTo>
                    <a:cubicBezTo>
                      <a:pt x="170838" y="0"/>
                      <a:pt x="176650" y="5811"/>
                      <a:pt x="176650" y="12948"/>
                    </a:cubicBezTo>
                    <a:lnTo>
                      <a:pt x="176650" y="12948"/>
                    </a:lnTo>
                    <a:cubicBezTo>
                      <a:pt x="176650" y="20085"/>
                      <a:pt x="170838" y="25930"/>
                      <a:pt x="163702" y="25930"/>
                    </a:cubicBezTo>
                    <a:lnTo>
                      <a:pt x="12948" y="25930"/>
                    </a:lnTo>
                    <a:cubicBezTo>
                      <a:pt x="5811" y="25930"/>
                      <a:pt x="0" y="20085"/>
                      <a:pt x="0" y="12948"/>
                    </a:cubicBezTo>
                    <a:lnTo>
                      <a:pt x="0" y="12948"/>
                    </a:lnTo>
                    <a:cubicBezTo>
                      <a:pt x="0" y="5811"/>
                      <a:pt x="5811" y="0"/>
                      <a:pt x="129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6" name="Google Shape;1276;p30"/>
              <p:cNvSpPr/>
              <p:nvPr/>
            </p:nvSpPr>
            <p:spPr>
              <a:xfrm flipH="1">
                <a:off x="7715701" y="3357802"/>
                <a:ext cx="2055581" cy="865082"/>
              </a:xfrm>
              <a:custGeom>
                <a:avLst/>
                <a:gdLst/>
                <a:ahLst/>
                <a:cxnLst/>
                <a:rect l="l" t="t" r="r" b="b"/>
                <a:pathLst>
                  <a:path w="921785" h="387929" extrusionOk="0">
                    <a:moveTo>
                      <a:pt x="38776" y="34"/>
                    </a:moveTo>
                    <a:lnTo>
                      <a:pt x="883010" y="34"/>
                    </a:lnTo>
                    <a:cubicBezTo>
                      <a:pt x="904420" y="34"/>
                      <a:pt x="921786" y="17400"/>
                      <a:pt x="921786" y="38810"/>
                    </a:cubicBezTo>
                    <a:lnTo>
                      <a:pt x="921786" y="349153"/>
                    </a:lnTo>
                    <a:cubicBezTo>
                      <a:pt x="921786" y="370563"/>
                      <a:pt x="904420" y="387929"/>
                      <a:pt x="883010" y="387929"/>
                    </a:cubicBezTo>
                    <a:lnTo>
                      <a:pt x="38776" y="387929"/>
                    </a:lnTo>
                    <a:cubicBezTo>
                      <a:pt x="17366" y="387929"/>
                      <a:pt x="0" y="370563"/>
                      <a:pt x="0" y="349153"/>
                    </a:cubicBezTo>
                    <a:lnTo>
                      <a:pt x="0" y="38776"/>
                    </a:lnTo>
                    <a:cubicBezTo>
                      <a:pt x="0" y="17366"/>
                      <a:pt x="17366" y="0"/>
                      <a:pt x="387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7" name="Google Shape;1277;p30"/>
              <p:cNvSpPr/>
              <p:nvPr/>
            </p:nvSpPr>
            <p:spPr>
              <a:xfrm flipH="1">
                <a:off x="7715625" y="3766299"/>
                <a:ext cx="2055656" cy="373162"/>
              </a:xfrm>
              <a:custGeom>
                <a:avLst/>
                <a:gdLst/>
                <a:ahLst/>
                <a:cxnLst/>
                <a:rect l="l" t="t" r="r" b="b"/>
                <a:pathLst>
                  <a:path w="921819" h="167337" extrusionOk="0">
                    <a:moveTo>
                      <a:pt x="921786" y="0"/>
                    </a:moveTo>
                    <a:lnTo>
                      <a:pt x="921786" y="128528"/>
                    </a:lnTo>
                    <a:cubicBezTo>
                      <a:pt x="921786" y="149870"/>
                      <a:pt x="904318" y="167338"/>
                      <a:pt x="883010" y="167338"/>
                    </a:cubicBezTo>
                    <a:lnTo>
                      <a:pt x="38776" y="167338"/>
                    </a:lnTo>
                    <a:cubicBezTo>
                      <a:pt x="17434" y="167338"/>
                      <a:pt x="0" y="149870"/>
                      <a:pt x="0" y="128528"/>
                    </a:cubicBezTo>
                    <a:lnTo>
                      <a:pt x="0" y="0"/>
                    </a:lnTo>
                    <a:lnTo>
                      <a:pt x="921820" y="0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8" name="Google Shape;1278;p30"/>
              <p:cNvSpPr/>
              <p:nvPr/>
            </p:nvSpPr>
            <p:spPr>
              <a:xfrm flipH="1">
                <a:off x="9664275" y="3357878"/>
                <a:ext cx="107007" cy="865082"/>
              </a:xfrm>
              <a:custGeom>
                <a:avLst/>
                <a:gdLst/>
                <a:ahLst/>
                <a:cxnLst/>
                <a:rect l="l" t="t" r="r" b="b"/>
                <a:pathLst>
                  <a:path w="47985" h="387929" extrusionOk="0">
                    <a:moveTo>
                      <a:pt x="38776" y="0"/>
                    </a:moveTo>
                    <a:lnTo>
                      <a:pt x="47986" y="0"/>
                    </a:lnTo>
                    <a:lnTo>
                      <a:pt x="47986" y="387929"/>
                    </a:lnTo>
                    <a:lnTo>
                      <a:pt x="38776" y="387929"/>
                    </a:lnTo>
                    <a:cubicBezTo>
                      <a:pt x="17434" y="387929"/>
                      <a:pt x="0" y="370461"/>
                      <a:pt x="0" y="349153"/>
                    </a:cubicBezTo>
                    <a:lnTo>
                      <a:pt x="0" y="38810"/>
                    </a:lnTo>
                    <a:cubicBezTo>
                      <a:pt x="0" y="17468"/>
                      <a:pt x="17434" y="34"/>
                      <a:pt x="38776" y="3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9" name="Google Shape;1279;p30"/>
              <p:cNvSpPr/>
              <p:nvPr/>
            </p:nvSpPr>
            <p:spPr>
              <a:xfrm flipH="1">
                <a:off x="9664199" y="3766299"/>
                <a:ext cx="107082" cy="373088"/>
              </a:xfrm>
              <a:custGeom>
                <a:avLst/>
                <a:gdLst/>
                <a:ahLst/>
                <a:cxnLst/>
                <a:rect l="l" t="t" r="r" b="b"/>
                <a:pathLst>
                  <a:path w="48019" h="167304" extrusionOk="0">
                    <a:moveTo>
                      <a:pt x="47986" y="0"/>
                    </a:moveTo>
                    <a:lnTo>
                      <a:pt x="47986" y="167304"/>
                    </a:lnTo>
                    <a:lnTo>
                      <a:pt x="38776" y="167304"/>
                    </a:lnTo>
                    <a:cubicBezTo>
                      <a:pt x="17434" y="167304"/>
                      <a:pt x="0" y="149836"/>
                      <a:pt x="0" y="128528"/>
                    </a:cubicBezTo>
                    <a:lnTo>
                      <a:pt x="0" y="0"/>
                    </a:lnTo>
                    <a:lnTo>
                      <a:pt x="48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0" name="Google Shape;1280;p30"/>
              <p:cNvSpPr/>
              <p:nvPr/>
            </p:nvSpPr>
            <p:spPr>
              <a:xfrm flipH="1">
                <a:off x="7715263" y="3357878"/>
                <a:ext cx="107007" cy="865082"/>
              </a:xfrm>
              <a:custGeom>
                <a:avLst/>
                <a:gdLst/>
                <a:ahLst/>
                <a:cxnLst/>
                <a:rect l="l" t="t" r="r" b="b"/>
                <a:pathLst>
                  <a:path w="47985" h="387929" extrusionOk="0">
                    <a:moveTo>
                      <a:pt x="9210" y="387929"/>
                    </a:moveTo>
                    <a:lnTo>
                      <a:pt x="0" y="387929"/>
                    </a:lnTo>
                    <a:lnTo>
                      <a:pt x="0" y="0"/>
                    </a:lnTo>
                    <a:lnTo>
                      <a:pt x="9210" y="0"/>
                    </a:lnTo>
                    <a:cubicBezTo>
                      <a:pt x="30552" y="0"/>
                      <a:pt x="47986" y="17468"/>
                      <a:pt x="47986" y="38776"/>
                    </a:cubicBezTo>
                    <a:lnTo>
                      <a:pt x="47986" y="349119"/>
                    </a:lnTo>
                    <a:cubicBezTo>
                      <a:pt x="47986" y="370461"/>
                      <a:pt x="30518" y="387895"/>
                      <a:pt x="9210" y="38789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1" name="Google Shape;1281;p30"/>
              <p:cNvSpPr/>
              <p:nvPr/>
            </p:nvSpPr>
            <p:spPr>
              <a:xfrm flipH="1">
                <a:off x="7715188" y="3766374"/>
                <a:ext cx="107082" cy="373086"/>
              </a:xfrm>
              <a:custGeom>
                <a:avLst/>
                <a:gdLst/>
                <a:ahLst/>
                <a:cxnLst/>
                <a:rect l="l" t="t" r="r" b="b"/>
                <a:pathLst>
                  <a:path w="48019" h="167303" extrusionOk="0">
                    <a:moveTo>
                      <a:pt x="9210" y="167304"/>
                    </a:moveTo>
                    <a:lnTo>
                      <a:pt x="0" y="167304"/>
                    </a:lnTo>
                    <a:lnTo>
                      <a:pt x="0" y="0"/>
                    </a:lnTo>
                    <a:lnTo>
                      <a:pt x="48020" y="0"/>
                    </a:lnTo>
                    <a:lnTo>
                      <a:pt x="48020" y="128528"/>
                    </a:lnTo>
                    <a:cubicBezTo>
                      <a:pt x="48020" y="149870"/>
                      <a:pt x="30552" y="167304"/>
                      <a:pt x="9244" y="1673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2" name="Google Shape;1282;p30"/>
              <p:cNvSpPr/>
              <p:nvPr/>
            </p:nvSpPr>
            <p:spPr>
              <a:xfrm flipH="1">
                <a:off x="7912634" y="3457557"/>
                <a:ext cx="1728040" cy="75026"/>
              </a:xfrm>
              <a:custGeom>
                <a:avLst/>
                <a:gdLst/>
                <a:ahLst/>
                <a:cxnLst/>
                <a:rect l="l" t="t" r="r" b="b"/>
                <a:pathLst>
                  <a:path w="774906" h="33644" extrusionOk="0">
                    <a:moveTo>
                      <a:pt x="16822" y="0"/>
                    </a:moveTo>
                    <a:lnTo>
                      <a:pt x="758084" y="0"/>
                    </a:lnTo>
                    <a:cubicBezTo>
                      <a:pt x="767328" y="0"/>
                      <a:pt x="774907" y="7578"/>
                      <a:pt x="774907" y="16822"/>
                    </a:cubicBezTo>
                    <a:lnTo>
                      <a:pt x="774907" y="16822"/>
                    </a:lnTo>
                    <a:cubicBezTo>
                      <a:pt x="774907" y="26066"/>
                      <a:pt x="767328" y="33644"/>
                      <a:pt x="758084" y="33644"/>
                    </a:cubicBezTo>
                    <a:lnTo>
                      <a:pt x="16822" y="33644"/>
                    </a:lnTo>
                    <a:cubicBezTo>
                      <a:pt x="7545" y="33644"/>
                      <a:pt x="0" y="26066"/>
                      <a:pt x="0" y="16822"/>
                    </a:cubicBezTo>
                    <a:lnTo>
                      <a:pt x="0" y="16822"/>
                    </a:lnTo>
                    <a:cubicBezTo>
                      <a:pt x="0" y="7578"/>
                      <a:pt x="7579" y="0"/>
                      <a:pt x="16822" y="0"/>
                    </a:cubicBez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3" name="Google Shape;1283;p30"/>
              <p:cNvSpPr/>
              <p:nvPr/>
            </p:nvSpPr>
            <p:spPr>
              <a:xfrm flipH="1">
                <a:off x="9328001" y="3283897"/>
                <a:ext cx="19247" cy="73965"/>
              </a:xfrm>
              <a:custGeom>
                <a:avLst/>
                <a:gdLst/>
                <a:ahLst/>
                <a:cxnLst/>
                <a:rect l="l" t="t" r="r" b="b"/>
                <a:pathLst>
                  <a:path w="8631" h="33168" extrusionOk="0">
                    <a:moveTo>
                      <a:pt x="0" y="0"/>
                    </a:moveTo>
                    <a:lnTo>
                      <a:pt x="8632" y="0"/>
                    </a:lnTo>
                    <a:lnTo>
                      <a:pt x="8632" y="33168"/>
                    </a:lnTo>
                    <a:lnTo>
                      <a:pt x="0" y="33168"/>
                    </a:ln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284" name="Google Shape;1284;p30"/>
              <p:cNvGrpSpPr/>
              <p:nvPr/>
            </p:nvGrpSpPr>
            <p:grpSpPr>
              <a:xfrm flipH="1">
                <a:off x="7950758" y="3766296"/>
                <a:ext cx="1585011" cy="675315"/>
                <a:chOff x="4439952" y="2779427"/>
                <a:chExt cx="710608" cy="302764"/>
              </a:xfrm>
            </p:grpSpPr>
            <p:sp>
              <p:nvSpPr>
                <p:cNvPr id="1285" name="Google Shape;1285;p30"/>
                <p:cNvSpPr/>
                <p:nvPr/>
              </p:nvSpPr>
              <p:spPr>
                <a:xfrm>
                  <a:off x="4439952" y="2779427"/>
                  <a:ext cx="71060" cy="286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" h="286520" extrusionOk="0">
                      <a:moveTo>
                        <a:pt x="0" y="0"/>
                      </a:moveTo>
                      <a:lnTo>
                        <a:pt x="71061" y="0"/>
                      </a:lnTo>
                      <a:lnTo>
                        <a:pt x="71061" y="286520"/>
                      </a:lnTo>
                      <a:lnTo>
                        <a:pt x="0" y="28652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86" name="Google Shape;1286;p30"/>
                <p:cNvSpPr/>
                <p:nvPr/>
              </p:nvSpPr>
              <p:spPr>
                <a:xfrm>
                  <a:off x="5079499" y="2795671"/>
                  <a:ext cx="71060" cy="286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" h="286520" extrusionOk="0">
                      <a:moveTo>
                        <a:pt x="0" y="0"/>
                      </a:moveTo>
                      <a:lnTo>
                        <a:pt x="71061" y="0"/>
                      </a:lnTo>
                      <a:lnTo>
                        <a:pt x="71061" y="286520"/>
                      </a:lnTo>
                      <a:lnTo>
                        <a:pt x="0" y="28652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87" name="Google Shape;1287;p30"/>
                <p:cNvSpPr/>
                <p:nvPr/>
              </p:nvSpPr>
              <p:spPr>
                <a:xfrm>
                  <a:off x="4439952" y="3018743"/>
                  <a:ext cx="710608" cy="63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8" h="63448" extrusionOk="0">
                      <a:moveTo>
                        <a:pt x="0" y="0"/>
                      </a:moveTo>
                      <a:lnTo>
                        <a:pt x="710608" y="0"/>
                      </a:lnTo>
                      <a:lnTo>
                        <a:pt x="710608" y="63448"/>
                      </a:lnTo>
                      <a:lnTo>
                        <a:pt x="0" y="6344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sp>
            <p:nvSpPr>
              <p:cNvPr id="1288" name="Google Shape;1288;p30"/>
              <p:cNvSpPr/>
              <p:nvPr/>
            </p:nvSpPr>
            <p:spPr>
              <a:xfrm flipH="1">
                <a:off x="9376164" y="3695045"/>
                <a:ext cx="160663" cy="142475"/>
              </a:xfrm>
              <a:custGeom>
                <a:avLst/>
                <a:gdLst/>
                <a:ahLst/>
                <a:cxnLst/>
                <a:rect l="l" t="t" r="r" b="b"/>
                <a:pathLst>
                  <a:path w="72046" h="63890" extrusionOk="0">
                    <a:moveTo>
                      <a:pt x="36023" y="63890"/>
                    </a:moveTo>
                    <a:cubicBezTo>
                      <a:pt x="55870" y="63890"/>
                      <a:pt x="72046" y="49549"/>
                      <a:pt x="72046" y="31945"/>
                    </a:cubicBezTo>
                    <a:cubicBezTo>
                      <a:pt x="72046" y="14341"/>
                      <a:pt x="55870" y="0"/>
                      <a:pt x="36023" y="0"/>
                    </a:cubicBezTo>
                    <a:cubicBezTo>
                      <a:pt x="16176" y="0"/>
                      <a:pt x="0" y="14375"/>
                      <a:pt x="0" y="31945"/>
                    </a:cubicBezTo>
                    <a:cubicBezTo>
                      <a:pt x="0" y="49515"/>
                      <a:pt x="16176" y="63890"/>
                      <a:pt x="36023" y="6389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9" name="Google Shape;1289;p30"/>
              <p:cNvSpPr/>
              <p:nvPr/>
            </p:nvSpPr>
            <p:spPr>
              <a:xfrm flipH="1">
                <a:off x="7950790" y="3731353"/>
                <a:ext cx="160663" cy="142475"/>
              </a:xfrm>
              <a:custGeom>
                <a:avLst/>
                <a:gdLst/>
                <a:ahLst/>
                <a:cxnLst/>
                <a:rect l="l" t="t" r="r" b="b"/>
                <a:pathLst>
                  <a:path w="72046" h="63890" extrusionOk="0">
                    <a:moveTo>
                      <a:pt x="36023" y="63890"/>
                    </a:moveTo>
                    <a:cubicBezTo>
                      <a:pt x="55870" y="63890"/>
                      <a:pt x="72046" y="49549"/>
                      <a:pt x="72046" y="31945"/>
                    </a:cubicBezTo>
                    <a:cubicBezTo>
                      <a:pt x="72046" y="14341"/>
                      <a:pt x="55870" y="0"/>
                      <a:pt x="36023" y="0"/>
                    </a:cubicBezTo>
                    <a:cubicBezTo>
                      <a:pt x="16176" y="0"/>
                      <a:pt x="0" y="14341"/>
                      <a:pt x="0" y="31945"/>
                    </a:cubicBezTo>
                    <a:cubicBezTo>
                      <a:pt x="0" y="49549"/>
                      <a:pt x="16176" y="63890"/>
                      <a:pt x="36023" y="6389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290" name="Google Shape;1290;p30"/>
              <p:cNvGrpSpPr/>
              <p:nvPr/>
            </p:nvGrpSpPr>
            <p:grpSpPr>
              <a:xfrm flipH="1">
                <a:off x="7063250" y="1284726"/>
                <a:ext cx="506187" cy="975768"/>
                <a:chOff x="4380117" y="1824165"/>
                <a:chExt cx="226939" cy="437466"/>
              </a:xfrm>
            </p:grpSpPr>
            <p:sp>
              <p:nvSpPr>
                <p:cNvPr id="1291" name="Google Shape;1291;p30"/>
                <p:cNvSpPr/>
                <p:nvPr/>
              </p:nvSpPr>
              <p:spPr>
                <a:xfrm>
                  <a:off x="4469971" y="2216942"/>
                  <a:ext cx="57501" cy="446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501" h="44689" extrusionOk="0">
                      <a:moveTo>
                        <a:pt x="57501" y="0"/>
                      </a:moveTo>
                      <a:lnTo>
                        <a:pt x="0" y="0"/>
                      </a:lnTo>
                      <a:lnTo>
                        <a:pt x="18487" y="44689"/>
                      </a:lnTo>
                      <a:lnTo>
                        <a:pt x="38776" y="44689"/>
                      </a:lnTo>
                      <a:lnTo>
                        <a:pt x="5750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2" name="Google Shape;1292;p30"/>
                <p:cNvSpPr/>
                <p:nvPr/>
              </p:nvSpPr>
              <p:spPr>
                <a:xfrm>
                  <a:off x="4496614" y="2025306"/>
                  <a:ext cx="110442" cy="191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42" h="191602" extrusionOk="0">
                      <a:moveTo>
                        <a:pt x="48054" y="0"/>
                      </a:moveTo>
                      <a:cubicBezTo>
                        <a:pt x="48054" y="0"/>
                        <a:pt x="106234" y="59574"/>
                        <a:pt x="110279" y="62973"/>
                      </a:cubicBezTo>
                      <a:cubicBezTo>
                        <a:pt x="114323" y="66337"/>
                        <a:pt x="41937" y="191603"/>
                        <a:pt x="41937" y="191603"/>
                      </a:cubicBezTo>
                      <a:lnTo>
                        <a:pt x="0" y="191603"/>
                      </a:lnTo>
                      <a:lnTo>
                        <a:pt x="0" y="8564"/>
                      </a:lnTo>
                      <a:lnTo>
                        <a:pt x="480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3" name="Google Shape;1293;p30"/>
                <p:cNvSpPr/>
                <p:nvPr/>
              </p:nvSpPr>
              <p:spPr>
                <a:xfrm>
                  <a:off x="4388719" y="2025306"/>
                  <a:ext cx="110410" cy="191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10" h="191602" extrusionOk="0">
                      <a:moveTo>
                        <a:pt x="62391" y="0"/>
                      </a:moveTo>
                      <a:cubicBezTo>
                        <a:pt x="62391" y="0"/>
                        <a:pt x="4210" y="59574"/>
                        <a:pt x="166" y="62973"/>
                      </a:cubicBezTo>
                      <a:cubicBezTo>
                        <a:pt x="-3912" y="66337"/>
                        <a:pt x="68474" y="191603"/>
                        <a:pt x="68474" y="191603"/>
                      </a:cubicBezTo>
                      <a:lnTo>
                        <a:pt x="110410" y="191603"/>
                      </a:lnTo>
                      <a:lnTo>
                        <a:pt x="110410" y="8564"/>
                      </a:lnTo>
                      <a:lnTo>
                        <a:pt x="623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4" name="Google Shape;1294;p30"/>
                <p:cNvSpPr/>
                <p:nvPr/>
              </p:nvSpPr>
              <p:spPr>
                <a:xfrm>
                  <a:off x="4381340" y="1840704"/>
                  <a:ext cx="156938" cy="1811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938" h="181135" extrusionOk="0">
                      <a:moveTo>
                        <a:pt x="0" y="0"/>
                      </a:moveTo>
                      <a:lnTo>
                        <a:pt x="20152" y="0"/>
                      </a:lnTo>
                      <a:cubicBezTo>
                        <a:pt x="95359" y="0"/>
                        <a:pt x="156939" y="61545"/>
                        <a:pt x="156939" y="136786"/>
                      </a:cubicBezTo>
                      <a:lnTo>
                        <a:pt x="156939" y="181136"/>
                      </a:lnTo>
                      <a:lnTo>
                        <a:pt x="82309" y="181136"/>
                      </a:lnTo>
                      <a:lnTo>
                        <a:pt x="82309" y="162478"/>
                      </a:lnTo>
                      <a:cubicBezTo>
                        <a:pt x="82309" y="94646"/>
                        <a:pt x="48733" y="70143"/>
                        <a:pt x="34" y="71741"/>
                      </a:cubicBezTo>
                      <a:lnTo>
                        <a:pt x="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5" name="Google Shape;1295;p30"/>
                <p:cNvSpPr/>
                <p:nvPr/>
              </p:nvSpPr>
              <p:spPr>
                <a:xfrm>
                  <a:off x="4432079" y="2021024"/>
                  <a:ext cx="132436" cy="23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436" h="23721" extrusionOk="0">
                      <a:moveTo>
                        <a:pt x="0" y="23721"/>
                      </a:moveTo>
                      <a:lnTo>
                        <a:pt x="0" y="11861"/>
                      </a:lnTo>
                      <a:cubicBezTo>
                        <a:pt x="0" y="5336"/>
                        <a:pt x="5336" y="0"/>
                        <a:pt x="11860" y="0"/>
                      </a:cubicBezTo>
                      <a:lnTo>
                        <a:pt x="120576" y="0"/>
                      </a:lnTo>
                      <a:cubicBezTo>
                        <a:pt x="127101" y="0"/>
                        <a:pt x="132436" y="5336"/>
                        <a:pt x="132436" y="11861"/>
                      </a:cubicBezTo>
                      <a:lnTo>
                        <a:pt x="132436" y="23721"/>
                      </a:lnTo>
                      <a:lnTo>
                        <a:pt x="0" y="2372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6" name="Google Shape;1296;p30"/>
                <p:cNvSpPr/>
                <p:nvPr/>
              </p:nvSpPr>
              <p:spPr>
                <a:xfrm>
                  <a:off x="4493284" y="2021024"/>
                  <a:ext cx="71230" cy="23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230" h="23721" extrusionOk="0">
                      <a:moveTo>
                        <a:pt x="0" y="0"/>
                      </a:moveTo>
                      <a:lnTo>
                        <a:pt x="59370" y="0"/>
                      </a:lnTo>
                      <a:cubicBezTo>
                        <a:pt x="65895" y="0"/>
                        <a:pt x="71231" y="5336"/>
                        <a:pt x="71231" y="11861"/>
                      </a:cubicBezTo>
                      <a:lnTo>
                        <a:pt x="71231" y="23721"/>
                      </a:lnTo>
                      <a:lnTo>
                        <a:pt x="0" y="2372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7" name="Google Shape;1297;p30"/>
                <p:cNvSpPr/>
                <p:nvPr/>
              </p:nvSpPr>
              <p:spPr>
                <a:xfrm>
                  <a:off x="4453489" y="2009877"/>
                  <a:ext cx="99131" cy="11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31" h="11248" extrusionOk="0">
                      <a:moveTo>
                        <a:pt x="93524" y="0"/>
                      </a:moveTo>
                      <a:lnTo>
                        <a:pt x="5607" y="0"/>
                      </a:lnTo>
                      <a:cubicBezTo>
                        <a:pt x="2515" y="0"/>
                        <a:pt x="0" y="2515"/>
                        <a:pt x="0" y="5607"/>
                      </a:cubicBezTo>
                      <a:lnTo>
                        <a:pt x="0" y="5607"/>
                      </a:lnTo>
                      <a:cubicBezTo>
                        <a:pt x="0" y="8700"/>
                        <a:pt x="2515" y="11249"/>
                        <a:pt x="5607" y="11249"/>
                      </a:cubicBezTo>
                      <a:lnTo>
                        <a:pt x="93524" y="11249"/>
                      </a:lnTo>
                      <a:cubicBezTo>
                        <a:pt x="96617" y="11249"/>
                        <a:pt x="99131" y="8700"/>
                        <a:pt x="99131" y="5607"/>
                      </a:cubicBezTo>
                      <a:lnTo>
                        <a:pt x="99131" y="5607"/>
                      </a:lnTo>
                      <a:cubicBezTo>
                        <a:pt x="99131" y="2515"/>
                        <a:pt x="96583" y="0"/>
                        <a:pt x="935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8" name="Google Shape;1298;p30"/>
                <p:cNvSpPr/>
                <p:nvPr/>
              </p:nvSpPr>
              <p:spPr>
                <a:xfrm>
                  <a:off x="4451585" y="1992137"/>
                  <a:ext cx="99199" cy="11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99" h="11248" extrusionOk="0">
                      <a:moveTo>
                        <a:pt x="93558" y="34"/>
                      </a:moveTo>
                      <a:lnTo>
                        <a:pt x="5641" y="34"/>
                      </a:lnTo>
                      <a:cubicBezTo>
                        <a:pt x="2549" y="34"/>
                        <a:pt x="0" y="2549"/>
                        <a:pt x="0" y="5641"/>
                      </a:cubicBezTo>
                      <a:lnTo>
                        <a:pt x="0" y="5641"/>
                      </a:lnTo>
                      <a:cubicBezTo>
                        <a:pt x="0" y="8734"/>
                        <a:pt x="2549" y="11249"/>
                        <a:pt x="5641" y="11249"/>
                      </a:cubicBezTo>
                      <a:lnTo>
                        <a:pt x="93558" y="11249"/>
                      </a:lnTo>
                      <a:cubicBezTo>
                        <a:pt x="96651" y="11249"/>
                        <a:pt x="99200" y="8700"/>
                        <a:pt x="99200" y="5607"/>
                      </a:cubicBezTo>
                      <a:lnTo>
                        <a:pt x="99200" y="5607"/>
                      </a:lnTo>
                      <a:cubicBezTo>
                        <a:pt x="99200" y="2515"/>
                        <a:pt x="96685" y="0"/>
                        <a:pt x="9355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9" name="Google Shape;1299;p30"/>
                <p:cNvSpPr/>
                <p:nvPr/>
              </p:nvSpPr>
              <p:spPr>
                <a:xfrm>
                  <a:off x="4449751" y="1974466"/>
                  <a:ext cx="99165" cy="11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65" h="11214" extrusionOk="0">
                      <a:moveTo>
                        <a:pt x="93524" y="0"/>
                      </a:moveTo>
                      <a:lnTo>
                        <a:pt x="5607" y="0"/>
                      </a:lnTo>
                      <a:cubicBezTo>
                        <a:pt x="2515" y="0"/>
                        <a:pt x="0" y="2515"/>
                        <a:pt x="0" y="5607"/>
                      </a:cubicBezTo>
                      <a:lnTo>
                        <a:pt x="0" y="5607"/>
                      </a:lnTo>
                      <a:cubicBezTo>
                        <a:pt x="0" y="8700"/>
                        <a:pt x="2515" y="11215"/>
                        <a:pt x="5607" y="11215"/>
                      </a:cubicBezTo>
                      <a:lnTo>
                        <a:pt x="93524" y="11215"/>
                      </a:lnTo>
                      <a:cubicBezTo>
                        <a:pt x="96617" y="11215"/>
                        <a:pt x="99165" y="8666"/>
                        <a:pt x="99165" y="5607"/>
                      </a:cubicBezTo>
                      <a:lnTo>
                        <a:pt x="99165" y="5607"/>
                      </a:lnTo>
                      <a:cubicBezTo>
                        <a:pt x="99165" y="2515"/>
                        <a:pt x="96651" y="0"/>
                        <a:pt x="935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0" name="Google Shape;1300;p30"/>
                <p:cNvSpPr/>
                <p:nvPr/>
              </p:nvSpPr>
              <p:spPr>
                <a:xfrm>
                  <a:off x="4447881" y="1956760"/>
                  <a:ext cx="99131" cy="11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31" h="11214" extrusionOk="0">
                      <a:moveTo>
                        <a:pt x="93524" y="0"/>
                      </a:moveTo>
                      <a:lnTo>
                        <a:pt x="5607" y="0"/>
                      </a:lnTo>
                      <a:cubicBezTo>
                        <a:pt x="2515" y="0"/>
                        <a:pt x="0" y="2515"/>
                        <a:pt x="0" y="5607"/>
                      </a:cubicBezTo>
                      <a:lnTo>
                        <a:pt x="0" y="5607"/>
                      </a:lnTo>
                      <a:cubicBezTo>
                        <a:pt x="0" y="8700"/>
                        <a:pt x="2549" y="11215"/>
                        <a:pt x="5607" y="11215"/>
                      </a:cubicBezTo>
                      <a:lnTo>
                        <a:pt x="93524" y="11215"/>
                      </a:lnTo>
                      <a:cubicBezTo>
                        <a:pt x="96617" y="11215"/>
                        <a:pt x="99132" y="8700"/>
                        <a:pt x="99132" y="5607"/>
                      </a:cubicBezTo>
                      <a:lnTo>
                        <a:pt x="99132" y="5607"/>
                      </a:lnTo>
                      <a:cubicBezTo>
                        <a:pt x="99132" y="2515"/>
                        <a:pt x="96617" y="0"/>
                        <a:pt x="935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1" name="Google Shape;1301;p30"/>
                <p:cNvSpPr/>
                <p:nvPr/>
              </p:nvSpPr>
              <p:spPr>
                <a:xfrm>
                  <a:off x="4446074" y="1936907"/>
                  <a:ext cx="99074" cy="15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74" h="15507" extrusionOk="0">
                      <a:moveTo>
                        <a:pt x="93156" y="6"/>
                      </a:moveTo>
                      <a:lnTo>
                        <a:pt x="5341" y="4288"/>
                      </a:lnTo>
                      <a:cubicBezTo>
                        <a:pt x="2249" y="4424"/>
                        <a:pt x="-130" y="7074"/>
                        <a:pt x="6" y="10167"/>
                      </a:cubicBezTo>
                      <a:lnTo>
                        <a:pt x="6" y="10167"/>
                      </a:lnTo>
                      <a:cubicBezTo>
                        <a:pt x="142" y="13259"/>
                        <a:pt x="2792" y="15638"/>
                        <a:pt x="5885" y="15502"/>
                      </a:cubicBezTo>
                      <a:lnTo>
                        <a:pt x="93734" y="11220"/>
                      </a:lnTo>
                      <a:cubicBezTo>
                        <a:pt x="96826" y="11084"/>
                        <a:pt x="99205" y="8434"/>
                        <a:pt x="99069" y="5341"/>
                      </a:cubicBezTo>
                      <a:lnTo>
                        <a:pt x="99069" y="5341"/>
                      </a:lnTo>
                      <a:cubicBezTo>
                        <a:pt x="98899" y="2249"/>
                        <a:pt x="96283" y="-130"/>
                        <a:pt x="93190" y="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2" name="Google Shape;1302;p30"/>
                <p:cNvSpPr/>
                <p:nvPr/>
              </p:nvSpPr>
              <p:spPr>
                <a:xfrm>
                  <a:off x="4437315" y="1910952"/>
                  <a:ext cx="97595" cy="2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595" h="27725" extrusionOk="0">
                      <a:moveTo>
                        <a:pt x="90939" y="99"/>
                      </a:moveTo>
                      <a:lnTo>
                        <a:pt x="4551" y="16582"/>
                      </a:lnTo>
                      <a:cubicBezTo>
                        <a:pt x="1526" y="17159"/>
                        <a:pt x="-479" y="20116"/>
                        <a:pt x="99" y="23175"/>
                      </a:cubicBezTo>
                      <a:lnTo>
                        <a:pt x="99" y="23175"/>
                      </a:lnTo>
                      <a:cubicBezTo>
                        <a:pt x="677" y="26199"/>
                        <a:pt x="3633" y="28204"/>
                        <a:pt x="6658" y="27626"/>
                      </a:cubicBezTo>
                      <a:lnTo>
                        <a:pt x="93012" y="11110"/>
                      </a:lnTo>
                      <a:cubicBezTo>
                        <a:pt x="96036" y="10532"/>
                        <a:pt x="98075" y="7576"/>
                        <a:pt x="97498" y="4551"/>
                      </a:cubicBezTo>
                      <a:lnTo>
                        <a:pt x="97498" y="4551"/>
                      </a:lnTo>
                      <a:cubicBezTo>
                        <a:pt x="96920" y="1526"/>
                        <a:pt x="93963" y="-478"/>
                        <a:pt x="90939" y="9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3" name="Google Shape;1303;p30"/>
                <p:cNvSpPr/>
                <p:nvPr/>
              </p:nvSpPr>
              <p:spPr>
                <a:xfrm>
                  <a:off x="4429531" y="1882948"/>
                  <a:ext cx="90598" cy="49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598" h="49035" extrusionOk="0">
                      <a:moveTo>
                        <a:pt x="82580" y="542"/>
                      </a:moveTo>
                      <a:lnTo>
                        <a:pt x="3193" y="38366"/>
                      </a:lnTo>
                      <a:cubicBezTo>
                        <a:pt x="406" y="39692"/>
                        <a:pt x="-783" y="43056"/>
                        <a:pt x="542" y="45843"/>
                      </a:cubicBezTo>
                      <a:lnTo>
                        <a:pt x="542" y="45843"/>
                      </a:lnTo>
                      <a:cubicBezTo>
                        <a:pt x="1867" y="48630"/>
                        <a:pt x="5232" y="49819"/>
                        <a:pt x="8018" y="48494"/>
                      </a:cubicBezTo>
                      <a:lnTo>
                        <a:pt x="87405" y="10669"/>
                      </a:lnTo>
                      <a:cubicBezTo>
                        <a:pt x="90192" y="9344"/>
                        <a:pt x="91382" y="5980"/>
                        <a:pt x="90056" y="3193"/>
                      </a:cubicBezTo>
                      <a:lnTo>
                        <a:pt x="90056" y="3193"/>
                      </a:lnTo>
                      <a:cubicBezTo>
                        <a:pt x="88731" y="406"/>
                        <a:pt x="85332" y="-783"/>
                        <a:pt x="82546" y="542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4" name="Google Shape;1304;p30"/>
                <p:cNvSpPr/>
                <p:nvPr/>
              </p:nvSpPr>
              <p:spPr>
                <a:xfrm>
                  <a:off x="4422838" y="1855265"/>
                  <a:ext cx="71972" cy="7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972" h="74814" extrusionOk="0">
                      <a:moveTo>
                        <a:pt x="62324" y="1718"/>
                      </a:moveTo>
                      <a:lnTo>
                        <a:pt x="1560" y="65302"/>
                      </a:lnTo>
                      <a:cubicBezTo>
                        <a:pt x="-581" y="67545"/>
                        <a:pt x="-513" y="71113"/>
                        <a:pt x="1730" y="73254"/>
                      </a:cubicBezTo>
                      <a:lnTo>
                        <a:pt x="1730" y="73254"/>
                      </a:lnTo>
                      <a:cubicBezTo>
                        <a:pt x="3973" y="75395"/>
                        <a:pt x="7541" y="75327"/>
                        <a:pt x="9682" y="73085"/>
                      </a:cubicBezTo>
                      <a:lnTo>
                        <a:pt x="70412" y="9500"/>
                      </a:lnTo>
                      <a:cubicBezTo>
                        <a:pt x="72553" y="7257"/>
                        <a:pt x="72485" y="3689"/>
                        <a:pt x="70242" y="1548"/>
                      </a:cubicBezTo>
                      <a:lnTo>
                        <a:pt x="70242" y="1548"/>
                      </a:lnTo>
                      <a:cubicBezTo>
                        <a:pt x="67999" y="-593"/>
                        <a:pt x="64431" y="-491"/>
                        <a:pt x="62324" y="171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5" name="Google Shape;1305;p30"/>
                <p:cNvSpPr/>
                <p:nvPr/>
              </p:nvSpPr>
              <p:spPr>
                <a:xfrm>
                  <a:off x="4416185" y="1835374"/>
                  <a:ext cx="45386" cy="922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86" h="92221" extrusionOk="0">
                      <a:moveTo>
                        <a:pt x="34619" y="3427"/>
                      </a:moveTo>
                      <a:lnTo>
                        <a:pt x="431" y="84445"/>
                      </a:lnTo>
                      <a:cubicBezTo>
                        <a:pt x="-758" y="87299"/>
                        <a:pt x="601" y="90596"/>
                        <a:pt x="3422" y="91785"/>
                      </a:cubicBezTo>
                      <a:lnTo>
                        <a:pt x="3422" y="91785"/>
                      </a:lnTo>
                      <a:cubicBezTo>
                        <a:pt x="6277" y="92975"/>
                        <a:pt x="9573" y="91649"/>
                        <a:pt x="10762" y="88795"/>
                      </a:cubicBezTo>
                      <a:lnTo>
                        <a:pt x="44951" y="7777"/>
                      </a:lnTo>
                      <a:cubicBezTo>
                        <a:pt x="46140" y="4956"/>
                        <a:pt x="44815" y="1625"/>
                        <a:pt x="41960" y="436"/>
                      </a:cubicBezTo>
                      <a:lnTo>
                        <a:pt x="41960" y="436"/>
                      </a:lnTo>
                      <a:cubicBezTo>
                        <a:pt x="39105" y="-753"/>
                        <a:pt x="35809" y="572"/>
                        <a:pt x="34585" y="342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6" name="Google Shape;1306;p30"/>
                <p:cNvSpPr/>
                <p:nvPr/>
              </p:nvSpPr>
              <p:spPr>
                <a:xfrm>
                  <a:off x="4407685" y="1824165"/>
                  <a:ext cx="19556" cy="98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56" h="98768" extrusionOk="0">
                      <a:moveTo>
                        <a:pt x="8354" y="5086"/>
                      </a:moveTo>
                      <a:lnTo>
                        <a:pt x="28" y="92629"/>
                      </a:lnTo>
                      <a:cubicBezTo>
                        <a:pt x="-279" y="95722"/>
                        <a:pt x="1999" y="98440"/>
                        <a:pt x="5091" y="98746"/>
                      </a:cubicBezTo>
                      <a:lnTo>
                        <a:pt x="5091" y="98746"/>
                      </a:lnTo>
                      <a:cubicBezTo>
                        <a:pt x="8149" y="99018"/>
                        <a:pt x="10902" y="96775"/>
                        <a:pt x="11208" y="93683"/>
                      </a:cubicBezTo>
                      <a:lnTo>
                        <a:pt x="19534" y="6140"/>
                      </a:lnTo>
                      <a:cubicBezTo>
                        <a:pt x="19806" y="3047"/>
                        <a:pt x="17563" y="294"/>
                        <a:pt x="14471" y="22"/>
                      </a:cubicBezTo>
                      <a:lnTo>
                        <a:pt x="14471" y="22"/>
                      </a:lnTo>
                      <a:cubicBezTo>
                        <a:pt x="11378" y="-250"/>
                        <a:pt x="8625" y="1993"/>
                        <a:pt x="8320" y="508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7" name="Google Shape;1307;p30"/>
                <p:cNvSpPr/>
                <p:nvPr/>
              </p:nvSpPr>
              <p:spPr>
                <a:xfrm>
                  <a:off x="4380117" y="1825037"/>
                  <a:ext cx="11486" cy="991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86" h="99165" extrusionOk="0">
                      <a:moveTo>
                        <a:pt x="238" y="5607"/>
                      </a:moveTo>
                      <a:lnTo>
                        <a:pt x="0" y="93524"/>
                      </a:lnTo>
                      <a:cubicBezTo>
                        <a:pt x="0" y="96617"/>
                        <a:pt x="2515" y="99166"/>
                        <a:pt x="5607" y="99166"/>
                      </a:cubicBezTo>
                      <a:lnTo>
                        <a:pt x="5607" y="99166"/>
                      </a:lnTo>
                      <a:cubicBezTo>
                        <a:pt x="8700" y="99166"/>
                        <a:pt x="11249" y="96651"/>
                        <a:pt x="11249" y="93558"/>
                      </a:cubicBezTo>
                      <a:lnTo>
                        <a:pt x="11486" y="5641"/>
                      </a:lnTo>
                      <a:cubicBezTo>
                        <a:pt x="11486" y="2549"/>
                        <a:pt x="8971" y="34"/>
                        <a:pt x="5879" y="0"/>
                      </a:cubicBezTo>
                      <a:lnTo>
                        <a:pt x="5879" y="0"/>
                      </a:lnTo>
                      <a:cubicBezTo>
                        <a:pt x="2787" y="0"/>
                        <a:pt x="272" y="2515"/>
                        <a:pt x="238" y="560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1308" name="Google Shape;1308;p30"/>
              <p:cNvGrpSpPr/>
              <p:nvPr/>
            </p:nvGrpSpPr>
            <p:grpSpPr>
              <a:xfrm flipH="1">
                <a:off x="8101743" y="3785367"/>
                <a:ext cx="1282941" cy="330190"/>
                <a:chOff x="2195175" y="2564277"/>
                <a:chExt cx="575181" cy="148034"/>
              </a:xfrm>
            </p:grpSpPr>
            <p:sp>
              <p:nvSpPr>
                <p:cNvPr id="1309" name="Google Shape;1309;p30"/>
                <p:cNvSpPr/>
                <p:nvPr/>
              </p:nvSpPr>
              <p:spPr>
                <a:xfrm>
                  <a:off x="2692873" y="2596358"/>
                  <a:ext cx="63822" cy="79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7982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79829"/>
                      </a:lnTo>
                      <a:lnTo>
                        <a:pt x="0" y="798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0" name="Google Shape;1310;p30"/>
                <p:cNvSpPr/>
                <p:nvPr/>
              </p:nvSpPr>
              <p:spPr>
                <a:xfrm>
                  <a:off x="2692873" y="2606622"/>
                  <a:ext cx="63822" cy="11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11384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11385"/>
                      </a:lnTo>
                      <a:lnTo>
                        <a:pt x="0" y="11385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1" name="Google Shape;1311;p30"/>
                <p:cNvSpPr/>
                <p:nvPr/>
              </p:nvSpPr>
              <p:spPr>
                <a:xfrm>
                  <a:off x="2744731" y="2566146"/>
                  <a:ext cx="25624" cy="14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4" h="143107" extrusionOk="0">
                      <a:moveTo>
                        <a:pt x="25624" y="0"/>
                      </a:moveTo>
                      <a:lnTo>
                        <a:pt x="12812" y="0"/>
                      </a:lnTo>
                      <a:cubicBezTo>
                        <a:pt x="5777" y="0"/>
                        <a:pt x="0" y="5777"/>
                        <a:pt x="0" y="12812"/>
                      </a:cubicBezTo>
                      <a:lnTo>
                        <a:pt x="0" y="130295"/>
                      </a:lnTo>
                      <a:cubicBezTo>
                        <a:pt x="0" y="137330"/>
                        <a:pt x="5777" y="143107"/>
                        <a:pt x="12812" y="143107"/>
                      </a:cubicBezTo>
                      <a:lnTo>
                        <a:pt x="25624" y="143107"/>
                      </a:lnTo>
                      <a:lnTo>
                        <a:pt x="256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2" name="Google Shape;1312;p30"/>
                <p:cNvSpPr/>
                <p:nvPr/>
              </p:nvSpPr>
              <p:spPr>
                <a:xfrm>
                  <a:off x="2744731" y="2632280"/>
                  <a:ext cx="25624" cy="76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4" h="76974" extrusionOk="0">
                      <a:moveTo>
                        <a:pt x="0" y="0"/>
                      </a:moveTo>
                      <a:lnTo>
                        <a:pt x="0" y="64162"/>
                      </a:lnTo>
                      <a:cubicBezTo>
                        <a:pt x="0" y="71197"/>
                        <a:pt x="5777" y="76974"/>
                        <a:pt x="12812" y="76974"/>
                      </a:cubicBezTo>
                      <a:lnTo>
                        <a:pt x="25624" y="76974"/>
                      </a:lnTo>
                      <a:lnTo>
                        <a:pt x="2562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3" name="Google Shape;1313;p30"/>
                <p:cNvSpPr/>
                <p:nvPr/>
              </p:nvSpPr>
              <p:spPr>
                <a:xfrm>
                  <a:off x="2272625" y="2564277"/>
                  <a:ext cx="423680" cy="1480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680" h="148034" extrusionOk="0">
                      <a:moveTo>
                        <a:pt x="14341" y="0"/>
                      </a:moveTo>
                      <a:lnTo>
                        <a:pt x="409339" y="0"/>
                      </a:lnTo>
                      <a:cubicBezTo>
                        <a:pt x="417257" y="0"/>
                        <a:pt x="423680" y="6661"/>
                        <a:pt x="423680" y="14783"/>
                      </a:cubicBezTo>
                      <a:lnTo>
                        <a:pt x="423680" y="133252"/>
                      </a:lnTo>
                      <a:cubicBezTo>
                        <a:pt x="423680" y="141408"/>
                        <a:pt x="417257" y="148035"/>
                        <a:pt x="409339" y="148035"/>
                      </a:cubicBezTo>
                      <a:lnTo>
                        <a:pt x="14341" y="148035"/>
                      </a:lnTo>
                      <a:cubicBezTo>
                        <a:pt x="6457" y="148035"/>
                        <a:pt x="0" y="141374"/>
                        <a:pt x="0" y="133252"/>
                      </a:cubicBezTo>
                      <a:lnTo>
                        <a:pt x="0" y="14783"/>
                      </a:lnTo>
                      <a:cubicBezTo>
                        <a:pt x="0" y="6661"/>
                        <a:pt x="6457" y="0"/>
                        <a:pt x="1434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4" name="Google Shape;1314;p30"/>
                <p:cNvSpPr/>
                <p:nvPr/>
              </p:nvSpPr>
              <p:spPr>
                <a:xfrm>
                  <a:off x="2285267" y="2573283"/>
                  <a:ext cx="397954" cy="130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954" h="130295" extrusionOk="0">
                      <a:moveTo>
                        <a:pt x="12608" y="0"/>
                      </a:moveTo>
                      <a:lnTo>
                        <a:pt x="385312" y="0"/>
                      </a:lnTo>
                      <a:cubicBezTo>
                        <a:pt x="392245" y="0"/>
                        <a:pt x="397954" y="5845"/>
                        <a:pt x="397954" y="13016"/>
                      </a:cubicBezTo>
                      <a:lnTo>
                        <a:pt x="397954" y="117279"/>
                      </a:lnTo>
                      <a:cubicBezTo>
                        <a:pt x="397954" y="124416"/>
                        <a:pt x="392245" y="130295"/>
                        <a:pt x="385312" y="130295"/>
                      </a:cubicBezTo>
                      <a:lnTo>
                        <a:pt x="12608" y="130295"/>
                      </a:lnTo>
                      <a:cubicBezTo>
                        <a:pt x="5675" y="130295"/>
                        <a:pt x="0" y="124416"/>
                        <a:pt x="0" y="117279"/>
                      </a:cubicBezTo>
                      <a:lnTo>
                        <a:pt x="0" y="13016"/>
                      </a:lnTo>
                      <a:cubicBezTo>
                        <a:pt x="0" y="5845"/>
                        <a:pt x="5675" y="0"/>
                        <a:pt x="12608" y="0"/>
                      </a:cubicBez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grpSp>
              <p:nvGrpSpPr>
                <p:cNvPr id="1315" name="Google Shape;1315;p30"/>
                <p:cNvGrpSpPr/>
                <p:nvPr/>
              </p:nvGrpSpPr>
              <p:grpSpPr>
                <a:xfrm>
                  <a:off x="2445264" y="2583716"/>
                  <a:ext cx="207540" cy="106166"/>
                  <a:chOff x="2445264" y="2583716"/>
                  <a:chExt cx="207540" cy="106166"/>
                </a:xfrm>
              </p:grpSpPr>
              <p:sp>
                <p:nvSpPr>
                  <p:cNvPr id="1316" name="Google Shape;1316;p30"/>
                  <p:cNvSpPr/>
                  <p:nvPr/>
                </p:nvSpPr>
                <p:spPr>
                  <a:xfrm>
                    <a:off x="2445264" y="2628813"/>
                    <a:ext cx="53694" cy="20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694" h="20900" extrusionOk="0">
                        <a:moveTo>
                          <a:pt x="0" y="0"/>
                        </a:moveTo>
                        <a:lnTo>
                          <a:pt x="53695" y="0"/>
                        </a:lnTo>
                        <a:lnTo>
                          <a:pt x="53695" y="20900"/>
                        </a:lnTo>
                        <a:lnTo>
                          <a:pt x="0" y="2090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17" name="Google Shape;1317;p30"/>
                  <p:cNvSpPr/>
                  <p:nvPr/>
                </p:nvSpPr>
                <p:spPr>
                  <a:xfrm>
                    <a:off x="2599110" y="2627216"/>
                    <a:ext cx="53694" cy="20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694" h="20900" extrusionOk="0">
                        <a:moveTo>
                          <a:pt x="0" y="0"/>
                        </a:moveTo>
                        <a:lnTo>
                          <a:pt x="53695" y="0"/>
                        </a:lnTo>
                        <a:lnTo>
                          <a:pt x="53695" y="20900"/>
                        </a:lnTo>
                        <a:lnTo>
                          <a:pt x="0" y="2090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18" name="Google Shape;1318;p30"/>
                  <p:cNvSpPr/>
                  <p:nvPr/>
                </p:nvSpPr>
                <p:spPr>
                  <a:xfrm>
                    <a:off x="2494643" y="2583716"/>
                    <a:ext cx="106166" cy="1061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166" h="106166" extrusionOk="0">
                        <a:moveTo>
                          <a:pt x="53083" y="106166"/>
                        </a:moveTo>
                        <a:cubicBezTo>
                          <a:pt x="82309" y="106166"/>
                          <a:pt x="106166" y="82309"/>
                          <a:pt x="106166" y="53083"/>
                        </a:cubicBezTo>
                        <a:cubicBezTo>
                          <a:pt x="106166" y="23857"/>
                          <a:pt x="82309" y="0"/>
                          <a:pt x="53083" y="0"/>
                        </a:cubicBezTo>
                        <a:cubicBezTo>
                          <a:pt x="23857" y="0"/>
                          <a:pt x="0" y="23857"/>
                          <a:pt x="0" y="53083"/>
                        </a:cubicBezTo>
                        <a:cubicBezTo>
                          <a:pt x="0" y="82309"/>
                          <a:pt x="23823" y="106166"/>
                          <a:pt x="53083" y="106166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19" name="Google Shape;1319;p30"/>
                  <p:cNvSpPr/>
                  <p:nvPr/>
                </p:nvSpPr>
                <p:spPr>
                  <a:xfrm>
                    <a:off x="2503037" y="2592110"/>
                    <a:ext cx="89378" cy="893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378" h="89378" extrusionOk="0">
                        <a:moveTo>
                          <a:pt x="44689" y="89378"/>
                        </a:moveTo>
                        <a:cubicBezTo>
                          <a:pt x="69328" y="89378"/>
                          <a:pt x="89378" y="69294"/>
                          <a:pt x="89378" y="44689"/>
                        </a:cubicBezTo>
                        <a:cubicBezTo>
                          <a:pt x="89378" y="20085"/>
                          <a:pt x="69294" y="0"/>
                          <a:pt x="44689" y="0"/>
                        </a:cubicBezTo>
                        <a:cubicBezTo>
                          <a:pt x="20085" y="0"/>
                          <a:pt x="0" y="20085"/>
                          <a:pt x="0" y="44689"/>
                        </a:cubicBezTo>
                        <a:cubicBezTo>
                          <a:pt x="0" y="69294"/>
                          <a:pt x="20085" y="89378"/>
                          <a:pt x="44689" y="8937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0" name="Google Shape;1320;p30"/>
                  <p:cNvSpPr/>
                  <p:nvPr/>
                </p:nvSpPr>
                <p:spPr>
                  <a:xfrm>
                    <a:off x="2503037" y="2592110"/>
                    <a:ext cx="89378" cy="463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378" h="46388" extrusionOk="0">
                        <a:moveTo>
                          <a:pt x="44689" y="0"/>
                        </a:moveTo>
                        <a:cubicBezTo>
                          <a:pt x="69362" y="0"/>
                          <a:pt x="89378" y="20017"/>
                          <a:pt x="89378" y="44689"/>
                        </a:cubicBezTo>
                        <a:cubicBezTo>
                          <a:pt x="89378" y="45267"/>
                          <a:pt x="89378" y="45811"/>
                          <a:pt x="89310" y="46388"/>
                        </a:cubicBezTo>
                        <a:lnTo>
                          <a:pt x="34" y="46388"/>
                        </a:lnTo>
                        <a:cubicBezTo>
                          <a:pt x="34" y="45811"/>
                          <a:pt x="0" y="45267"/>
                          <a:pt x="0" y="44689"/>
                        </a:cubicBezTo>
                        <a:cubicBezTo>
                          <a:pt x="0" y="20017"/>
                          <a:pt x="20017" y="0"/>
                          <a:pt x="44689" y="0"/>
                        </a:cubicBezTo>
                        <a:close/>
                      </a:path>
                    </a:pathLst>
                  </a:custGeom>
                  <a:solidFill>
                    <a:srgbClr val="74D9E8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1" name="Google Shape;1321;p30"/>
                  <p:cNvSpPr/>
                  <p:nvPr/>
                </p:nvSpPr>
                <p:spPr>
                  <a:xfrm>
                    <a:off x="2546877" y="2599961"/>
                    <a:ext cx="46223" cy="379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223" h="37994" extrusionOk="0">
                        <a:moveTo>
                          <a:pt x="42004" y="18318"/>
                        </a:moveTo>
                        <a:cubicBezTo>
                          <a:pt x="44961" y="24673"/>
                          <a:pt x="46320" y="31401"/>
                          <a:pt x="46218" y="37994"/>
                        </a:cubicBezTo>
                        <a:lnTo>
                          <a:pt x="0" y="37994"/>
                        </a:lnTo>
                        <a:lnTo>
                          <a:pt x="26168" y="0"/>
                        </a:lnTo>
                        <a:cubicBezTo>
                          <a:pt x="32829" y="4384"/>
                          <a:pt x="38368" y="10603"/>
                          <a:pt x="42004" y="18318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2" name="Google Shape;1322;p30"/>
                  <p:cNvSpPr/>
                  <p:nvPr/>
                </p:nvSpPr>
                <p:spPr>
                  <a:xfrm>
                    <a:off x="2527812" y="2592375"/>
                    <a:ext cx="42887" cy="463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887" h="46361" extrusionOk="0">
                        <a:moveTo>
                          <a:pt x="23687" y="143"/>
                        </a:moveTo>
                        <a:cubicBezTo>
                          <a:pt x="30722" y="687"/>
                          <a:pt x="37212" y="2828"/>
                          <a:pt x="42888" y="6193"/>
                        </a:cubicBezTo>
                        <a:lnTo>
                          <a:pt x="20085" y="46362"/>
                        </a:lnTo>
                        <a:lnTo>
                          <a:pt x="0" y="4833"/>
                        </a:lnTo>
                        <a:cubicBezTo>
                          <a:pt x="7069" y="1231"/>
                          <a:pt x="15225" y="-536"/>
                          <a:pt x="23721" y="14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3" name="Google Shape;1323;p30"/>
                  <p:cNvSpPr/>
                  <p:nvPr/>
                </p:nvSpPr>
                <p:spPr>
                  <a:xfrm>
                    <a:off x="2503770" y="2600402"/>
                    <a:ext cx="46199" cy="385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199" h="38572" extrusionOk="0">
                        <a:moveTo>
                          <a:pt x="5554" y="15021"/>
                        </a:moveTo>
                        <a:cubicBezTo>
                          <a:pt x="8953" y="8836"/>
                          <a:pt x="13540" y="3806"/>
                          <a:pt x="18944" y="0"/>
                        </a:cubicBezTo>
                        <a:lnTo>
                          <a:pt x="46199" y="37349"/>
                        </a:lnTo>
                        <a:lnTo>
                          <a:pt x="49" y="38572"/>
                        </a:lnTo>
                        <a:cubicBezTo>
                          <a:pt x="-325" y="30620"/>
                          <a:pt x="1442" y="22497"/>
                          <a:pt x="5520" y="1502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grpSp>
                <p:nvGrpSpPr>
                  <p:cNvPr id="1324" name="Google Shape;1324;p30"/>
                  <p:cNvGrpSpPr/>
                  <p:nvPr/>
                </p:nvGrpSpPr>
                <p:grpSpPr>
                  <a:xfrm>
                    <a:off x="2527089" y="2609748"/>
                    <a:ext cx="30439" cy="37610"/>
                    <a:chOff x="4840276" y="2840598"/>
                    <a:chExt cx="30439" cy="37610"/>
                  </a:xfrm>
                </p:grpSpPr>
                <p:sp>
                  <p:nvSpPr>
                    <p:cNvPr id="1325" name="Google Shape;1325;p30"/>
                    <p:cNvSpPr/>
                    <p:nvPr/>
                  </p:nvSpPr>
                  <p:spPr>
                    <a:xfrm>
                      <a:off x="4850500" y="2857984"/>
                      <a:ext cx="20215" cy="202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215" h="20224" extrusionOk="0">
                          <a:moveTo>
                            <a:pt x="8171" y="184"/>
                          </a:moveTo>
                          <a:cubicBezTo>
                            <a:pt x="13642" y="-869"/>
                            <a:pt x="18978" y="2699"/>
                            <a:pt x="20031" y="8171"/>
                          </a:cubicBezTo>
                          <a:cubicBezTo>
                            <a:pt x="21085" y="13642"/>
                            <a:pt x="17516" y="18944"/>
                            <a:pt x="12045" y="20031"/>
                          </a:cubicBezTo>
                          <a:cubicBezTo>
                            <a:pt x="6573" y="21119"/>
                            <a:pt x="1238" y="17516"/>
                            <a:pt x="184" y="12045"/>
                          </a:cubicBezTo>
                          <a:cubicBezTo>
                            <a:pt x="-869" y="6573"/>
                            <a:pt x="2699" y="1238"/>
                            <a:pt x="8171" y="184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noProof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p:txBody>
                </p:sp>
                <p:sp>
                  <p:nvSpPr>
                    <p:cNvPr id="1326" name="Google Shape;1326;p30"/>
                    <p:cNvSpPr/>
                    <p:nvPr/>
                  </p:nvSpPr>
                  <p:spPr>
                    <a:xfrm>
                      <a:off x="4840276" y="2840598"/>
                      <a:ext cx="20501" cy="2569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501" h="25692" extrusionOk="0">
                          <a:moveTo>
                            <a:pt x="14351" y="25692"/>
                          </a:moveTo>
                          <a:lnTo>
                            <a:pt x="20502" y="21410"/>
                          </a:lnTo>
                          <a:lnTo>
                            <a:pt x="6806" y="1597"/>
                          </a:lnTo>
                          <a:cubicBezTo>
                            <a:pt x="5651" y="-68"/>
                            <a:pt x="3306" y="-510"/>
                            <a:pt x="1606" y="646"/>
                          </a:cubicBezTo>
                          <a:lnTo>
                            <a:pt x="1606" y="646"/>
                          </a:lnTo>
                          <a:cubicBezTo>
                            <a:pt x="-93" y="1835"/>
                            <a:pt x="-501" y="4180"/>
                            <a:pt x="655" y="5845"/>
                          </a:cubicBezTo>
                          <a:lnTo>
                            <a:pt x="14317" y="25658"/>
                          </a:ln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noProof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p:txBody>
                </p:sp>
              </p:grpSp>
            </p:grpSp>
            <p:sp>
              <p:nvSpPr>
                <p:cNvPr id="1327" name="Google Shape;1327;p30"/>
                <p:cNvSpPr/>
                <p:nvPr/>
              </p:nvSpPr>
              <p:spPr>
                <a:xfrm>
                  <a:off x="2310041" y="2586265"/>
                  <a:ext cx="102360" cy="102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360" h="102360" extrusionOk="0">
                      <a:moveTo>
                        <a:pt x="51180" y="0"/>
                      </a:moveTo>
                      <a:cubicBezTo>
                        <a:pt x="79421" y="0"/>
                        <a:pt x="102360" y="22939"/>
                        <a:pt x="102360" y="51180"/>
                      </a:cubicBezTo>
                      <a:cubicBezTo>
                        <a:pt x="102360" y="79421"/>
                        <a:pt x="79421" y="102360"/>
                        <a:pt x="51180" y="102360"/>
                      </a:cubicBezTo>
                      <a:cubicBezTo>
                        <a:pt x="22939" y="102360"/>
                        <a:pt x="0" y="79421"/>
                        <a:pt x="0" y="51180"/>
                      </a:cubicBezTo>
                      <a:cubicBezTo>
                        <a:pt x="0" y="22939"/>
                        <a:pt x="22939" y="0"/>
                        <a:pt x="51180" y="0"/>
                      </a:cubicBezTo>
                      <a:lnTo>
                        <a:pt x="51180" y="0"/>
                      </a:lnTo>
                      <a:close/>
                      <a:moveTo>
                        <a:pt x="51180" y="41936"/>
                      </a:moveTo>
                      <a:cubicBezTo>
                        <a:pt x="46048" y="41936"/>
                        <a:pt x="41903" y="46082"/>
                        <a:pt x="41903" y="51180"/>
                      </a:cubicBezTo>
                      <a:cubicBezTo>
                        <a:pt x="41903" y="56278"/>
                        <a:pt x="46048" y="60458"/>
                        <a:pt x="51180" y="60458"/>
                      </a:cubicBezTo>
                      <a:cubicBezTo>
                        <a:pt x="56312" y="60458"/>
                        <a:pt x="60458" y="56312"/>
                        <a:pt x="60458" y="51180"/>
                      </a:cubicBezTo>
                      <a:cubicBezTo>
                        <a:pt x="60458" y="46048"/>
                        <a:pt x="56312" y="41936"/>
                        <a:pt x="51180" y="41936"/>
                      </a:cubicBezTo>
                      <a:lnTo>
                        <a:pt x="51180" y="41936"/>
                      </a:lnTo>
                      <a:close/>
                      <a:moveTo>
                        <a:pt x="57263" y="30110"/>
                      </a:moveTo>
                      <a:cubicBezTo>
                        <a:pt x="64502" y="32183"/>
                        <a:pt x="70177" y="37892"/>
                        <a:pt x="72284" y="45097"/>
                      </a:cubicBezTo>
                      <a:lnTo>
                        <a:pt x="89073" y="45097"/>
                      </a:lnTo>
                      <a:cubicBezTo>
                        <a:pt x="86490" y="28784"/>
                        <a:pt x="73576" y="15905"/>
                        <a:pt x="57297" y="13322"/>
                      </a:cubicBezTo>
                      <a:lnTo>
                        <a:pt x="57297" y="30110"/>
                      </a:lnTo>
                      <a:lnTo>
                        <a:pt x="57297" y="30110"/>
                      </a:lnTo>
                      <a:close/>
                      <a:moveTo>
                        <a:pt x="72284" y="57263"/>
                      </a:moveTo>
                      <a:cubicBezTo>
                        <a:pt x="70177" y="64502"/>
                        <a:pt x="64502" y="70177"/>
                        <a:pt x="57263" y="72284"/>
                      </a:cubicBezTo>
                      <a:lnTo>
                        <a:pt x="57263" y="89072"/>
                      </a:lnTo>
                      <a:cubicBezTo>
                        <a:pt x="73576" y="86456"/>
                        <a:pt x="86456" y="73576"/>
                        <a:pt x="89038" y="57263"/>
                      </a:cubicBezTo>
                      <a:lnTo>
                        <a:pt x="72250" y="57263"/>
                      </a:lnTo>
                      <a:close/>
                      <a:moveTo>
                        <a:pt x="45131" y="72284"/>
                      </a:moveTo>
                      <a:cubicBezTo>
                        <a:pt x="37926" y="70177"/>
                        <a:pt x="32217" y="64502"/>
                        <a:pt x="30144" y="57263"/>
                      </a:cubicBezTo>
                      <a:lnTo>
                        <a:pt x="13356" y="57263"/>
                      </a:lnTo>
                      <a:cubicBezTo>
                        <a:pt x="15939" y="73576"/>
                        <a:pt x="28853" y="86456"/>
                        <a:pt x="45131" y="89072"/>
                      </a:cubicBezTo>
                      <a:lnTo>
                        <a:pt x="45131" y="72284"/>
                      </a:lnTo>
                      <a:lnTo>
                        <a:pt x="45131" y="72284"/>
                      </a:lnTo>
                      <a:close/>
                      <a:moveTo>
                        <a:pt x="30144" y="45131"/>
                      </a:moveTo>
                      <a:cubicBezTo>
                        <a:pt x="32217" y="37892"/>
                        <a:pt x="37926" y="32217"/>
                        <a:pt x="45131" y="30144"/>
                      </a:cubicBezTo>
                      <a:lnTo>
                        <a:pt x="45131" y="13356"/>
                      </a:lnTo>
                      <a:cubicBezTo>
                        <a:pt x="28853" y="15939"/>
                        <a:pt x="15939" y="28853"/>
                        <a:pt x="13356" y="45131"/>
                      </a:cubicBezTo>
                      <a:lnTo>
                        <a:pt x="30144" y="4513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28" name="Google Shape;1328;p30"/>
                <p:cNvSpPr/>
                <p:nvPr/>
              </p:nvSpPr>
              <p:spPr>
                <a:xfrm>
                  <a:off x="2208836" y="2598499"/>
                  <a:ext cx="63822" cy="79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7982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79829"/>
                      </a:lnTo>
                      <a:lnTo>
                        <a:pt x="0" y="798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29" name="Google Shape;1329;p30"/>
                <p:cNvSpPr/>
                <p:nvPr/>
              </p:nvSpPr>
              <p:spPr>
                <a:xfrm>
                  <a:off x="2208836" y="2608729"/>
                  <a:ext cx="63822" cy="11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1141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11419"/>
                      </a:lnTo>
                      <a:lnTo>
                        <a:pt x="0" y="11419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30" name="Google Shape;1330;p30"/>
                <p:cNvSpPr/>
                <p:nvPr/>
              </p:nvSpPr>
              <p:spPr>
                <a:xfrm>
                  <a:off x="2195175" y="2568219"/>
                  <a:ext cx="25623" cy="14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3" h="143107" extrusionOk="0">
                      <a:moveTo>
                        <a:pt x="0" y="34"/>
                      </a:moveTo>
                      <a:lnTo>
                        <a:pt x="12812" y="34"/>
                      </a:lnTo>
                      <a:cubicBezTo>
                        <a:pt x="19847" y="34"/>
                        <a:pt x="25624" y="5811"/>
                        <a:pt x="25624" y="12846"/>
                      </a:cubicBezTo>
                      <a:lnTo>
                        <a:pt x="25624" y="130295"/>
                      </a:lnTo>
                      <a:cubicBezTo>
                        <a:pt x="25624" y="137330"/>
                        <a:pt x="19847" y="143107"/>
                        <a:pt x="12812" y="143107"/>
                      </a:cubicBezTo>
                      <a:lnTo>
                        <a:pt x="0" y="14310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31" name="Google Shape;1331;p30"/>
                <p:cNvSpPr/>
                <p:nvPr/>
              </p:nvSpPr>
              <p:spPr>
                <a:xfrm>
                  <a:off x="2195175" y="2634387"/>
                  <a:ext cx="25623" cy="76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3" h="76974" extrusionOk="0">
                      <a:moveTo>
                        <a:pt x="25624" y="0"/>
                      </a:moveTo>
                      <a:lnTo>
                        <a:pt x="25624" y="64162"/>
                      </a:lnTo>
                      <a:cubicBezTo>
                        <a:pt x="25624" y="71197"/>
                        <a:pt x="19847" y="76974"/>
                        <a:pt x="12812" y="76974"/>
                      </a:cubicBezTo>
                      <a:lnTo>
                        <a:pt x="0" y="76974"/>
                      </a:lnTo>
                      <a:lnTo>
                        <a:pt x="0" y="0"/>
                      </a:lnTo>
                      <a:lnTo>
                        <a:pt x="25624" y="0"/>
                      </a:lnTo>
                      <a:close/>
                    </a:path>
                  </a:pathLst>
                </a:custGeom>
                <a:solidFill>
                  <a:srgbClr val="161D1E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32" name="Google Shape;1332;p30"/>
                <p:cNvSpPr/>
                <p:nvPr/>
              </p:nvSpPr>
              <p:spPr>
                <a:xfrm>
                  <a:off x="2350924" y="2627556"/>
                  <a:ext cx="19982" cy="19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48" extrusionOk="0">
                      <a:moveTo>
                        <a:pt x="9991" y="19949"/>
                      </a:moveTo>
                      <a:cubicBezTo>
                        <a:pt x="15463" y="19949"/>
                        <a:pt x="19983" y="15463"/>
                        <a:pt x="19983" y="9958"/>
                      </a:cubicBezTo>
                      <a:cubicBezTo>
                        <a:pt x="19983" y="4452"/>
                        <a:pt x="15497" y="0"/>
                        <a:pt x="9991" y="0"/>
                      </a:cubicBezTo>
                      <a:cubicBezTo>
                        <a:pt x="4486" y="0"/>
                        <a:pt x="0" y="4486"/>
                        <a:pt x="0" y="9958"/>
                      </a:cubicBezTo>
                      <a:cubicBezTo>
                        <a:pt x="0" y="15429"/>
                        <a:pt x="4486" y="19949"/>
                        <a:pt x="9991" y="1994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sp>
            <p:nvSpPr>
              <p:cNvPr id="1333" name="Google Shape;1333;p30"/>
              <p:cNvSpPr/>
              <p:nvPr/>
            </p:nvSpPr>
            <p:spPr>
              <a:xfrm flipH="1">
                <a:off x="8083202" y="3204759"/>
                <a:ext cx="432653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94015" h="34731" extrusionOk="0">
                    <a:moveTo>
                      <a:pt x="0" y="34732"/>
                    </a:moveTo>
                    <a:lnTo>
                      <a:pt x="0" y="17366"/>
                    </a:lnTo>
                    <a:cubicBezTo>
                      <a:pt x="0" y="7816"/>
                      <a:pt x="7816" y="0"/>
                      <a:pt x="17366" y="0"/>
                    </a:cubicBezTo>
                    <a:lnTo>
                      <a:pt x="176650" y="0"/>
                    </a:lnTo>
                    <a:cubicBezTo>
                      <a:pt x="186199" y="0"/>
                      <a:pt x="194016" y="7816"/>
                      <a:pt x="194016" y="17366"/>
                    </a:cubicBezTo>
                    <a:lnTo>
                      <a:pt x="194016" y="34732"/>
                    </a:lnTo>
                    <a:lnTo>
                      <a:pt x="0" y="3473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4" name="Google Shape;1334;p30"/>
              <p:cNvSpPr/>
              <p:nvPr/>
            </p:nvSpPr>
            <p:spPr>
              <a:xfrm flipH="1">
                <a:off x="8083155" y="3204683"/>
                <a:ext cx="232734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04365" h="34731" extrusionOk="0">
                    <a:moveTo>
                      <a:pt x="0" y="0"/>
                    </a:moveTo>
                    <a:lnTo>
                      <a:pt x="86999" y="0"/>
                    </a:lnTo>
                    <a:cubicBezTo>
                      <a:pt x="96549" y="0"/>
                      <a:pt x="104365" y="7816"/>
                      <a:pt x="104365" y="17366"/>
                    </a:cubicBezTo>
                    <a:lnTo>
                      <a:pt x="104365" y="34732"/>
                    </a:lnTo>
                    <a:lnTo>
                      <a:pt x="0" y="347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5" name="Google Shape;1335;p30"/>
              <p:cNvSpPr/>
              <p:nvPr/>
            </p:nvSpPr>
            <p:spPr>
              <a:xfrm flipH="1">
                <a:off x="8173818" y="1893996"/>
                <a:ext cx="241297" cy="1310466"/>
              </a:xfrm>
              <a:custGeom>
                <a:avLst/>
                <a:gdLst/>
                <a:ahLst/>
                <a:cxnLst/>
                <a:rect l="l" t="t" r="r" b="b"/>
                <a:pathLst>
                  <a:path w="108205" h="587653" extrusionOk="0">
                    <a:moveTo>
                      <a:pt x="0" y="0"/>
                    </a:moveTo>
                    <a:lnTo>
                      <a:pt x="108206" y="0"/>
                    </a:lnTo>
                    <a:lnTo>
                      <a:pt x="108206" y="587654"/>
                    </a:lnTo>
                    <a:lnTo>
                      <a:pt x="0" y="58765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6" name="Google Shape;1336;p30"/>
              <p:cNvSpPr/>
              <p:nvPr/>
            </p:nvSpPr>
            <p:spPr>
              <a:xfrm flipH="1">
                <a:off x="8349631" y="1893996"/>
                <a:ext cx="34480" cy="1310466"/>
              </a:xfrm>
              <a:custGeom>
                <a:avLst/>
                <a:gdLst/>
                <a:ahLst/>
                <a:cxnLst/>
                <a:rect l="l" t="t" r="r" b="b"/>
                <a:pathLst>
                  <a:path w="15462" h="587653" extrusionOk="0">
                    <a:moveTo>
                      <a:pt x="0" y="0"/>
                    </a:moveTo>
                    <a:lnTo>
                      <a:pt x="15463" y="0"/>
                    </a:lnTo>
                    <a:lnTo>
                      <a:pt x="15463" y="587654"/>
                    </a:lnTo>
                    <a:lnTo>
                      <a:pt x="0" y="587654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7" name="Google Shape;1337;p30"/>
              <p:cNvSpPr/>
              <p:nvPr/>
            </p:nvSpPr>
            <p:spPr>
              <a:xfrm flipH="1">
                <a:off x="8073120" y="1957215"/>
                <a:ext cx="432653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94015" h="34731" extrusionOk="0">
                    <a:moveTo>
                      <a:pt x="0" y="0"/>
                    </a:moveTo>
                    <a:lnTo>
                      <a:pt x="0" y="17366"/>
                    </a:lnTo>
                    <a:cubicBezTo>
                      <a:pt x="0" y="26915"/>
                      <a:pt x="7816" y="34732"/>
                      <a:pt x="17366" y="34732"/>
                    </a:cubicBezTo>
                    <a:lnTo>
                      <a:pt x="176650" y="34732"/>
                    </a:lnTo>
                    <a:cubicBezTo>
                      <a:pt x="186199" y="34732"/>
                      <a:pt x="194015" y="26915"/>
                      <a:pt x="194015" y="17366"/>
                    </a:cubicBezTo>
                    <a:lnTo>
                      <a:pt x="19401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8" name="Google Shape;1338;p30"/>
              <p:cNvSpPr/>
              <p:nvPr/>
            </p:nvSpPr>
            <p:spPr>
              <a:xfrm flipH="1">
                <a:off x="8073073" y="1957291"/>
                <a:ext cx="232734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04365" h="34731" extrusionOk="0">
                    <a:moveTo>
                      <a:pt x="34" y="34732"/>
                    </a:moveTo>
                    <a:lnTo>
                      <a:pt x="86999" y="34732"/>
                    </a:lnTo>
                    <a:cubicBezTo>
                      <a:pt x="96549" y="34732"/>
                      <a:pt x="104365" y="26915"/>
                      <a:pt x="104365" y="17366"/>
                    </a:cubicBezTo>
                    <a:lnTo>
                      <a:pt x="104365" y="0"/>
                    </a:lnTo>
                    <a:lnTo>
                      <a:pt x="0" y="0"/>
                    </a:lnTo>
                    <a:lnTo>
                      <a:pt x="0" y="34732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9" name="Google Shape;1339;p30"/>
              <p:cNvSpPr/>
              <p:nvPr/>
            </p:nvSpPr>
            <p:spPr>
              <a:xfrm flipH="1">
                <a:off x="7910239" y="1296679"/>
                <a:ext cx="510257" cy="588921"/>
              </a:xfrm>
              <a:custGeom>
                <a:avLst/>
                <a:gdLst/>
                <a:ahLst/>
                <a:cxnLst/>
                <a:rect l="l" t="t" r="r" b="b"/>
                <a:pathLst>
                  <a:path w="228815" h="264090" extrusionOk="0">
                    <a:moveTo>
                      <a:pt x="228781" y="0"/>
                    </a:moveTo>
                    <a:lnTo>
                      <a:pt x="199419" y="0"/>
                    </a:lnTo>
                    <a:cubicBezTo>
                      <a:pt x="89718" y="0"/>
                      <a:pt x="0" y="89718"/>
                      <a:pt x="0" y="199419"/>
                    </a:cubicBezTo>
                    <a:lnTo>
                      <a:pt x="0" y="264091"/>
                    </a:lnTo>
                    <a:lnTo>
                      <a:pt x="108817" y="264091"/>
                    </a:lnTo>
                    <a:lnTo>
                      <a:pt x="108817" y="236904"/>
                    </a:lnTo>
                    <a:cubicBezTo>
                      <a:pt x="108817" y="140491"/>
                      <a:pt x="157754" y="102258"/>
                      <a:pt x="228815" y="104603"/>
                    </a:cubicBezTo>
                    <a:lnTo>
                      <a:pt x="228815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0" name="Google Shape;1340;p30"/>
              <p:cNvSpPr/>
              <p:nvPr/>
            </p:nvSpPr>
            <p:spPr>
              <a:xfrm flipH="1">
                <a:off x="7910215" y="1381587"/>
                <a:ext cx="403173" cy="504107"/>
              </a:xfrm>
              <a:custGeom>
                <a:avLst/>
                <a:gdLst/>
                <a:ahLst/>
                <a:cxnLst/>
                <a:rect l="l" t="t" r="r" b="b"/>
                <a:pathLst>
                  <a:path w="180795" h="226057" extrusionOk="0">
                    <a:moveTo>
                      <a:pt x="0" y="226024"/>
                    </a:moveTo>
                    <a:lnTo>
                      <a:pt x="60797" y="226024"/>
                    </a:lnTo>
                    <a:lnTo>
                      <a:pt x="60797" y="198836"/>
                    </a:lnTo>
                    <a:cubicBezTo>
                      <a:pt x="60797" y="102423"/>
                      <a:pt x="109735" y="64191"/>
                      <a:pt x="180796" y="66536"/>
                    </a:cubicBezTo>
                    <a:lnTo>
                      <a:pt x="180796" y="29"/>
                    </a:lnTo>
                    <a:cubicBezTo>
                      <a:pt x="25420" y="-1908"/>
                      <a:pt x="34" y="93214"/>
                      <a:pt x="34" y="198599"/>
                    </a:cubicBezTo>
                    <a:lnTo>
                      <a:pt x="34" y="226058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1" name="Google Shape;1341;p30"/>
              <p:cNvSpPr/>
              <p:nvPr/>
            </p:nvSpPr>
            <p:spPr>
              <a:xfrm flipH="1">
                <a:off x="8075319" y="1883080"/>
                <a:ext cx="430606" cy="77147"/>
              </a:xfrm>
              <a:custGeom>
                <a:avLst/>
                <a:gdLst/>
                <a:ahLst/>
                <a:cxnLst/>
                <a:rect l="l" t="t" r="r" b="b"/>
                <a:pathLst>
                  <a:path w="193097" h="34595" extrusionOk="0">
                    <a:moveTo>
                      <a:pt x="0" y="34596"/>
                    </a:moveTo>
                    <a:lnTo>
                      <a:pt x="0" y="17298"/>
                    </a:lnTo>
                    <a:cubicBezTo>
                      <a:pt x="0" y="7783"/>
                      <a:pt x="7782" y="0"/>
                      <a:pt x="17298" y="0"/>
                    </a:cubicBezTo>
                    <a:lnTo>
                      <a:pt x="175800" y="0"/>
                    </a:lnTo>
                    <a:cubicBezTo>
                      <a:pt x="185316" y="0"/>
                      <a:pt x="193098" y="7783"/>
                      <a:pt x="193098" y="17298"/>
                    </a:cubicBezTo>
                    <a:lnTo>
                      <a:pt x="193098" y="34596"/>
                    </a:lnTo>
                    <a:lnTo>
                      <a:pt x="0" y="3459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2" name="Google Shape;1342;p30"/>
              <p:cNvSpPr/>
              <p:nvPr/>
            </p:nvSpPr>
            <p:spPr>
              <a:xfrm flipH="1">
                <a:off x="8075272" y="1883080"/>
                <a:ext cx="231597" cy="77147"/>
              </a:xfrm>
              <a:custGeom>
                <a:avLst/>
                <a:gdLst/>
                <a:ahLst/>
                <a:cxnLst/>
                <a:rect l="l" t="t" r="r" b="b"/>
                <a:pathLst>
                  <a:path w="103855" h="34595" extrusionOk="0">
                    <a:moveTo>
                      <a:pt x="0" y="0"/>
                    </a:moveTo>
                    <a:lnTo>
                      <a:pt x="86558" y="0"/>
                    </a:lnTo>
                    <a:cubicBezTo>
                      <a:pt x="96073" y="0"/>
                      <a:pt x="103856" y="7783"/>
                      <a:pt x="103856" y="17298"/>
                    </a:cubicBezTo>
                    <a:lnTo>
                      <a:pt x="103856" y="34596"/>
                    </a:lnTo>
                    <a:lnTo>
                      <a:pt x="0" y="34596"/>
                    </a:lnTo>
                    <a:lnTo>
                      <a:pt x="0" y="34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 flipH="1">
                <a:off x="7833734" y="1205338"/>
                <a:ext cx="77147" cy="430606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93097" extrusionOk="0">
                    <a:moveTo>
                      <a:pt x="34596" y="0"/>
                    </a:moveTo>
                    <a:lnTo>
                      <a:pt x="17298" y="0"/>
                    </a:lnTo>
                    <a:cubicBezTo>
                      <a:pt x="7782" y="0"/>
                      <a:pt x="0" y="7782"/>
                      <a:pt x="0" y="17298"/>
                    </a:cubicBezTo>
                    <a:lnTo>
                      <a:pt x="0" y="175800"/>
                    </a:lnTo>
                    <a:cubicBezTo>
                      <a:pt x="0" y="185315"/>
                      <a:pt x="7782" y="193098"/>
                      <a:pt x="17298" y="193098"/>
                    </a:cubicBezTo>
                    <a:lnTo>
                      <a:pt x="34596" y="193098"/>
                    </a:lnTo>
                    <a:lnTo>
                      <a:pt x="3459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 flipH="1">
                <a:off x="7833734" y="1404394"/>
                <a:ext cx="77147" cy="231597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03855" extrusionOk="0">
                    <a:moveTo>
                      <a:pt x="0" y="0"/>
                    </a:moveTo>
                    <a:lnTo>
                      <a:pt x="0" y="86558"/>
                    </a:lnTo>
                    <a:cubicBezTo>
                      <a:pt x="0" y="96073"/>
                      <a:pt x="7782" y="103856"/>
                      <a:pt x="17298" y="103856"/>
                    </a:cubicBezTo>
                    <a:lnTo>
                      <a:pt x="34596" y="103856"/>
                    </a:lnTo>
                    <a:lnTo>
                      <a:pt x="3459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5" name="Google Shape;1345;p30"/>
              <p:cNvSpPr/>
              <p:nvPr/>
            </p:nvSpPr>
            <p:spPr>
              <a:xfrm flipH="1">
                <a:off x="7573432" y="1207461"/>
                <a:ext cx="77147" cy="430606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93097" extrusionOk="0">
                    <a:moveTo>
                      <a:pt x="0" y="0"/>
                    </a:moveTo>
                    <a:lnTo>
                      <a:pt x="17298" y="0"/>
                    </a:lnTo>
                    <a:cubicBezTo>
                      <a:pt x="26814" y="0"/>
                      <a:pt x="34596" y="7782"/>
                      <a:pt x="34596" y="17298"/>
                    </a:cubicBezTo>
                    <a:lnTo>
                      <a:pt x="34596" y="175800"/>
                    </a:lnTo>
                    <a:cubicBezTo>
                      <a:pt x="34596" y="185316"/>
                      <a:pt x="26814" y="193098"/>
                      <a:pt x="17298" y="193098"/>
                    </a:cubicBezTo>
                    <a:lnTo>
                      <a:pt x="0" y="1930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6" name="Google Shape;1346;p30"/>
              <p:cNvSpPr/>
              <p:nvPr/>
            </p:nvSpPr>
            <p:spPr>
              <a:xfrm flipH="1">
                <a:off x="7573432" y="1406516"/>
                <a:ext cx="77147" cy="231597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03855" extrusionOk="0">
                    <a:moveTo>
                      <a:pt x="34596" y="0"/>
                    </a:moveTo>
                    <a:lnTo>
                      <a:pt x="34596" y="86558"/>
                    </a:lnTo>
                    <a:cubicBezTo>
                      <a:pt x="34596" y="96073"/>
                      <a:pt x="26814" y="103856"/>
                      <a:pt x="17298" y="103856"/>
                    </a:cubicBezTo>
                    <a:lnTo>
                      <a:pt x="0" y="103856"/>
                    </a:lnTo>
                    <a:lnTo>
                      <a:pt x="0" y="0"/>
                    </a:lnTo>
                    <a:lnTo>
                      <a:pt x="34562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7" name="Google Shape;1347;p30"/>
              <p:cNvSpPr/>
              <p:nvPr/>
            </p:nvSpPr>
            <p:spPr>
              <a:xfrm flipH="1">
                <a:off x="7637967" y="1298423"/>
                <a:ext cx="203632" cy="241373"/>
              </a:xfrm>
              <a:custGeom>
                <a:avLst/>
                <a:gdLst/>
                <a:ahLst/>
                <a:cxnLst/>
                <a:rect l="l" t="t" r="r" b="b"/>
                <a:pathLst>
                  <a:path w="91315" h="108239" extrusionOk="0">
                    <a:moveTo>
                      <a:pt x="0" y="0"/>
                    </a:moveTo>
                    <a:lnTo>
                      <a:pt x="91315" y="0"/>
                    </a:lnTo>
                    <a:lnTo>
                      <a:pt x="91315" y="108240"/>
                    </a:lnTo>
                    <a:lnTo>
                      <a:pt x="0" y="10824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8" name="Google Shape;1348;p30"/>
              <p:cNvSpPr/>
              <p:nvPr/>
            </p:nvSpPr>
            <p:spPr>
              <a:xfrm flipH="1">
                <a:off x="7118158" y="3283892"/>
                <a:ext cx="423711" cy="1859887"/>
              </a:xfrm>
              <a:custGeom>
                <a:avLst/>
                <a:gdLst/>
                <a:ahLst/>
                <a:cxnLst/>
                <a:rect l="l" t="t" r="r" b="b"/>
                <a:pathLst>
                  <a:path w="190005" h="822959" extrusionOk="0">
                    <a:moveTo>
                      <a:pt x="0" y="0"/>
                    </a:moveTo>
                    <a:lnTo>
                      <a:pt x="190005" y="0"/>
                    </a:lnTo>
                    <a:lnTo>
                      <a:pt x="190005" y="822960"/>
                    </a:lnTo>
                    <a:lnTo>
                      <a:pt x="0" y="82296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349" name="Google Shape;1349;p30"/>
              <p:cNvGrpSpPr/>
              <p:nvPr/>
            </p:nvGrpSpPr>
            <p:grpSpPr>
              <a:xfrm flipH="1">
                <a:off x="6779665" y="2350914"/>
                <a:ext cx="1054096" cy="932360"/>
                <a:chOff x="4168463" y="2302169"/>
                <a:chExt cx="472583" cy="418005"/>
              </a:xfrm>
            </p:grpSpPr>
            <p:sp>
              <p:nvSpPr>
                <p:cNvPr id="1350" name="Google Shape;1350;p30"/>
                <p:cNvSpPr/>
                <p:nvPr/>
              </p:nvSpPr>
              <p:spPr>
                <a:xfrm>
                  <a:off x="4193679" y="2335916"/>
                  <a:ext cx="425889" cy="372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889" h="372126" extrusionOk="0">
                      <a:moveTo>
                        <a:pt x="150618" y="0"/>
                      </a:moveTo>
                      <a:lnTo>
                        <a:pt x="269324" y="0"/>
                      </a:lnTo>
                      <a:lnTo>
                        <a:pt x="425889" y="123396"/>
                      </a:lnTo>
                      <a:lnTo>
                        <a:pt x="425889" y="372126"/>
                      </a:lnTo>
                      <a:lnTo>
                        <a:pt x="0" y="372126"/>
                      </a:lnTo>
                      <a:lnTo>
                        <a:pt x="0" y="123396"/>
                      </a:lnTo>
                      <a:lnTo>
                        <a:pt x="150618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1" name="Google Shape;1351;p30"/>
                <p:cNvSpPr/>
                <p:nvPr/>
              </p:nvSpPr>
              <p:spPr>
                <a:xfrm>
                  <a:off x="4193679" y="2459312"/>
                  <a:ext cx="425889" cy="2486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889" h="248695" extrusionOk="0">
                      <a:moveTo>
                        <a:pt x="0" y="0"/>
                      </a:moveTo>
                      <a:lnTo>
                        <a:pt x="425889" y="0"/>
                      </a:lnTo>
                      <a:lnTo>
                        <a:pt x="425889" y="248696"/>
                      </a:lnTo>
                      <a:lnTo>
                        <a:pt x="0" y="248696"/>
                      </a:lnTo>
                      <a:close/>
                    </a:path>
                  </a:pathLst>
                </a:custGeom>
                <a:solidFill>
                  <a:srgbClr val="161D1E">
                    <a:alpha val="1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2" name="Google Shape;1352;p30"/>
                <p:cNvSpPr/>
                <p:nvPr/>
              </p:nvSpPr>
              <p:spPr>
                <a:xfrm>
                  <a:off x="4488798" y="2459312"/>
                  <a:ext cx="87781" cy="216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81" h="216920" extrusionOk="0">
                      <a:moveTo>
                        <a:pt x="0" y="0"/>
                      </a:moveTo>
                      <a:lnTo>
                        <a:pt x="87781" y="0"/>
                      </a:lnTo>
                      <a:lnTo>
                        <a:pt x="87781" y="216921"/>
                      </a:lnTo>
                      <a:lnTo>
                        <a:pt x="0" y="216921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3" name="Google Shape;1353;p30"/>
                <p:cNvSpPr/>
                <p:nvPr/>
              </p:nvSpPr>
              <p:spPr>
                <a:xfrm>
                  <a:off x="4250229" y="2458904"/>
                  <a:ext cx="60151" cy="216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151" h="216920" extrusionOk="0">
                      <a:moveTo>
                        <a:pt x="0" y="0"/>
                      </a:moveTo>
                      <a:lnTo>
                        <a:pt x="60152" y="0"/>
                      </a:lnTo>
                      <a:lnTo>
                        <a:pt x="60152" y="216921"/>
                      </a:lnTo>
                      <a:lnTo>
                        <a:pt x="0" y="216921"/>
                      </a:ln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4" name="Google Shape;1354;p30"/>
                <p:cNvSpPr/>
                <p:nvPr/>
              </p:nvSpPr>
              <p:spPr>
                <a:xfrm>
                  <a:off x="4423412" y="2335916"/>
                  <a:ext cx="153166" cy="123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166" h="123396" extrusionOk="0">
                      <a:moveTo>
                        <a:pt x="0" y="0"/>
                      </a:moveTo>
                      <a:lnTo>
                        <a:pt x="65385" y="123396"/>
                      </a:lnTo>
                      <a:lnTo>
                        <a:pt x="153167" y="123396"/>
                      </a:lnTo>
                      <a:lnTo>
                        <a:pt x="2242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5" name="Google Shape;1355;p30"/>
                <p:cNvSpPr/>
                <p:nvPr/>
              </p:nvSpPr>
              <p:spPr>
                <a:xfrm>
                  <a:off x="4250229" y="2335916"/>
                  <a:ext cx="114356" cy="122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56" h="122988" extrusionOk="0">
                      <a:moveTo>
                        <a:pt x="0" y="122989"/>
                      </a:moveTo>
                      <a:lnTo>
                        <a:pt x="114357" y="0"/>
                      </a:lnTo>
                      <a:lnTo>
                        <a:pt x="60186" y="122989"/>
                      </a:lnTo>
                      <a:lnTo>
                        <a:pt x="0" y="122989"/>
                      </a:ln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6" name="Google Shape;1356;p30"/>
                <p:cNvSpPr/>
                <p:nvPr/>
              </p:nvSpPr>
              <p:spPr>
                <a:xfrm>
                  <a:off x="4177741" y="2448267"/>
                  <a:ext cx="8394" cy="241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94" h="241219" extrusionOk="0">
                      <a:moveTo>
                        <a:pt x="0" y="0"/>
                      </a:moveTo>
                      <a:lnTo>
                        <a:pt x="8394" y="0"/>
                      </a:lnTo>
                      <a:lnTo>
                        <a:pt x="8394" y="241219"/>
                      </a:lnTo>
                      <a:lnTo>
                        <a:pt x="0" y="2412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7" name="Google Shape;1357;p30"/>
                <p:cNvSpPr/>
                <p:nvPr/>
              </p:nvSpPr>
              <p:spPr>
                <a:xfrm>
                  <a:off x="4627351" y="2449660"/>
                  <a:ext cx="8428" cy="241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28" h="241219" extrusionOk="0">
                      <a:moveTo>
                        <a:pt x="0" y="0"/>
                      </a:moveTo>
                      <a:lnTo>
                        <a:pt x="8428" y="0"/>
                      </a:lnTo>
                      <a:lnTo>
                        <a:pt x="8428" y="241219"/>
                      </a:lnTo>
                      <a:lnTo>
                        <a:pt x="0" y="2412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8" name="Google Shape;1358;p30"/>
                <p:cNvSpPr/>
                <p:nvPr/>
              </p:nvSpPr>
              <p:spPr>
                <a:xfrm>
                  <a:off x="4177809" y="2324463"/>
                  <a:ext cx="159657" cy="131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657" h="131858" extrusionOk="0">
                      <a:moveTo>
                        <a:pt x="0" y="125231"/>
                      </a:moveTo>
                      <a:lnTo>
                        <a:pt x="5166" y="131858"/>
                      </a:lnTo>
                      <a:lnTo>
                        <a:pt x="159658" y="10705"/>
                      </a:lnTo>
                      <a:lnTo>
                        <a:pt x="159658" y="0"/>
                      </a:lnTo>
                      <a:lnTo>
                        <a:pt x="0" y="12523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9" name="Google Shape;1359;p30"/>
                <p:cNvSpPr/>
                <p:nvPr/>
              </p:nvSpPr>
              <p:spPr>
                <a:xfrm>
                  <a:off x="4476086" y="2325890"/>
                  <a:ext cx="159623" cy="1318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623" h="131824" extrusionOk="0">
                      <a:moveTo>
                        <a:pt x="159623" y="125231"/>
                      </a:moveTo>
                      <a:lnTo>
                        <a:pt x="154458" y="131824"/>
                      </a:lnTo>
                      <a:lnTo>
                        <a:pt x="0" y="10671"/>
                      </a:lnTo>
                      <a:lnTo>
                        <a:pt x="0" y="0"/>
                      </a:lnTo>
                      <a:lnTo>
                        <a:pt x="159623" y="12523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0" name="Google Shape;1360;p30"/>
                <p:cNvSpPr/>
                <p:nvPr/>
              </p:nvSpPr>
              <p:spPr>
                <a:xfrm>
                  <a:off x="4337398" y="2324089"/>
                  <a:ext cx="138417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17" h="11690" extrusionOk="0">
                      <a:moveTo>
                        <a:pt x="0" y="0"/>
                      </a:moveTo>
                      <a:lnTo>
                        <a:pt x="138417" y="0"/>
                      </a:lnTo>
                      <a:lnTo>
                        <a:pt x="138417" y="11690"/>
                      </a:lnTo>
                      <a:lnTo>
                        <a:pt x="0" y="1169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1" name="Google Shape;1361;p30"/>
                <p:cNvSpPr/>
                <p:nvPr/>
              </p:nvSpPr>
              <p:spPr>
                <a:xfrm>
                  <a:off x="4337398" y="2302169"/>
                  <a:ext cx="138417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17" h="11690" extrusionOk="0">
                      <a:moveTo>
                        <a:pt x="0" y="0"/>
                      </a:moveTo>
                      <a:lnTo>
                        <a:pt x="138417" y="0"/>
                      </a:lnTo>
                      <a:lnTo>
                        <a:pt x="138417" y="11691"/>
                      </a:lnTo>
                      <a:lnTo>
                        <a:pt x="0" y="1169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2" name="Google Shape;1362;p30"/>
                <p:cNvSpPr/>
                <p:nvPr/>
              </p:nvSpPr>
              <p:spPr>
                <a:xfrm>
                  <a:off x="4168463" y="2676233"/>
                  <a:ext cx="472583" cy="439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583" h="43941" extrusionOk="0">
                      <a:moveTo>
                        <a:pt x="0" y="0"/>
                      </a:moveTo>
                      <a:lnTo>
                        <a:pt x="472584" y="0"/>
                      </a:lnTo>
                      <a:lnTo>
                        <a:pt x="472584" y="43942"/>
                      </a:lnTo>
                      <a:lnTo>
                        <a:pt x="0" y="43942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3" name="Google Shape;1363;p30"/>
                <p:cNvSpPr/>
                <p:nvPr/>
              </p:nvSpPr>
              <p:spPr>
                <a:xfrm>
                  <a:off x="4350549" y="2313010"/>
                  <a:ext cx="111162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62" h="11690" extrusionOk="0">
                      <a:moveTo>
                        <a:pt x="0" y="0"/>
                      </a:moveTo>
                      <a:lnTo>
                        <a:pt x="111162" y="0"/>
                      </a:lnTo>
                      <a:lnTo>
                        <a:pt x="111162" y="11691"/>
                      </a:lnTo>
                      <a:lnTo>
                        <a:pt x="0" y="1169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4" name="Google Shape;1364;p30"/>
                <p:cNvSpPr/>
                <p:nvPr/>
              </p:nvSpPr>
              <p:spPr>
                <a:xfrm>
                  <a:off x="4351049" y="2313010"/>
                  <a:ext cx="111162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62" h="11690" extrusionOk="0">
                      <a:moveTo>
                        <a:pt x="0" y="0"/>
                      </a:moveTo>
                      <a:lnTo>
                        <a:pt x="111162" y="0"/>
                      </a:lnTo>
                      <a:lnTo>
                        <a:pt x="111162" y="11691"/>
                      </a:lnTo>
                      <a:lnTo>
                        <a:pt x="0" y="11691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1365" name="Google Shape;1365;p30"/>
              <p:cNvGrpSpPr/>
              <p:nvPr/>
            </p:nvGrpSpPr>
            <p:grpSpPr>
              <a:xfrm flipH="1">
                <a:off x="6590802" y="3914640"/>
                <a:ext cx="328827" cy="429717"/>
                <a:chOff x="5612846" y="2845934"/>
                <a:chExt cx="147423" cy="192655"/>
              </a:xfrm>
            </p:grpSpPr>
            <p:sp>
              <p:nvSpPr>
                <p:cNvPr id="1366" name="Google Shape;1366;p30"/>
                <p:cNvSpPr/>
                <p:nvPr/>
              </p:nvSpPr>
              <p:spPr>
                <a:xfrm>
                  <a:off x="5632183" y="2939050"/>
                  <a:ext cx="108579" cy="75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9" h="75920" extrusionOk="0">
                      <a:moveTo>
                        <a:pt x="68" y="75920"/>
                      </a:moveTo>
                      <a:lnTo>
                        <a:pt x="25454" y="75920"/>
                      </a:lnTo>
                      <a:lnTo>
                        <a:pt x="25454" y="36873"/>
                      </a:lnTo>
                      <a:cubicBezTo>
                        <a:pt x="25454" y="29736"/>
                        <a:pt x="31333" y="23857"/>
                        <a:pt x="38470" y="23857"/>
                      </a:cubicBezTo>
                      <a:lnTo>
                        <a:pt x="70177" y="23857"/>
                      </a:lnTo>
                      <a:cubicBezTo>
                        <a:pt x="77314" y="23857"/>
                        <a:pt x="83193" y="29702"/>
                        <a:pt x="83193" y="36873"/>
                      </a:cubicBezTo>
                      <a:lnTo>
                        <a:pt x="83193" y="75920"/>
                      </a:lnTo>
                      <a:lnTo>
                        <a:pt x="108579" y="75920"/>
                      </a:lnTo>
                      <a:lnTo>
                        <a:pt x="108579" y="24469"/>
                      </a:lnTo>
                      <a:cubicBezTo>
                        <a:pt x="108579" y="11011"/>
                        <a:pt x="97568" y="0"/>
                        <a:pt x="84111" y="0"/>
                      </a:cubicBezTo>
                      <a:lnTo>
                        <a:pt x="24468" y="0"/>
                      </a:lnTo>
                      <a:cubicBezTo>
                        <a:pt x="11011" y="0"/>
                        <a:pt x="0" y="11011"/>
                        <a:pt x="0" y="24469"/>
                      </a:cubicBezTo>
                      <a:lnTo>
                        <a:pt x="0" y="7592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7" name="Google Shape;1367;p30"/>
                <p:cNvSpPr/>
                <p:nvPr/>
              </p:nvSpPr>
              <p:spPr>
                <a:xfrm>
                  <a:off x="5612846" y="3013305"/>
                  <a:ext cx="147423" cy="25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25284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603" y="0"/>
                        <a:pt x="147423" y="2821"/>
                        <a:pt x="147423" y="6321"/>
                      </a:cubicBezTo>
                      <a:lnTo>
                        <a:pt x="147423" y="18963"/>
                      </a:lnTo>
                      <a:cubicBezTo>
                        <a:pt x="147423" y="22430"/>
                        <a:pt x="144603" y="25284"/>
                        <a:pt x="141102" y="25284"/>
                      </a:cubicBezTo>
                      <a:lnTo>
                        <a:pt x="6321" y="25284"/>
                      </a:lnTo>
                      <a:cubicBezTo>
                        <a:pt x="2821" y="25284"/>
                        <a:pt x="0" y="22463"/>
                        <a:pt x="0" y="18963"/>
                      </a:cubicBezTo>
                      <a:lnTo>
                        <a:pt x="0" y="6355"/>
                      </a:lnTo>
                      <a:cubicBezTo>
                        <a:pt x="0" y="2855"/>
                        <a:pt x="2821" y="34"/>
                        <a:pt x="6321" y="3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8" name="Google Shape;1368;p30"/>
                <p:cNvSpPr/>
                <p:nvPr/>
              </p:nvSpPr>
              <p:spPr>
                <a:xfrm>
                  <a:off x="5612846" y="3013305"/>
                  <a:ext cx="147423" cy="11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11316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569" y="0"/>
                        <a:pt x="147423" y="2821"/>
                        <a:pt x="147423" y="6321"/>
                      </a:cubicBezTo>
                      <a:lnTo>
                        <a:pt x="147423" y="11317"/>
                      </a:lnTo>
                      <a:lnTo>
                        <a:pt x="0" y="11317"/>
                      </a:lnTo>
                      <a:lnTo>
                        <a:pt x="0" y="6321"/>
                      </a:lnTo>
                      <a:cubicBezTo>
                        <a:pt x="0" y="2855"/>
                        <a:pt x="2855" y="0"/>
                        <a:pt x="6321" y="0"/>
                      </a:cubicBez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9" name="Google Shape;1369;p30"/>
                <p:cNvSpPr/>
                <p:nvPr/>
              </p:nvSpPr>
              <p:spPr>
                <a:xfrm>
                  <a:off x="5673984" y="2868533"/>
                  <a:ext cx="25148" cy="70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48" h="70517" extrusionOk="0">
                      <a:moveTo>
                        <a:pt x="0" y="0"/>
                      </a:moveTo>
                      <a:lnTo>
                        <a:pt x="25148" y="0"/>
                      </a:lnTo>
                      <a:lnTo>
                        <a:pt x="25148" y="70517"/>
                      </a:lnTo>
                      <a:lnTo>
                        <a:pt x="0" y="70517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70" name="Google Shape;1370;p30"/>
                <p:cNvSpPr/>
                <p:nvPr/>
              </p:nvSpPr>
              <p:spPr>
                <a:xfrm>
                  <a:off x="5665148" y="2845934"/>
                  <a:ext cx="42819" cy="428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19" h="42820" extrusionOk="0">
                      <a:moveTo>
                        <a:pt x="21410" y="42820"/>
                      </a:moveTo>
                      <a:cubicBezTo>
                        <a:pt x="33203" y="42820"/>
                        <a:pt x="42820" y="33203"/>
                        <a:pt x="42820" y="21410"/>
                      </a:cubicBezTo>
                      <a:cubicBezTo>
                        <a:pt x="42820" y="9618"/>
                        <a:pt x="33203" y="0"/>
                        <a:pt x="21410" y="0"/>
                      </a:cubicBezTo>
                      <a:cubicBezTo>
                        <a:pt x="9618" y="0"/>
                        <a:pt x="0" y="9618"/>
                        <a:pt x="0" y="21410"/>
                      </a:cubicBezTo>
                      <a:cubicBezTo>
                        <a:pt x="0" y="33203"/>
                        <a:pt x="9618" y="42820"/>
                        <a:pt x="21410" y="4282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71" name="Google Shape;1371;p30"/>
                <p:cNvSpPr/>
                <p:nvPr/>
              </p:nvSpPr>
              <p:spPr>
                <a:xfrm>
                  <a:off x="5672692" y="2850488"/>
                  <a:ext cx="19405" cy="19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05" h="19438" extrusionOk="0">
                      <a:moveTo>
                        <a:pt x="9686" y="19439"/>
                      </a:moveTo>
                      <a:cubicBezTo>
                        <a:pt x="15055" y="19439"/>
                        <a:pt x="19405" y="15089"/>
                        <a:pt x="19405" y="9719"/>
                      </a:cubicBezTo>
                      <a:cubicBezTo>
                        <a:pt x="19405" y="4350"/>
                        <a:pt x="15055" y="0"/>
                        <a:pt x="9686" y="0"/>
                      </a:cubicBezTo>
                      <a:cubicBezTo>
                        <a:pt x="4316" y="0"/>
                        <a:pt x="0" y="4384"/>
                        <a:pt x="0" y="9719"/>
                      </a:cubicBezTo>
                      <a:cubicBezTo>
                        <a:pt x="0" y="15055"/>
                        <a:pt x="4350" y="19439"/>
                        <a:pt x="9686" y="1943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  <p:sp>
          <p:nvSpPr>
            <p:cNvPr id="1372" name="Google Shape;1372;p30"/>
            <p:cNvSpPr/>
            <p:nvPr/>
          </p:nvSpPr>
          <p:spPr>
            <a:xfrm flipH="1">
              <a:off x="9189886" y="4417130"/>
              <a:ext cx="345880" cy="718513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3" name="Google Shape;1373;p30"/>
            <p:cNvSpPr/>
            <p:nvPr/>
          </p:nvSpPr>
          <p:spPr>
            <a:xfrm flipH="1">
              <a:off x="7950907" y="4417130"/>
              <a:ext cx="345880" cy="718513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4" name="Google Shape;1374;p30"/>
            <p:cNvSpPr/>
            <p:nvPr/>
          </p:nvSpPr>
          <p:spPr>
            <a:xfrm flipH="1">
              <a:off x="8570359" y="4422664"/>
              <a:ext cx="345880" cy="718513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375" name="Google Shape;1375;p30"/>
            <p:cNvGrpSpPr/>
            <p:nvPr/>
          </p:nvGrpSpPr>
          <p:grpSpPr>
            <a:xfrm flipH="1">
              <a:off x="7133162" y="4525117"/>
              <a:ext cx="501352" cy="617327"/>
              <a:chOff x="5292342" y="3091129"/>
              <a:chExt cx="224771" cy="276766"/>
            </a:xfrm>
          </p:grpSpPr>
          <p:sp>
            <p:nvSpPr>
              <p:cNvPr id="1376" name="Google Shape;1376;p30"/>
              <p:cNvSpPr/>
              <p:nvPr/>
            </p:nvSpPr>
            <p:spPr>
              <a:xfrm>
                <a:off x="5378390" y="3254253"/>
                <a:ext cx="44247" cy="113642"/>
              </a:xfrm>
              <a:custGeom>
                <a:avLst/>
                <a:gdLst/>
                <a:ahLst/>
                <a:cxnLst/>
                <a:rect l="l" t="t" r="r" b="b"/>
                <a:pathLst>
                  <a:path w="44247" h="113642" extrusionOk="0">
                    <a:moveTo>
                      <a:pt x="0" y="0"/>
                    </a:moveTo>
                    <a:lnTo>
                      <a:pt x="44247" y="0"/>
                    </a:lnTo>
                    <a:lnTo>
                      <a:pt x="44247" y="113643"/>
                    </a:lnTo>
                    <a:lnTo>
                      <a:pt x="0" y="11364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77" name="Google Shape;1377;p30"/>
              <p:cNvSpPr/>
              <p:nvPr/>
            </p:nvSpPr>
            <p:spPr>
              <a:xfrm>
                <a:off x="5292342" y="3091129"/>
                <a:ext cx="224771" cy="224770"/>
              </a:xfrm>
              <a:custGeom>
                <a:avLst/>
                <a:gdLst/>
                <a:ahLst/>
                <a:cxnLst/>
                <a:rect l="l" t="t" r="r" b="b"/>
                <a:pathLst>
                  <a:path w="224771" h="224770" extrusionOk="0">
                    <a:moveTo>
                      <a:pt x="112385" y="224771"/>
                    </a:moveTo>
                    <a:cubicBezTo>
                      <a:pt x="174271" y="224771"/>
                      <a:pt x="224771" y="174305"/>
                      <a:pt x="224771" y="112386"/>
                    </a:cubicBezTo>
                    <a:cubicBezTo>
                      <a:pt x="224771" y="50466"/>
                      <a:pt x="174305" y="0"/>
                      <a:pt x="112385" y="0"/>
                    </a:cubicBezTo>
                    <a:cubicBezTo>
                      <a:pt x="50466" y="0"/>
                      <a:pt x="0" y="50500"/>
                      <a:pt x="0" y="112386"/>
                    </a:cubicBezTo>
                    <a:cubicBezTo>
                      <a:pt x="0" y="174271"/>
                      <a:pt x="50466" y="224771"/>
                      <a:pt x="112385" y="22477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78" name="Google Shape;1378;p30"/>
              <p:cNvSpPr/>
              <p:nvPr/>
            </p:nvSpPr>
            <p:spPr>
              <a:xfrm>
                <a:off x="5310116" y="3108903"/>
                <a:ext cx="189189" cy="189223"/>
              </a:xfrm>
              <a:custGeom>
                <a:avLst/>
                <a:gdLst/>
                <a:ahLst/>
                <a:cxnLst/>
                <a:rect l="l" t="t" r="r" b="b"/>
                <a:pathLst>
                  <a:path w="189189" h="189223" extrusionOk="0">
                    <a:moveTo>
                      <a:pt x="94612" y="189224"/>
                    </a:moveTo>
                    <a:cubicBezTo>
                      <a:pt x="146710" y="189224"/>
                      <a:pt x="189190" y="146744"/>
                      <a:pt x="189190" y="94612"/>
                    </a:cubicBezTo>
                    <a:cubicBezTo>
                      <a:pt x="189190" y="42480"/>
                      <a:pt x="146710" y="0"/>
                      <a:pt x="94612" y="0"/>
                    </a:cubicBezTo>
                    <a:cubicBezTo>
                      <a:pt x="42514" y="0"/>
                      <a:pt x="0" y="42514"/>
                      <a:pt x="0" y="94612"/>
                    </a:cubicBezTo>
                    <a:cubicBezTo>
                      <a:pt x="0" y="146709"/>
                      <a:pt x="42480" y="189224"/>
                      <a:pt x="94612" y="18922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79" name="Google Shape;1379;p30"/>
              <p:cNvSpPr/>
              <p:nvPr/>
            </p:nvSpPr>
            <p:spPr>
              <a:xfrm>
                <a:off x="5310116" y="3108937"/>
                <a:ext cx="189189" cy="98180"/>
              </a:xfrm>
              <a:custGeom>
                <a:avLst/>
                <a:gdLst/>
                <a:ahLst/>
                <a:cxnLst/>
                <a:rect l="l" t="t" r="r" b="b"/>
                <a:pathLst>
                  <a:path w="189189" h="98180" extrusionOk="0">
                    <a:moveTo>
                      <a:pt x="94578" y="0"/>
                    </a:moveTo>
                    <a:cubicBezTo>
                      <a:pt x="146845" y="0"/>
                      <a:pt x="189190" y="42378"/>
                      <a:pt x="189190" y="94612"/>
                    </a:cubicBezTo>
                    <a:cubicBezTo>
                      <a:pt x="189190" y="95801"/>
                      <a:pt x="189190" y="96991"/>
                      <a:pt x="189122" y="98180"/>
                    </a:cubicBezTo>
                    <a:lnTo>
                      <a:pt x="68" y="98180"/>
                    </a:lnTo>
                    <a:cubicBezTo>
                      <a:pt x="68" y="96991"/>
                      <a:pt x="0" y="95801"/>
                      <a:pt x="0" y="94612"/>
                    </a:cubicBezTo>
                    <a:cubicBezTo>
                      <a:pt x="0" y="42378"/>
                      <a:pt x="42378" y="0"/>
                      <a:pt x="9461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80" name="Google Shape;1380;p30"/>
              <p:cNvSpPr/>
              <p:nvPr/>
            </p:nvSpPr>
            <p:spPr>
              <a:xfrm>
                <a:off x="5402893" y="3125521"/>
                <a:ext cx="97853" cy="80440"/>
              </a:xfrm>
              <a:custGeom>
                <a:avLst/>
                <a:gdLst/>
                <a:ahLst/>
                <a:cxnLst/>
                <a:rect l="l" t="t" r="r" b="b"/>
                <a:pathLst>
                  <a:path w="97853" h="80440" extrusionOk="0">
                    <a:moveTo>
                      <a:pt x="88902" y="38810"/>
                    </a:moveTo>
                    <a:cubicBezTo>
                      <a:pt x="95223" y="52302"/>
                      <a:pt x="98078" y="66507"/>
                      <a:pt x="97840" y="80440"/>
                    </a:cubicBezTo>
                    <a:lnTo>
                      <a:pt x="0" y="80440"/>
                    </a:lnTo>
                    <a:lnTo>
                      <a:pt x="55428" y="0"/>
                    </a:lnTo>
                    <a:cubicBezTo>
                      <a:pt x="69497" y="9278"/>
                      <a:pt x="81256" y="22429"/>
                      <a:pt x="88902" y="3877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81" name="Google Shape;1381;p30"/>
              <p:cNvSpPr/>
              <p:nvPr/>
            </p:nvSpPr>
            <p:spPr>
              <a:xfrm>
                <a:off x="5362485" y="3109487"/>
                <a:ext cx="90873" cy="98173"/>
              </a:xfrm>
              <a:custGeom>
                <a:avLst/>
                <a:gdLst/>
                <a:ahLst/>
                <a:cxnLst/>
                <a:rect l="l" t="t" r="r" b="b"/>
                <a:pathLst>
                  <a:path w="90873" h="98173" extrusionOk="0">
                    <a:moveTo>
                      <a:pt x="50228" y="299"/>
                    </a:moveTo>
                    <a:cubicBezTo>
                      <a:pt x="65080" y="1455"/>
                      <a:pt x="78877" y="6008"/>
                      <a:pt x="90874" y="13111"/>
                    </a:cubicBezTo>
                    <a:lnTo>
                      <a:pt x="42548" y="98173"/>
                    </a:lnTo>
                    <a:lnTo>
                      <a:pt x="0" y="10257"/>
                    </a:lnTo>
                    <a:cubicBezTo>
                      <a:pt x="15055" y="2610"/>
                      <a:pt x="32217" y="-1128"/>
                      <a:pt x="50228" y="29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82" name="Google Shape;1382;p30"/>
              <p:cNvSpPr/>
              <p:nvPr/>
            </p:nvSpPr>
            <p:spPr>
              <a:xfrm>
                <a:off x="5311712" y="3126507"/>
                <a:ext cx="97738" cy="81629"/>
              </a:xfrm>
              <a:custGeom>
                <a:avLst/>
                <a:gdLst/>
                <a:ahLst/>
                <a:cxnLst/>
                <a:rect l="l" t="t" r="r" b="b"/>
                <a:pathLst>
                  <a:path w="97738" h="81629" extrusionOk="0">
                    <a:moveTo>
                      <a:pt x="11657" y="31775"/>
                    </a:moveTo>
                    <a:cubicBezTo>
                      <a:pt x="18862" y="18725"/>
                      <a:pt x="28649" y="8054"/>
                      <a:pt x="40068" y="0"/>
                    </a:cubicBezTo>
                    <a:lnTo>
                      <a:pt x="97739" y="79047"/>
                    </a:lnTo>
                    <a:lnTo>
                      <a:pt x="103" y="81630"/>
                    </a:lnTo>
                    <a:cubicBezTo>
                      <a:pt x="-679" y="64808"/>
                      <a:pt x="2991" y="47578"/>
                      <a:pt x="11691" y="3174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383" name="Google Shape;1383;p30"/>
              <p:cNvGrpSpPr/>
              <p:nvPr/>
            </p:nvGrpSpPr>
            <p:grpSpPr>
              <a:xfrm>
                <a:off x="5361045" y="3146273"/>
                <a:ext cx="64409" cy="79667"/>
                <a:chOff x="5361045" y="3146273"/>
                <a:chExt cx="64409" cy="79667"/>
              </a:xfrm>
            </p:grpSpPr>
            <p:sp>
              <p:nvSpPr>
                <p:cNvPr id="1384" name="Google Shape;1384;p30"/>
                <p:cNvSpPr/>
                <p:nvPr/>
              </p:nvSpPr>
              <p:spPr>
                <a:xfrm>
                  <a:off x="5382608" y="3183094"/>
                  <a:ext cx="42846" cy="42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46" h="42846" extrusionOk="0">
                      <a:moveTo>
                        <a:pt x="17328" y="404"/>
                      </a:moveTo>
                      <a:cubicBezTo>
                        <a:pt x="28951" y="-1873"/>
                        <a:pt x="40166" y="5705"/>
                        <a:pt x="42442" y="17328"/>
                      </a:cubicBezTo>
                      <a:cubicBezTo>
                        <a:pt x="44719" y="28951"/>
                        <a:pt x="37141" y="40199"/>
                        <a:pt x="25518" y="42442"/>
                      </a:cubicBezTo>
                      <a:cubicBezTo>
                        <a:pt x="13896" y="44719"/>
                        <a:pt x="2647" y="37141"/>
                        <a:pt x="404" y="25518"/>
                      </a:cubicBezTo>
                      <a:cubicBezTo>
                        <a:pt x="-1873" y="13930"/>
                        <a:pt x="5706" y="2681"/>
                        <a:pt x="17328" y="43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85" name="Google Shape;1385;p30"/>
                <p:cNvSpPr/>
                <p:nvPr/>
              </p:nvSpPr>
              <p:spPr>
                <a:xfrm>
                  <a:off x="5361045" y="3146273"/>
                  <a:ext cx="43376" cy="543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76" h="54353" extrusionOk="0">
                      <a:moveTo>
                        <a:pt x="30327" y="54353"/>
                      </a:moveTo>
                      <a:lnTo>
                        <a:pt x="43376" y="45348"/>
                      </a:lnTo>
                      <a:lnTo>
                        <a:pt x="14456" y="3411"/>
                      </a:lnTo>
                      <a:cubicBezTo>
                        <a:pt x="11975" y="-191"/>
                        <a:pt x="6980" y="-1075"/>
                        <a:pt x="3411" y="1406"/>
                      </a:cubicBezTo>
                      <a:lnTo>
                        <a:pt x="3411" y="1406"/>
                      </a:lnTo>
                      <a:cubicBezTo>
                        <a:pt x="-191" y="3853"/>
                        <a:pt x="-1075" y="8815"/>
                        <a:pt x="1406" y="12451"/>
                      </a:cubicBezTo>
                      <a:lnTo>
                        <a:pt x="30361" y="54353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</p:grpSp>
      <p:grpSp>
        <p:nvGrpSpPr>
          <p:cNvPr id="1386" name="Google Shape;1386;p30"/>
          <p:cNvGrpSpPr/>
          <p:nvPr/>
        </p:nvGrpSpPr>
        <p:grpSpPr>
          <a:xfrm>
            <a:off x="29787" y="-76097"/>
            <a:ext cx="1392653" cy="3806820"/>
            <a:chOff x="7569444" y="2914051"/>
            <a:chExt cx="456473" cy="1247769"/>
          </a:xfrm>
        </p:grpSpPr>
        <p:sp>
          <p:nvSpPr>
            <p:cNvPr id="1387" name="Google Shape;1387;p30"/>
            <p:cNvSpPr/>
            <p:nvPr/>
          </p:nvSpPr>
          <p:spPr>
            <a:xfrm>
              <a:off x="7774605" y="2946357"/>
              <a:ext cx="43737" cy="824553"/>
            </a:xfrm>
            <a:custGeom>
              <a:avLst/>
              <a:gdLst/>
              <a:ahLst/>
              <a:cxnLst/>
              <a:rect l="l" t="t" r="r" b="b"/>
              <a:pathLst>
                <a:path w="43737" h="349017" extrusionOk="0">
                  <a:moveTo>
                    <a:pt x="0" y="0"/>
                  </a:moveTo>
                  <a:lnTo>
                    <a:pt x="43738" y="0"/>
                  </a:lnTo>
                  <a:lnTo>
                    <a:pt x="43738" y="349017"/>
                  </a:lnTo>
                  <a:lnTo>
                    <a:pt x="0" y="34901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88" name="Google Shape;1388;p30"/>
            <p:cNvSpPr/>
            <p:nvPr/>
          </p:nvSpPr>
          <p:spPr>
            <a:xfrm>
              <a:off x="7705754" y="2914051"/>
              <a:ext cx="181440" cy="72386"/>
            </a:xfrm>
            <a:custGeom>
              <a:avLst/>
              <a:gdLst/>
              <a:ahLst/>
              <a:cxnLst/>
              <a:rect l="l" t="t" r="r" b="b"/>
              <a:pathLst>
                <a:path w="181440" h="72386" extrusionOk="0">
                  <a:moveTo>
                    <a:pt x="36193" y="0"/>
                  </a:moveTo>
                  <a:lnTo>
                    <a:pt x="145248" y="0"/>
                  </a:lnTo>
                  <a:cubicBezTo>
                    <a:pt x="165162" y="0"/>
                    <a:pt x="181441" y="16278"/>
                    <a:pt x="181441" y="36193"/>
                  </a:cubicBezTo>
                  <a:lnTo>
                    <a:pt x="181441" y="36193"/>
                  </a:lnTo>
                  <a:cubicBezTo>
                    <a:pt x="181441" y="56108"/>
                    <a:pt x="165162" y="72386"/>
                    <a:pt x="145248" y="72386"/>
                  </a:cubicBezTo>
                  <a:lnTo>
                    <a:pt x="36193" y="72386"/>
                  </a:lnTo>
                  <a:cubicBezTo>
                    <a:pt x="16279" y="72386"/>
                    <a:pt x="0" y="56108"/>
                    <a:pt x="0" y="36193"/>
                  </a:cubicBezTo>
                  <a:lnTo>
                    <a:pt x="0" y="36193"/>
                  </a:lnTo>
                  <a:cubicBezTo>
                    <a:pt x="0" y="16278"/>
                    <a:pt x="16279" y="0"/>
                    <a:pt x="36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89" name="Google Shape;1389;p30"/>
            <p:cNvSpPr/>
            <p:nvPr/>
          </p:nvSpPr>
          <p:spPr>
            <a:xfrm>
              <a:off x="7735761" y="3795302"/>
              <a:ext cx="122717" cy="69735"/>
            </a:xfrm>
            <a:custGeom>
              <a:avLst/>
              <a:gdLst/>
              <a:ahLst/>
              <a:cxnLst/>
              <a:rect l="l" t="t" r="r" b="b"/>
              <a:pathLst>
                <a:path w="122717" h="69735" extrusionOk="0">
                  <a:moveTo>
                    <a:pt x="0" y="69736"/>
                  </a:moveTo>
                  <a:lnTo>
                    <a:pt x="122717" y="69736"/>
                  </a:lnTo>
                  <a:lnTo>
                    <a:pt x="122717" y="9924"/>
                  </a:lnTo>
                  <a:cubicBezTo>
                    <a:pt x="122717" y="4452"/>
                    <a:pt x="118231" y="0"/>
                    <a:pt x="112794" y="0"/>
                  </a:cubicBezTo>
                  <a:lnTo>
                    <a:pt x="9924" y="0"/>
                  </a:lnTo>
                  <a:cubicBezTo>
                    <a:pt x="4452" y="0"/>
                    <a:pt x="0" y="4486"/>
                    <a:pt x="0" y="9924"/>
                  </a:cubicBezTo>
                  <a:lnTo>
                    <a:pt x="0" y="697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0" name="Google Shape;1390;p30"/>
            <p:cNvSpPr/>
            <p:nvPr/>
          </p:nvSpPr>
          <p:spPr>
            <a:xfrm>
              <a:off x="7735897" y="3795268"/>
              <a:ext cx="122444" cy="8292"/>
            </a:xfrm>
            <a:custGeom>
              <a:avLst/>
              <a:gdLst/>
              <a:ahLst/>
              <a:cxnLst/>
              <a:rect l="l" t="t" r="r" b="b"/>
              <a:pathLst>
                <a:path w="122444" h="8292" extrusionOk="0">
                  <a:moveTo>
                    <a:pt x="122445" y="8292"/>
                  </a:moveTo>
                  <a:cubicBezTo>
                    <a:pt x="121663" y="3603"/>
                    <a:pt x="117551" y="0"/>
                    <a:pt x="112658" y="0"/>
                  </a:cubicBezTo>
                  <a:lnTo>
                    <a:pt x="9788" y="0"/>
                  </a:lnTo>
                  <a:cubicBezTo>
                    <a:pt x="4894" y="0"/>
                    <a:pt x="782" y="3603"/>
                    <a:pt x="0" y="8292"/>
                  </a:cubicBezTo>
                  <a:lnTo>
                    <a:pt x="122445" y="82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1" name="Google Shape;1391;p30"/>
            <p:cNvSpPr/>
            <p:nvPr/>
          </p:nvSpPr>
          <p:spPr>
            <a:xfrm>
              <a:off x="7761249" y="3757172"/>
              <a:ext cx="71740" cy="39727"/>
            </a:xfrm>
            <a:custGeom>
              <a:avLst/>
              <a:gdLst/>
              <a:ahLst/>
              <a:cxnLst/>
              <a:rect l="l" t="t" r="r" b="b"/>
              <a:pathLst>
                <a:path w="71740" h="39727" extrusionOk="0">
                  <a:moveTo>
                    <a:pt x="0" y="39727"/>
                  </a:moveTo>
                  <a:lnTo>
                    <a:pt x="71741" y="39727"/>
                  </a:lnTo>
                  <a:lnTo>
                    <a:pt x="71741" y="9923"/>
                  </a:lnTo>
                  <a:cubicBezTo>
                    <a:pt x="71741" y="4452"/>
                    <a:pt x="67289" y="0"/>
                    <a:pt x="61818" y="0"/>
                  </a:cubicBezTo>
                  <a:lnTo>
                    <a:pt x="9958" y="0"/>
                  </a:lnTo>
                  <a:cubicBezTo>
                    <a:pt x="4486" y="0"/>
                    <a:pt x="34" y="4452"/>
                    <a:pt x="34" y="9923"/>
                  </a:cubicBezTo>
                  <a:lnTo>
                    <a:pt x="34" y="397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2" name="Google Shape;1392;p30"/>
            <p:cNvSpPr/>
            <p:nvPr/>
          </p:nvSpPr>
          <p:spPr>
            <a:xfrm>
              <a:off x="7761556" y="3757138"/>
              <a:ext cx="71196" cy="7646"/>
            </a:xfrm>
            <a:custGeom>
              <a:avLst/>
              <a:gdLst/>
              <a:ahLst/>
              <a:cxnLst/>
              <a:rect l="l" t="t" r="r" b="b"/>
              <a:pathLst>
                <a:path w="71196" h="7646" extrusionOk="0">
                  <a:moveTo>
                    <a:pt x="71163" y="7646"/>
                  </a:moveTo>
                  <a:cubicBezTo>
                    <a:pt x="70110" y="3262"/>
                    <a:pt x="66167" y="0"/>
                    <a:pt x="61512" y="0"/>
                  </a:cubicBezTo>
                  <a:lnTo>
                    <a:pt x="9652" y="0"/>
                  </a:lnTo>
                  <a:cubicBezTo>
                    <a:pt x="4996" y="0"/>
                    <a:pt x="1020" y="3262"/>
                    <a:pt x="0" y="7646"/>
                  </a:cubicBezTo>
                  <a:lnTo>
                    <a:pt x="71197" y="76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3" name="Google Shape;1393;p30"/>
            <p:cNvSpPr/>
            <p:nvPr/>
          </p:nvSpPr>
          <p:spPr>
            <a:xfrm>
              <a:off x="7578755" y="3861231"/>
              <a:ext cx="171280" cy="178790"/>
            </a:xfrm>
            <a:custGeom>
              <a:avLst/>
              <a:gdLst/>
              <a:ahLst/>
              <a:cxnLst/>
              <a:rect l="l" t="t" r="r" b="b"/>
              <a:pathLst>
                <a:path w="171280" h="178790" extrusionOk="0">
                  <a:moveTo>
                    <a:pt x="112216" y="0"/>
                  </a:moveTo>
                  <a:lnTo>
                    <a:pt x="171281" y="54850"/>
                  </a:lnTo>
                  <a:lnTo>
                    <a:pt x="28750" y="178791"/>
                  </a:lnTo>
                  <a:lnTo>
                    <a:pt x="0" y="152079"/>
                  </a:lnTo>
                  <a:lnTo>
                    <a:pt x="112250" y="0"/>
                  </a:lnTo>
                  <a:lnTo>
                    <a:pt x="112250" y="0"/>
                  </a:lnTo>
                  <a:close/>
                  <a:moveTo>
                    <a:pt x="108410" y="63312"/>
                  </a:moveTo>
                  <a:cubicBezTo>
                    <a:pt x="105419" y="60458"/>
                    <a:pt x="100593" y="60594"/>
                    <a:pt x="97738" y="63584"/>
                  </a:cubicBezTo>
                  <a:lnTo>
                    <a:pt x="51996" y="111910"/>
                  </a:lnTo>
                  <a:cubicBezTo>
                    <a:pt x="49141" y="114900"/>
                    <a:pt x="49277" y="119726"/>
                    <a:pt x="52302" y="122581"/>
                  </a:cubicBezTo>
                  <a:lnTo>
                    <a:pt x="52302" y="122581"/>
                  </a:lnTo>
                  <a:cubicBezTo>
                    <a:pt x="55326" y="125436"/>
                    <a:pt x="60119" y="125300"/>
                    <a:pt x="62973" y="122309"/>
                  </a:cubicBezTo>
                  <a:lnTo>
                    <a:pt x="108715" y="73984"/>
                  </a:lnTo>
                  <a:cubicBezTo>
                    <a:pt x="111570" y="70959"/>
                    <a:pt x="111434" y="66167"/>
                    <a:pt x="108444" y="63312"/>
                  </a:cubicBezTo>
                  <a:lnTo>
                    <a:pt x="108444" y="633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4" name="Google Shape;1394;p30"/>
            <p:cNvSpPr/>
            <p:nvPr/>
          </p:nvSpPr>
          <p:spPr>
            <a:xfrm>
              <a:off x="7845327" y="3860042"/>
              <a:ext cx="171279" cy="178824"/>
            </a:xfrm>
            <a:custGeom>
              <a:avLst/>
              <a:gdLst/>
              <a:ahLst/>
              <a:cxnLst/>
              <a:rect l="l" t="t" r="r" b="b"/>
              <a:pathLst>
                <a:path w="171279" h="178824" extrusionOk="0">
                  <a:moveTo>
                    <a:pt x="59064" y="0"/>
                  </a:moveTo>
                  <a:lnTo>
                    <a:pt x="0" y="54850"/>
                  </a:lnTo>
                  <a:lnTo>
                    <a:pt x="142529" y="178825"/>
                  </a:lnTo>
                  <a:lnTo>
                    <a:pt x="171280" y="152113"/>
                  </a:lnTo>
                  <a:lnTo>
                    <a:pt x="59030" y="34"/>
                  </a:lnTo>
                  <a:lnTo>
                    <a:pt x="59030" y="34"/>
                  </a:lnTo>
                  <a:close/>
                  <a:moveTo>
                    <a:pt x="62871" y="63312"/>
                  </a:moveTo>
                  <a:cubicBezTo>
                    <a:pt x="65895" y="60458"/>
                    <a:pt x="70686" y="60594"/>
                    <a:pt x="73541" y="63584"/>
                  </a:cubicBezTo>
                  <a:lnTo>
                    <a:pt x="119284" y="111910"/>
                  </a:lnTo>
                  <a:cubicBezTo>
                    <a:pt x="122139" y="114934"/>
                    <a:pt x="122003" y="119726"/>
                    <a:pt x="119012" y="122581"/>
                  </a:cubicBezTo>
                  <a:lnTo>
                    <a:pt x="119012" y="122581"/>
                  </a:lnTo>
                  <a:cubicBezTo>
                    <a:pt x="115987" y="125435"/>
                    <a:pt x="111196" y="125300"/>
                    <a:pt x="108341" y="122309"/>
                  </a:cubicBezTo>
                  <a:lnTo>
                    <a:pt x="62599" y="73983"/>
                  </a:lnTo>
                  <a:cubicBezTo>
                    <a:pt x="59744" y="70959"/>
                    <a:pt x="59880" y="66167"/>
                    <a:pt x="62904" y="63312"/>
                  </a:cubicBezTo>
                  <a:lnTo>
                    <a:pt x="62904" y="633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5" name="Google Shape;1395;p30"/>
            <p:cNvSpPr/>
            <p:nvPr/>
          </p:nvSpPr>
          <p:spPr>
            <a:xfrm>
              <a:off x="7679538" y="3848961"/>
              <a:ext cx="80741" cy="80717"/>
            </a:xfrm>
            <a:custGeom>
              <a:avLst/>
              <a:gdLst/>
              <a:ahLst/>
              <a:cxnLst/>
              <a:rect l="l" t="t" r="r" b="b"/>
              <a:pathLst>
                <a:path w="80741" h="80717" extrusionOk="0">
                  <a:moveTo>
                    <a:pt x="12928" y="69942"/>
                  </a:moveTo>
                  <a:cubicBezTo>
                    <a:pt x="29241" y="85099"/>
                    <a:pt x="54797" y="84147"/>
                    <a:pt x="69953" y="67835"/>
                  </a:cubicBezTo>
                  <a:cubicBezTo>
                    <a:pt x="85110" y="51488"/>
                    <a:pt x="84193" y="25966"/>
                    <a:pt x="67847" y="10775"/>
                  </a:cubicBezTo>
                  <a:cubicBezTo>
                    <a:pt x="51534" y="-4382"/>
                    <a:pt x="25978" y="-3430"/>
                    <a:pt x="10787" y="12882"/>
                  </a:cubicBezTo>
                  <a:cubicBezTo>
                    <a:pt x="-4369" y="29229"/>
                    <a:pt x="-3452" y="54751"/>
                    <a:pt x="12894" y="6994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6" name="Google Shape;1396;p30"/>
            <p:cNvSpPr/>
            <p:nvPr/>
          </p:nvSpPr>
          <p:spPr>
            <a:xfrm>
              <a:off x="7835027" y="3847805"/>
              <a:ext cx="80683" cy="80683"/>
            </a:xfrm>
            <a:custGeom>
              <a:avLst/>
              <a:gdLst/>
              <a:ahLst/>
              <a:cxnLst/>
              <a:rect l="l" t="t" r="r" b="b"/>
              <a:pathLst>
                <a:path w="80683" h="80683" extrusionOk="0">
                  <a:moveTo>
                    <a:pt x="67835" y="69908"/>
                  </a:moveTo>
                  <a:cubicBezTo>
                    <a:pt x="51488" y="85065"/>
                    <a:pt x="25966" y="84113"/>
                    <a:pt x="10775" y="67801"/>
                  </a:cubicBezTo>
                  <a:cubicBezTo>
                    <a:pt x="-4382" y="51488"/>
                    <a:pt x="-3430" y="25932"/>
                    <a:pt x="12882" y="10775"/>
                  </a:cubicBezTo>
                  <a:cubicBezTo>
                    <a:pt x="29194" y="-4381"/>
                    <a:pt x="54751" y="-3430"/>
                    <a:pt x="69907" y="12882"/>
                  </a:cubicBezTo>
                  <a:cubicBezTo>
                    <a:pt x="85065" y="29229"/>
                    <a:pt x="84113" y="54751"/>
                    <a:pt x="67801" y="6994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7" name="Google Shape;1397;p30"/>
            <p:cNvSpPr/>
            <p:nvPr/>
          </p:nvSpPr>
          <p:spPr>
            <a:xfrm>
              <a:off x="7577226" y="3998731"/>
              <a:ext cx="139844" cy="148884"/>
            </a:xfrm>
            <a:custGeom>
              <a:avLst/>
              <a:gdLst/>
              <a:ahLst/>
              <a:cxnLst/>
              <a:rect l="l" t="t" r="r" b="b"/>
              <a:pathLst>
                <a:path w="139844" h="148884" extrusionOk="0">
                  <a:moveTo>
                    <a:pt x="0" y="43874"/>
                  </a:moveTo>
                  <a:lnTo>
                    <a:pt x="50025" y="0"/>
                  </a:lnTo>
                  <a:lnTo>
                    <a:pt x="139844" y="127509"/>
                  </a:lnTo>
                  <a:lnTo>
                    <a:pt x="115478" y="148885"/>
                  </a:lnTo>
                  <a:lnTo>
                    <a:pt x="0" y="43874"/>
                  </a:lnTo>
                  <a:lnTo>
                    <a:pt x="0" y="43874"/>
                  </a:lnTo>
                  <a:close/>
                  <a:moveTo>
                    <a:pt x="94917" y="101884"/>
                  </a:moveTo>
                  <a:lnTo>
                    <a:pt x="94917" y="101884"/>
                  </a:lnTo>
                  <a:cubicBezTo>
                    <a:pt x="97500" y="99709"/>
                    <a:pt x="97772" y="95802"/>
                    <a:pt x="95564" y="93253"/>
                  </a:cubicBezTo>
                  <a:lnTo>
                    <a:pt x="60322" y="52234"/>
                  </a:lnTo>
                  <a:cubicBezTo>
                    <a:pt x="58113" y="49685"/>
                    <a:pt x="54239" y="49379"/>
                    <a:pt x="51656" y="51588"/>
                  </a:cubicBezTo>
                  <a:lnTo>
                    <a:pt x="51656" y="51588"/>
                  </a:lnTo>
                  <a:cubicBezTo>
                    <a:pt x="49107" y="53797"/>
                    <a:pt x="48802" y="57671"/>
                    <a:pt x="51010" y="60220"/>
                  </a:cubicBezTo>
                  <a:lnTo>
                    <a:pt x="86252" y="101239"/>
                  </a:lnTo>
                  <a:cubicBezTo>
                    <a:pt x="88427" y="103788"/>
                    <a:pt x="92335" y="104093"/>
                    <a:pt x="94883" y="1018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8" name="Google Shape;1398;p30"/>
            <p:cNvSpPr/>
            <p:nvPr/>
          </p:nvSpPr>
          <p:spPr>
            <a:xfrm>
              <a:off x="7878257" y="3997576"/>
              <a:ext cx="139844" cy="148884"/>
            </a:xfrm>
            <a:custGeom>
              <a:avLst/>
              <a:gdLst/>
              <a:ahLst/>
              <a:cxnLst/>
              <a:rect l="l" t="t" r="r" b="b"/>
              <a:pathLst>
                <a:path w="139844" h="148884" extrusionOk="0">
                  <a:moveTo>
                    <a:pt x="139844" y="43874"/>
                  </a:moveTo>
                  <a:lnTo>
                    <a:pt x="89820" y="0"/>
                  </a:lnTo>
                  <a:lnTo>
                    <a:pt x="0" y="127509"/>
                  </a:lnTo>
                  <a:lnTo>
                    <a:pt x="24366" y="148884"/>
                  </a:lnTo>
                  <a:lnTo>
                    <a:pt x="139844" y="43874"/>
                  </a:lnTo>
                  <a:lnTo>
                    <a:pt x="139844" y="43874"/>
                  </a:lnTo>
                  <a:close/>
                  <a:moveTo>
                    <a:pt x="44927" y="101884"/>
                  </a:moveTo>
                  <a:lnTo>
                    <a:pt x="44927" y="101884"/>
                  </a:lnTo>
                  <a:cubicBezTo>
                    <a:pt x="42378" y="99709"/>
                    <a:pt x="42072" y="95801"/>
                    <a:pt x="44281" y="93252"/>
                  </a:cubicBezTo>
                  <a:lnTo>
                    <a:pt x="79523" y="52268"/>
                  </a:lnTo>
                  <a:cubicBezTo>
                    <a:pt x="81732" y="49685"/>
                    <a:pt x="85606" y="49413"/>
                    <a:pt x="88155" y="51622"/>
                  </a:cubicBezTo>
                  <a:lnTo>
                    <a:pt x="88155" y="51622"/>
                  </a:lnTo>
                  <a:cubicBezTo>
                    <a:pt x="90703" y="53831"/>
                    <a:pt x="91010" y="57705"/>
                    <a:pt x="88800" y="60254"/>
                  </a:cubicBezTo>
                  <a:lnTo>
                    <a:pt x="53559" y="101273"/>
                  </a:lnTo>
                  <a:cubicBezTo>
                    <a:pt x="51350" y="103821"/>
                    <a:pt x="47476" y="104127"/>
                    <a:pt x="44893" y="1019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9" name="Google Shape;1399;p30"/>
            <p:cNvSpPr/>
            <p:nvPr/>
          </p:nvSpPr>
          <p:spPr>
            <a:xfrm>
              <a:off x="7569444" y="3987823"/>
              <a:ext cx="66646" cy="66675"/>
            </a:xfrm>
            <a:custGeom>
              <a:avLst/>
              <a:gdLst/>
              <a:ahLst/>
              <a:cxnLst/>
              <a:rect l="l" t="t" r="r" b="b"/>
              <a:pathLst>
                <a:path w="66646" h="66675" extrusionOk="0">
                  <a:moveTo>
                    <a:pt x="55291" y="58384"/>
                  </a:moveTo>
                  <a:cubicBezTo>
                    <a:pt x="69123" y="46252"/>
                    <a:pt x="70516" y="25182"/>
                    <a:pt x="58384" y="11350"/>
                  </a:cubicBezTo>
                  <a:cubicBezTo>
                    <a:pt x="46252" y="-2482"/>
                    <a:pt x="25182" y="-3875"/>
                    <a:pt x="11350" y="8291"/>
                  </a:cubicBezTo>
                  <a:cubicBezTo>
                    <a:pt x="-2482" y="20424"/>
                    <a:pt x="-3875" y="41494"/>
                    <a:pt x="8291" y="55325"/>
                  </a:cubicBezTo>
                  <a:cubicBezTo>
                    <a:pt x="20424" y="69157"/>
                    <a:pt x="41494" y="70550"/>
                    <a:pt x="55325" y="583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0" name="Google Shape;1400;p30"/>
            <p:cNvSpPr/>
            <p:nvPr/>
          </p:nvSpPr>
          <p:spPr>
            <a:xfrm>
              <a:off x="7959242" y="3986668"/>
              <a:ext cx="66675" cy="66680"/>
            </a:xfrm>
            <a:custGeom>
              <a:avLst/>
              <a:gdLst/>
              <a:ahLst/>
              <a:cxnLst/>
              <a:rect l="l" t="t" r="r" b="b"/>
              <a:pathLst>
                <a:path w="66675" h="66680" extrusionOk="0">
                  <a:moveTo>
                    <a:pt x="55325" y="58384"/>
                  </a:moveTo>
                  <a:cubicBezTo>
                    <a:pt x="69157" y="46252"/>
                    <a:pt x="70550" y="25181"/>
                    <a:pt x="58384" y="11350"/>
                  </a:cubicBezTo>
                  <a:cubicBezTo>
                    <a:pt x="46252" y="-2482"/>
                    <a:pt x="25182" y="-3875"/>
                    <a:pt x="11350" y="8291"/>
                  </a:cubicBezTo>
                  <a:cubicBezTo>
                    <a:pt x="-2482" y="20423"/>
                    <a:pt x="-3875" y="41494"/>
                    <a:pt x="8292" y="55325"/>
                  </a:cubicBezTo>
                  <a:cubicBezTo>
                    <a:pt x="20423" y="69157"/>
                    <a:pt x="41494" y="70550"/>
                    <a:pt x="55325" y="584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1" name="Google Shape;1401;p30"/>
            <p:cNvSpPr/>
            <p:nvPr/>
          </p:nvSpPr>
          <p:spPr>
            <a:xfrm>
              <a:off x="7693791" y="3864562"/>
              <a:ext cx="206598" cy="49514"/>
            </a:xfrm>
            <a:custGeom>
              <a:avLst/>
              <a:gdLst/>
              <a:ahLst/>
              <a:cxnLst/>
              <a:rect l="l" t="t" r="r" b="b"/>
              <a:pathLst>
                <a:path w="206598" h="49514" extrusionOk="0">
                  <a:moveTo>
                    <a:pt x="22939" y="0"/>
                  </a:moveTo>
                  <a:lnTo>
                    <a:pt x="183684" y="0"/>
                  </a:lnTo>
                  <a:cubicBezTo>
                    <a:pt x="214236" y="0"/>
                    <a:pt x="214236" y="49515"/>
                    <a:pt x="183684" y="49515"/>
                  </a:cubicBezTo>
                  <a:lnTo>
                    <a:pt x="22939" y="49515"/>
                  </a:lnTo>
                  <a:cubicBezTo>
                    <a:pt x="-7646" y="49515"/>
                    <a:pt x="-7646" y="0"/>
                    <a:pt x="229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2" name="Google Shape;1402;p30"/>
            <p:cNvSpPr/>
            <p:nvPr/>
          </p:nvSpPr>
          <p:spPr>
            <a:xfrm>
              <a:off x="7696544" y="4116996"/>
              <a:ext cx="77585" cy="32556"/>
            </a:xfrm>
            <a:custGeom>
              <a:avLst/>
              <a:gdLst/>
              <a:ahLst/>
              <a:cxnLst/>
              <a:rect l="l" t="t" r="r" b="b"/>
              <a:pathLst>
                <a:path w="77585" h="32556" extrusionOk="0">
                  <a:moveTo>
                    <a:pt x="0" y="32557"/>
                  </a:moveTo>
                  <a:lnTo>
                    <a:pt x="2447" y="0"/>
                  </a:lnTo>
                  <a:lnTo>
                    <a:pt x="77585" y="20526"/>
                  </a:lnTo>
                  <a:lnTo>
                    <a:pt x="77314" y="24468"/>
                  </a:lnTo>
                  <a:lnTo>
                    <a:pt x="0" y="3255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3" name="Google Shape;1403;p30"/>
            <p:cNvSpPr/>
            <p:nvPr/>
          </p:nvSpPr>
          <p:spPr>
            <a:xfrm>
              <a:off x="7821198" y="4115840"/>
              <a:ext cx="77620" cy="32523"/>
            </a:xfrm>
            <a:custGeom>
              <a:avLst/>
              <a:gdLst/>
              <a:ahLst/>
              <a:cxnLst/>
              <a:rect l="l" t="t" r="r" b="b"/>
              <a:pathLst>
                <a:path w="77620" h="32523" extrusionOk="0">
                  <a:moveTo>
                    <a:pt x="77620" y="32523"/>
                  </a:moveTo>
                  <a:lnTo>
                    <a:pt x="75172" y="0"/>
                  </a:lnTo>
                  <a:lnTo>
                    <a:pt x="0" y="20493"/>
                  </a:lnTo>
                  <a:lnTo>
                    <a:pt x="306" y="24435"/>
                  </a:lnTo>
                  <a:lnTo>
                    <a:pt x="77620" y="3252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4" name="Google Shape;1404;p30"/>
            <p:cNvSpPr/>
            <p:nvPr/>
          </p:nvSpPr>
          <p:spPr>
            <a:xfrm>
              <a:off x="7670017" y="4095145"/>
              <a:ext cx="66633" cy="66675"/>
            </a:xfrm>
            <a:custGeom>
              <a:avLst/>
              <a:gdLst/>
              <a:ahLst/>
              <a:cxnLst/>
              <a:rect l="l" t="t" r="r" b="b"/>
              <a:pathLst>
                <a:path w="66633" h="66675" extrusionOk="0">
                  <a:moveTo>
                    <a:pt x="55278" y="58384"/>
                  </a:moveTo>
                  <a:cubicBezTo>
                    <a:pt x="69110" y="46252"/>
                    <a:pt x="70503" y="25182"/>
                    <a:pt x="58370" y="11350"/>
                  </a:cubicBezTo>
                  <a:cubicBezTo>
                    <a:pt x="46238" y="-2482"/>
                    <a:pt x="25168" y="-3875"/>
                    <a:pt x="11337" y="8291"/>
                  </a:cubicBezTo>
                  <a:cubicBezTo>
                    <a:pt x="-2495" y="20424"/>
                    <a:pt x="-3855" y="41494"/>
                    <a:pt x="8278" y="55325"/>
                  </a:cubicBezTo>
                  <a:cubicBezTo>
                    <a:pt x="20410" y="69157"/>
                    <a:pt x="41480" y="70550"/>
                    <a:pt x="55278" y="583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5" name="Google Shape;1405;p30"/>
            <p:cNvSpPr/>
            <p:nvPr/>
          </p:nvSpPr>
          <p:spPr>
            <a:xfrm>
              <a:off x="7858678" y="4093955"/>
              <a:ext cx="66646" cy="66680"/>
            </a:xfrm>
            <a:custGeom>
              <a:avLst/>
              <a:gdLst/>
              <a:ahLst/>
              <a:cxnLst/>
              <a:rect l="l" t="t" r="r" b="b"/>
              <a:pathLst>
                <a:path w="66646" h="66680" extrusionOk="0">
                  <a:moveTo>
                    <a:pt x="11355" y="58384"/>
                  </a:moveTo>
                  <a:cubicBezTo>
                    <a:pt x="-2476" y="46252"/>
                    <a:pt x="-3870" y="25182"/>
                    <a:pt x="8263" y="11350"/>
                  </a:cubicBezTo>
                  <a:cubicBezTo>
                    <a:pt x="20395" y="-2482"/>
                    <a:pt x="41465" y="-3875"/>
                    <a:pt x="55297" y="8291"/>
                  </a:cubicBezTo>
                  <a:cubicBezTo>
                    <a:pt x="69128" y="20424"/>
                    <a:pt x="70522" y="41494"/>
                    <a:pt x="58355" y="55325"/>
                  </a:cubicBezTo>
                  <a:cubicBezTo>
                    <a:pt x="46223" y="69157"/>
                    <a:pt x="25153" y="70550"/>
                    <a:pt x="11321" y="584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6" name="Google Shape;1406;p30"/>
            <p:cNvSpPr/>
            <p:nvPr/>
          </p:nvSpPr>
          <p:spPr>
            <a:xfrm>
              <a:off x="7582799" y="4001246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8" y="39897"/>
                  </a:moveTo>
                  <a:cubicBezTo>
                    <a:pt x="30959" y="39897"/>
                    <a:pt x="39897" y="30925"/>
                    <a:pt x="39897" y="19949"/>
                  </a:cubicBezTo>
                  <a:cubicBezTo>
                    <a:pt x="39897" y="8972"/>
                    <a:pt x="30925" y="0"/>
                    <a:pt x="19948" y="0"/>
                  </a:cubicBezTo>
                  <a:cubicBezTo>
                    <a:pt x="8971" y="0"/>
                    <a:pt x="0" y="8972"/>
                    <a:pt x="0" y="19949"/>
                  </a:cubicBezTo>
                  <a:cubicBezTo>
                    <a:pt x="0" y="30925"/>
                    <a:pt x="8971" y="39897"/>
                    <a:pt x="19948" y="398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7" name="Google Shape;1407;p30"/>
            <p:cNvSpPr/>
            <p:nvPr/>
          </p:nvSpPr>
          <p:spPr>
            <a:xfrm>
              <a:off x="7972631" y="4000056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8" y="39897"/>
                  </a:moveTo>
                  <a:cubicBezTo>
                    <a:pt x="30959" y="39897"/>
                    <a:pt x="39897" y="30925"/>
                    <a:pt x="39897" y="19949"/>
                  </a:cubicBezTo>
                  <a:cubicBezTo>
                    <a:pt x="39897" y="8972"/>
                    <a:pt x="30925" y="0"/>
                    <a:pt x="19948" y="0"/>
                  </a:cubicBezTo>
                  <a:cubicBezTo>
                    <a:pt x="8971" y="0"/>
                    <a:pt x="0" y="8972"/>
                    <a:pt x="0" y="19949"/>
                  </a:cubicBezTo>
                  <a:cubicBezTo>
                    <a:pt x="0" y="30925"/>
                    <a:pt x="8971" y="39897"/>
                    <a:pt x="19948" y="398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8" name="Google Shape;1408;p30"/>
            <p:cNvSpPr/>
            <p:nvPr/>
          </p:nvSpPr>
          <p:spPr>
            <a:xfrm>
              <a:off x="7592212" y="4010625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7" y="21070"/>
                    <a:pt x="21071" y="16347"/>
                    <a:pt x="21071" y="10535"/>
                  </a:cubicBezTo>
                  <a:cubicBezTo>
                    <a:pt x="21071" y="4724"/>
                    <a:pt x="16347" y="0"/>
                    <a:pt x="10535" y="0"/>
                  </a:cubicBezTo>
                  <a:cubicBezTo>
                    <a:pt x="4724" y="0"/>
                    <a:pt x="0" y="4724"/>
                    <a:pt x="0" y="10535"/>
                  </a:cubicBezTo>
                  <a:cubicBezTo>
                    <a:pt x="0" y="16347"/>
                    <a:pt x="4724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9" name="Google Shape;1409;p30"/>
            <p:cNvSpPr/>
            <p:nvPr/>
          </p:nvSpPr>
          <p:spPr>
            <a:xfrm>
              <a:off x="7982045" y="4009470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6" y="21070"/>
                    <a:pt x="21070" y="16346"/>
                    <a:pt x="21070" y="10535"/>
                  </a:cubicBezTo>
                  <a:cubicBezTo>
                    <a:pt x="21070" y="4724"/>
                    <a:pt x="16346" y="0"/>
                    <a:pt x="10535" y="0"/>
                  </a:cubicBezTo>
                  <a:cubicBezTo>
                    <a:pt x="4723" y="0"/>
                    <a:pt x="0" y="4724"/>
                    <a:pt x="0" y="10535"/>
                  </a:cubicBezTo>
                  <a:cubicBezTo>
                    <a:pt x="0" y="16346"/>
                    <a:pt x="4723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0" name="Google Shape;1410;p30"/>
            <p:cNvSpPr/>
            <p:nvPr/>
          </p:nvSpPr>
          <p:spPr>
            <a:xfrm>
              <a:off x="7683392" y="4108534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9" y="39897"/>
                  </a:moveTo>
                  <a:cubicBezTo>
                    <a:pt x="30926" y="39897"/>
                    <a:pt x="39897" y="30925"/>
                    <a:pt x="39897" y="19949"/>
                  </a:cubicBezTo>
                  <a:cubicBezTo>
                    <a:pt x="39897" y="8972"/>
                    <a:pt x="30926" y="0"/>
                    <a:pt x="19949" y="0"/>
                  </a:cubicBezTo>
                  <a:cubicBezTo>
                    <a:pt x="8972" y="0"/>
                    <a:pt x="0" y="8972"/>
                    <a:pt x="0" y="19949"/>
                  </a:cubicBezTo>
                  <a:cubicBezTo>
                    <a:pt x="0" y="30925"/>
                    <a:pt x="8972" y="39897"/>
                    <a:pt x="19949" y="398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1" name="Google Shape;1411;p30"/>
            <p:cNvSpPr/>
            <p:nvPr/>
          </p:nvSpPr>
          <p:spPr>
            <a:xfrm>
              <a:off x="7872072" y="4107344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9" y="39898"/>
                  </a:moveTo>
                  <a:cubicBezTo>
                    <a:pt x="30926" y="39898"/>
                    <a:pt x="39897" y="30926"/>
                    <a:pt x="39897" y="19949"/>
                  </a:cubicBezTo>
                  <a:cubicBezTo>
                    <a:pt x="39897" y="8972"/>
                    <a:pt x="30926" y="0"/>
                    <a:pt x="19949" y="0"/>
                  </a:cubicBezTo>
                  <a:cubicBezTo>
                    <a:pt x="8971" y="0"/>
                    <a:pt x="0" y="8972"/>
                    <a:pt x="0" y="19949"/>
                  </a:cubicBezTo>
                  <a:cubicBezTo>
                    <a:pt x="0" y="30926"/>
                    <a:pt x="8971" y="39898"/>
                    <a:pt x="19949" y="3989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2" name="Google Shape;1412;p30"/>
            <p:cNvSpPr/>
            <p:nvPr/>
          </p:nvSpPr>
          <p:spPr>
            <a:xfrm>
              <a:off x="7692806" y="4117947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7" y="21070"/>
                    <a:pt x="21070" y="16347"/>
                    <a:pt x="21070" y="10535"/>
                  </a:cubicBezTo>
                  <a:cubicBezTo>
                    <a:pt x="21070" y="4724"/>
                    <a:pt x="16313" y="0"/>
                    <a:pt x="10535" y="0"/>
                  </a:cubicBezTo>
                  <a:cubicBezTo>
                    <a:pt x="4757" y="0"/>
                    <a:pt x="0" y="4724"/>
                    <a:pt x="0" y="10535"/>
                  </a:cubicBezTo>
                  <a:cubicBezTo>
                    <a:pt x="0" y="16347"/>
                    <a:pt x="4723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3" name="Google Shape;1413;p30"/>
            <p:cNvSpPr/>
            <p:nvPr/>
          </p:nvSpPr>
          <p:spPr>
            <a:xfrm>
              <a:off x="7881486" y="4116758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7" y="21070"/>
                    <a:pt x="21070" y="16347"/>
                    <a:pt x="21070" y="10535"/>
                  </a:cubicBezTo>
                  <a:cubicBezTo>
                    <a:pt x="21070" y="4724"/>
                    <a:pt x="16347" y="0"/>
                    <a:pt x="10535" y="0"/>
                  </a:cubicBezTo>
                  <a:cubicBezTo>
                    <a:pt x="4723" y="0"/>
                    <a:pt x="0" y="4724"/>
                    <a:pt x="0" y="10535"/>
                  </a:cubicBezTo>
                  <a:cubicBezTo>
                    <a:pt x="0" y="16347"/>
                    <a:pt x="4723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4" name="Google Shape;1414;p30"/>
            <p:cNvSpPr/>
            <p:nvPr/>
          </p:nvSpPr>
          <p:spPr>
            <a:xfrm>
              <a:off x="7702695" y="3872106"/>
              <a:ext cx="34494" cy="34459"/>
            </a:xfrm>
            <a:custGeom>
              <a:avLst/>
              <a:gdLst/>
              <a:ahLst/>
              <a:cxnLst/>
              <a:rect l="l" t="t" r="r" b="b"/>
              <a:pathLst>
                <a:path w="34494" h="34459" extrusionOk="0">
                  <a:moveTo>
                    <a:pt x="17264" y="34460"/>
                  </a:moveTo>
                  <a:cubicBezTo>
                    <a:pt x="26746" y="34460"/>
                    <a:pt x="34494" y="26711"/>
                    <a:pt x="34494" y="17230"/>
                  </a:cubicBezTo>
                  <a:cubicBezTo>
                    <a:pt x="34494" y="7748"/>
                    <a:pt x="26746" y="0"/>
                    <a:pt x="17264" y="0"/>
                  </a:cubicBezTo>
                  <a:cubicBezTo>
                    <a:pt x="7783" y="0"/>
                    <a:pt x="0" y="7748"/>
                    <a:pt x="0" y="17230"/>
                  </a:cubicBezTo>
                  <a:cubicBezTo>
                    <a:pt x="0" y="26711"/>
                    <a:pt x="7748" y="34460"/>
                    <a:pt x="17264" y="34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5" name="Google Shape;1415;p30"/>
            <p:cNvSpPr/>
            <p:nvPr/>
          </p:nvSpPr>
          <p:spPr>
            <a:xfrm>
              <a:off x="7858172" y="3870917"/>
              <a:ext cx="34460" cy="34459"/>
            </a:xfrm>
            <a:custGeom>
              <a:avLst/>
              <a:gdLst/>
              <a:ahLst/>
              <a:cxnLst/>
              <a:rect l="l" t="t" r="r" b="b"/>
              <a:pathLst>
                <a:path w="34460" h="34459" extrusionOk="0">
                  <a:moveTo>
                    <a:pt x="17230" y="34460"/>
                  </a:moveTo>
                  <a:cubicBezTo>
                    <a:pt x="26746" y="34460"/>
                    <a:pt x="34460" y="26711"/>
                    <a:pt x="34460" y="17230"/>
                  </a:cubicBezTo>
                  <a:cubicBezTo>
                    <a:pt x="34460" y="7748"/>
                    <a:pt x="26712" y="0"/>
                    <a:pt x="17230" y="0"/>
                  </a:cubicBezTo>
                  <a:cubicBezTo>
                    <a:pt x="7748" y="0"/>
                    <a:pt x="0" y="7748"/>
                    <a:pt x="0" y="17230"/>
                  </a:cubicBezTo>
                  <a:cubicBezTo>
                    <a:pt x="0" y="26711"/>
                    <a:pt x="7748" y="34460"/>
                    <a:pt x="17230" y="34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6" name="Google Shape;1416;p30"/>
            <p:cNvSpPr/>
            <p:nvPr/>
          </p:nvSpPr>
          <p:spPr>
            <a:xfrm>
              <a:off x="7711772" y="3880384"/>
              <a:ext cx="16509" cy="16544"/>
            </a:xfrm>
            <a:custGeom>
              <a:avLst/>
              <a:gdLst/>
              <a:ahLst/>
              <a:cxnLst/>
              <a:rect l="l" t="t" r="r" b="b"/>
              <a:pathLst>
                <a:path w="16509" h="16544" extrusionOk="0">
                  <a:moveTo>
                    <a:pt x="2614" y="14321"/>
                  </a:moveTo>
                  <a:cubicBezTo>
                    <a:pt x="5944" y="17448"/>
                    <a:pt x="11178" y="17244"/>
                    <a:pt x="14304" y="13913"/>
                  </a:cubicBezTo>
                  <a:cubicBezTo>
                    <a:pt x="17396" y="10583"/>
                    <a:pt x="17226" y="5349"/>
                    <a:pt x="13862" y="2223"/>
                  </a:cubicBezTo>
                  <a:cubicBezTo>
                    <a:pt x="10532" y="-904"/>
                    <a:pt x="5298" y="-700"/>
                    <a:pt x="2206" y="2631"/>
                  </a:cubicBezTo>
                  <a:cubicBezTo>
                    <a:pt x="-887" y="5961"/>
                    <a:pt x="-717" y="11195"/>
                    <a:pt x="2648" y="143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7" name="Google Shape;1417;p30"/>
            <p:cNvSpPr/>
            <p:nvPr/>
          </p:nvSpPr>
          <p:spPr>
            <a:xfrm>
              <a:off x="7867079" y="3879195"/>
              <a:ext cx="16557" cy="16544"/>
            </a:xfrm>
            <a:custGeom>
              <a:avLst/>
              <a:gdLst/>
              <a:ahLst/>
              <a:cxnLst/>
              <a:rect l="l" t="t" r="r" b="b"/>
              <a:pathLst>
                <a:path w="16557" h="16544" extrusionOk="0">
                  <a:moveTo>
                    <a:pt x="13897" y="14321"/>
                  </a:moveTo>
                  <a:cubicBezTo>
                    <a:pt x="10566" y="17448"/>
                    <a:pt x="5333" y="17244"/>
                    <a:pt x="2206" y="13914"/>
                  </a:cubicBezTo>
                  <a:cubicBezTo>
                    <a:pt x="-887" y="10583"/>
                    <a:pt x="-717" y="5349"/>
                    <a:pt x="2648" y="2223"/>
                  </a:cubicBezTo>
                  <a:cubicBezTo>
                    <a:pt x="5978" y="-904"/>
                    <a:pt x="11212" y="-700"/>
                    <a:pt x="14338" y="2631"/>
                  </a:cubicBezTo>
                  <a:cubicBezTo>
                    <a:pt x="17464" y="5961"/>
                    <a:pt x="17261" y="11195"/>
                    <a:pt x="13897" y="143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774568" y="1914040"/>
            <a:ext cx="37931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0C373E"/>
              </a:buClr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rgbClr val="03515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Core Questions</a:t>
            </a:r>
            <a:endParaRPr lang="en-US" sz="2000" noProof="0" dirty="0">
              <a:latin typeface="Montserrat" panose="000005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75409" y="2371695"/>
            <a:ext cx="37931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0C373E"/>
              </a:buClr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rgbClr val="03515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Diagnostic Questions</a:t>
            </a:r>
            <a:endParaRPr lang="en-US" sz="2000" noProof="0" dirty="0">
              <a:latin typeface="Montserrat" panose="000005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76337" y="2796242"/>
            <a:ext cx="37931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0C373E"/>
              </a:buClr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rgbClr val="03515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Perspective Questions</a:t>
            </a:r>
            <a:endParaRPr lang="en-US" sz="2000" noProof="0" dirty="0">
              <a:latin typeface="Montserrat" panose="00000500000000000000" pitchFamily="2" charset="0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30612" y="790698"/>
            <a:ext cx="4761805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 fontAlgn="ctr"/>
            <a:r>
              <a:rPr lang="en-US" sz="1800" b="1" noProof="0" dirty="0">
                <a:solidFill>
                  <a:srgbClr val="03515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Focus :</a:t>
            </a:r>
          </a:p>
          <a:p>
            <a:pPr rtl="1" fontAlgn="ctr"/>
            <a:r>
              <a:rPr lang="en-US" sz="1600" noProof="0" dirty="0">
                <a:solidFill>
                  <a:srgbClr val="0C373E"/>
                </a:solidFill>
                <a:latin typeface="Montserrat" panose="00000500000000000000" pitchFamily="2" charset="0"/>
                <a:cs typeface="+mj-cs"/>
              </a:rPr>
              <a:t>What happened? Simple KPIs, counts, averages.</a:t>
            </a:r>
          </a:p>
          <a:p>
            <a:endParaRPr lang="en-US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847189" y="1867916"/>
            <a:ext cx="5861929" cy="273921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800" b="1" noProof="0" dirty="0">
                <a:solidFill>
                  <a:srgbClr val="03515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Questions</a:t>
            </a:r>
          </a:p>
          <a:p>
            <a:endParaRPr lang="en-US" sz="1800" b="1" noProof="0" dirty="0">
              <a:solidFill>
                <a:srgbClr val="03515F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lvl="2"/>
            <a:r>
              <a:rPr lang="en-US" sz="1600" noProof="0" dirty="0">
                <a:solidFill>
                  <a:srgbClr val="0C373E"/>
                </a:solidFill>
                <a:latin typeface="Montserrat" panose="00000500000000000000" pitchFamily="2" charset="0"/>
                <a:cs typeface="+mj-cs"/>
              </a:rPr>
              <a:t>1. What is the average time between failures for the machines?</a:t>
            </a:r>
          </a:p>
          <a:p>
            <a:pPr lvl="2"/>
            <a:endParaRPr lang="en-US" sz="1600" noProof="0" dirty="0">
              <a:solidFill>
                <a:srgbClr val="0C373E"/>
              </a:solidFill>
              <a:latin typeface="Montserrat" panose="00000500000000000000" pitchFamily="2" charset="0"/>
              <a:cs typeface="+mj-cs"/>
            </a:endParaRPr>
          </a:p>
          <a:p>
            <a:pPr lvl="2" fontAlgn="ctr"/>
            <a:r>
              <a:rPr lang="en-US" sz="1600" noProof="0" dirty="0">
                <a:solidFill>
                  <a:srgbClr val="0C373E"/>
                </a:solidFill>
                <a:latin typeface="Montserrat" panose="00000500000000000000" pitchFamily="2" charset="0"/>
                <a:cs typeface="+mj-cs"/>
              </a:rPr>
              <a:t>2. Which failures (TWF, HDF, PWF, OSF, RNF) are most common, and which cause the longest downtime?</a:t>
            </a:r>
          </a:p>
          <a:p>
            <a:endParaRPr lang="en-US" noProof="0" dirty="0"/>
          </a:p>
          <a:p>
            <a:pPr marL="342900" indent="-342900">
              <a:buAutoNum type="arabicPeriod"/>
            </a:pPr>
            <a:endParaRPr lang="en-US" noProof="0" dirty="0"/>
          </a:p>
          <a:p>
            <a:pPr marL="342900" indent="-342900">
              <a:buAutoNum type="arabicPeriod"/>
            </a:pPr>
            <a:endParaRPr lang="en-US" noProof="0" dirty="0"/>
          </a:p>
          <a:p>
            <a:endParaRPr lang="en-US" noProof="0" dirty="0"/>
          </a:p>
        </p:txBody>
      </p:sp>
      <p:grpSp>
        <p:nvGrpSpPr>
          <p:cNvPr id="1268" name="Google Shape;1268;p30"/>
          <p:cNvGrpSpPr/>
          <p:nvPr/>
        </p:nvGrpSpPr>
        <p:grpSpPr>
          <a:xfrm>
            <a:off x="6590802" y="1205338"/>
            <a:ext cx="3180479" cy="3938442"/>
            <a:chOff x="6590802" y="1205338"/>
            <a:chExt cx="3180479" cy="3938442"/>
          </a:xfrm>
        </p:grpSpPr>
        <p:grpSp>
          <p:nvGrpSpPr>
            <p:cNvPr id="1269" name="Google Shape;1269;p30"/>
            <p:cNvGrpSpPr/>
            <p:nvPr/>
          </p:nvGrpSpPr>
          <p:grpSpPr>
            <a:xfrm>
              <a:off x="6590802" y="1205338"/>
              <a:ext cx="3180479" cy="3938442"/>
              <a:chOff x="6590802" y="1205338"/>
              <a:chExt cx="3180479" cy="3938442"/>
            </a:xfrm>
          </p:grpSpPr>
          <p:sp>
            <p:nvSpPr>
              <p:cNvPr id="1270" name="Google Shape;1270;p30"/>
              <p:cNvSpPr/>
              <p:nvPr/>
            </p:nvSpPr>
            <p:spPr>
              <a:xfrm flipH="1">
                <a:off x="8147676" y="3172468"/>
                <a:ext cx="289800" cy="213712"/>
              </a:xfrm>
              <a:custGeom>
                <a:avLst/>
                <a:gdLst/>
                <a:ahLst/>
                <a:cxnLst/>
                <a:rect l="l" t="t" r="r" b="b"/>
                <a:pathLst>
                  <a:path w="129955" h="95835" extrusionOk="0">
                    <a:moveTo>
                      <a:pt x="64978" y="95835"/>
                    </a:moveTo>
                    <a:cubicBezTo>
                      <a:pt x="100763" y="95835"/>
                      <a:pt x="129955" y="74323"/>
                      <a:pt x="129955" y="47918"/>
                    </a:cubicBezTo>
                    <a:cubicBezTo>
                      <a:pt x="129955" y="21512"/>
                      <a:pt x="100763" y="0"/>
                      <a:pt x="64978" y="0"/>
                    </a:cubicBezTo>
                    <a:cubicBezTo>
                      <a:pt x="29192" y="0"/>
                      <a:pt x="0" y="21546"/>
                      <a:pt x="0" y="47918"/>
                    </a:cubicBezTo>
                    <a:cubicBezTo>
                      <a:pt x="0" y="74289"/>
                      <a:pt x="29192" y="95835"/>
                      <a:pt x="64978" y="95835"/>
                    </a:cubicBezTo>
                    <a:close/>
                  </a:path>
                </a:pathLst>
              </a:custGeom>
              <a:solidFill>
                <a:srgbClr val="0057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1" name="Google Shape;1271;p30"/>
              <p:cNvSpPr/>
              <p:nvPr/>
            </p:nvSpPr>
            <p:spPr>
              <a:xfrm flipH="1">
                <a:off x="8148662" y="3265703"/>
                <a:ext cx="289724" cy="131789"/>
              </a:xfrm>
              <a:custGeom>
                <a:avLst/>
                <a:gdLst/>
                <a:ahLst/>
                <a:cxnLst/>
                <a:rect l="l" t="t" r="r" b="b"/>
                <a:pathLst>
                  <a:path w="129921" h="59098" extrusionOk="0">
                    <a:moveTo>
                      <a:pt x="0" y="0"/>
                    </a:moveTo>
                    <a:lnTo>
                      <a:pt x="129921" y="0"/>
                    </a:lnTo>
                    <a:lnTo>
                      <a:pt x="129921" y="59099"/>
                    </a:lnTo>
                    <a:lnTo>
                      <a:pt x="0" y="5909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2" name="Google Shape;1272;p30"/>
              <p:cNvSpPr/>
              <p:nvPr/>
            </p:nvSpPr>
            <p:spPr>
              <a:xfrm flipH="1">
                <a:off x="8099110" y="3217341"/>
                <a:ext cx="394079" cy="57822"/>
              </a:xfrm>
              <a:custGeom>
                <a:avLst/>
                <a:gdLst/>
                <a:ahLst/>
                <a:cxnLst/>
                <a:rect l="l" t="t" r="r" b="b"/>
                <a:pathLst>
                  <a:path w="176717" h="25929" extrusionOk="0">
                    <a:moveTo>
                      <a:pt x="163736" y="0"/>
                    </a:moveTo>
                    <a:lnTo>
                      <a:pt x="12982" y="0"/>
                    </a:lnTo>
                    <a:cubicBezTo>
                      <a:pt x="5845" y="0"/>
                      <a:pt x="0" y="5845"/>
                      <a:pt x="0" y="12982"/>
                    </a:cubicBezTo>
                    <a:lnTo>
                      <a:pt x="0" y="12982"/>
                    </a:lnTo>
                    <a:cubicBezTo>
                      <a:pt x="0" y="20119"/>
                      <a:pt x="5845" y="25930"/>
                      <a:pt x="12982" y="25930"/>
                    </a:cubicBezTo>
                    <a:lnTo>
                      <a:pt x="163736" y="25930"/>
                    </a:lnTo>
                    <a:cubicBezTo>
                      <a:pt x="170872" y="25930"/>
                      <a:pt x="176718" y="20085"/>
                      <a:pt x="176718" y="12948"/>
                    </a:cubicBezTo>
                    <a:lnTo>
                      <a:pt x="176718" y="12948"/>
                    </a:lnTo>
                    <a:cubicBezTo>
                      <a:pt x="176718" y="5811"/>
                      <a:pt x="170872" y="0"/>
                      <a:pt x="163736" y="0"/>
                    </a:cubicBezTo>
                    <a:close/>
                  </a:path>
                </a:pathLst>
              </a:custGeom>
              <a:solidFill>
                <a:srgbClr val="00495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3" name="Google Shape;1273;p30"/>
              <p:cNvSpPr/>
              <p:nvPr/>
            </p:nvSpPr>
            <p:spPr>
              <a:xfrm flipH="1">
                <a:off x="8394275" y="3275785"/>
                <a:ext cx="19247" cy="73965"/>
              </a:xfrm>
              <a:custGeom>
                <a:avLst/>
                <a:gdLst/>
                <a:ahLst/>
                <a:cxnLst/>
                <a:rect l="l" t="t" r="r" b="b"/>
                <a:pathLst>
                  <a:path w="8631" h="33168" extrusionOk="0">
                    <a:moveTo>
                      <a:pt x="0" y="0"/>
                    </a:moveTo>
                    <a:lnTo>
                      <a:pt x="8632" y="0"/>
                    </a:lnTo>
                    <a:lnTo>
                      <a:pt x="8632" y="33169"/>
                    </a:lnTo>
                    <a:lnTo>
                      <a:pt x="0" y="33169"/>
                    </a:ln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4" name="Google Shape;1274;p30"/>
              <p:cNvSpPr/>
              <p:nvPr/>
            </p:nvSpPr>
            <p:spPr>
              <a:xfrm flipH="1">
                <a:off x="9082312" y="3273815"/>
                <a:ext cx="289800" cy="131789"/>
              </a:xfrm>
              <a:custGeom>
                <a:avLst/>
                <a:gdLst/>
                <a:ahLst/>
                <a:cxnLst/>
                <a:rect l="l" t="t" r="r" b="b"/>
                <a:pathLst>
                  <a:path w="129955" h="59098" extrusionOk="0">
                    <a:moveTo>
                      <a:pt x="0" y="0"/>
                    </a:moveTo>
                    <a:lnTo>
                      <a:pt x="129955" y="0"/>
                    </a:lnTo>
                    <a:lnTo>
                      <a:pt x="129955" y="59099"/>
                    </a:lnTo>
                    <a:lnTo>
                      <a:pt x="0" y="5909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5" name="Google Shape;1275;p30"/>
              <p:cNvSpPr/>
              <p:nvPr/>
            </p:nvSpPr>
            <p:spPr>
              <a:xfrm flipH="1">
                <a:off x="9030259" y="3225453"/>
                <a:ext cx="393927" cy="57822"/>
              </a:xfrm>
              <a:custGeom>
                <a:avLst/>
                <a:gdLst/>
                <a:ahLst/>
                <a:cxnLst/>
                <a:rect l="l" t="t" r="r" b="b"/>
                <a:pathLst>
                  <a:path w="176649" h="25929" extrusionOk="0">
                    <a:moveTo>
                      <a:pt x="12948" y="0"/>
                    </a:moveTo>
                    <a:lnTo>
                      <a:pt x="163702" y="0"/>
                    </a:lnTo>
                    <a:cubicBezTo>
                      <a:pt x="170838" y="0"/>
                      <a:pt x="176650" y="5811"/>
                      <a:pt x="176650" y="12948"/>
                    </a:cubicBezTo>
                    <a:lnTo>
                      <a:pt x="176650" y="12948"/>
                    </a:lnTo>
                    <a:cubicBezTo>
                      <a:pt x="176650" y="20085"/>
                      <a:pt x="170838" y="25930"/>
                      <a:pt x="163702" y="25930"/>
                    </a:cubicBezTo>
                    <a:lnTo>
                      <a:pt x="12948" y="25930"/>
                    </a:lnTo>
                    <a:cubicBezTo>
                      <a:pt x="5811" y="25930"/>
                      <a:pt x="0" y="20085"/>
                      <a:pt x="0" y="12948"/>
                    </a:cubicBezTo>
                    <a:lnTo>
                      <a:pt x="0" y="12948"/>
                    </a:lnTo>
                    <a:cubicBezTo>
                      <a:pt x="0" y="5811"/>
                      <a:pt x="5811" y="0"/>
                      <a:pt x="129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6" name="Google Shape;1276;p30"/>
              <p:cNvSpPr/>
              <p:nvPr/>
            </p:nvSpPr>
            <p:spPr>
              <a:xfrm flipH="1">
                <a:off x="7715701" y="3357802"/>
                <a:ext cx="2055581" cy="865082"/>
              </a:xfrm>
              <a:custGeom>
                <a:avLst/>
                <a:gdLst/>
                <a:ahLst/>
                <a:cxnLst/>
                <a:rect l="l" t="t" r="r" b="b"/>
                <a:pathLst>
                  <a:path w="921785" h="387929" extrusionOk="0">
                    <a:moveTo>
                      <a:pt x="38776" y="34"/>
                    </a:moveTo>
                    <a:lnTo>
                      <a:pt x="883010" y="34"/>
                    </a:lnTo>
                    <a:cubicBezTo>
                      <a:pt x="904420" y="34"/>
                      <a:pt x="921786" y="17400"/>
                      <a:pt x="921786" y="38810"/>
                    </a:cubicBezTo>
                    <a:lnTo>
                      <a:pt x="921786" y="349153"/>
                    </a:lnTo>
                    <a:cubicBezTo>
                      <a:pt x="921786" y="370563"/>
                      <a:pt x="904420" y="387929"/>
                      <a:pt x="883010" y="387929"/>
                    </a:cubicBezTo>
                    <a:lnTo>
                      <a:pt x="38776" y="387929"/>
                    </a:lnTo>
                    <a:cubicBezTo>
                      <a:pt x="17366" y="387929"/>
                      <a:pt x="0" y="370563"/>
                      <a:pt x="0" y="349153"/>
                    </a:cubicBezTo>
                    <a:lnTo>
                      <a:pt x="0" y="38776"/>
                    </a:lnTo>
                    <a:cubicBezTo>
                      <a:pt x="0" y="17366"/>
                      <a:pt x="17366" y="0"/>
                      <a:pt x="387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7" name="Google Shape;1277;p30"/>
              <p:cNvSpPr/>
              <p:nvPr/>
            </p:nvSpPr>
            <p:spPr>
              <a:xfrm flipH="1">
                <a:off x="7715625" y="3766299"/>
                <a:ext cx="2055656" cy="373162"/>
              </a:xfrm>
              <a:custGeom>
                <a:avLst/>
                <a:gdLst/>
                <a:ahLst/>
                <a:cxnLst/>
                <a:rect l="l" t="t" r="r" b="b"/>
                <a:pathLst>
                  <a:path w="921819" h="167337" extrusionOk="0">
                    <a:moveTo>
                      <a:pt x="921786" y="0"/>
                    </a:moveTo>
                    <a:lnTo>
                      <a:pt x="921786" y="128528"/>
                    </a:lnTo>
                    <a:cubicBezTo>
                      <a:pt x="921786" y="149870"/>
                      <a:pt x="904318" y="167338"/>
                      <a:pt x="883010" y="167338"/>
                    </a:cubicBezTo>
                    <a:lnTo>
                      <a:pt x="38776" y="167338"/>
                    </a:lnTo>
                    <a:cubicBezTo>
                      <a:pt x="17434" y="167338"/>
                      <a:pt x="0" y="149870"/>
                      <a:pt x="0" y="128528"/>
                    </a:cubicBezTo>
                    <a:lnTo>
                      <a:pt x="0" y="0"/>
                    </a:lnTo>
                    <a:lnTo>
                      <a:pt x="921820" y="0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8" name="Google Shape;1278;p30"/>
              <p:cNvSpPr/>
              <p:nvPr/>
            </p:nvSpPr>
            <p:spPr>
              <a:xfrm flipH="1">
                <a:off x="9664275" y="3357878"/>
                <a:ext cx="107007" cy="865082"/>
              </a:xfrm>
              <a:custGeom>
                <a:avLst/>
                <a:gdLst/>
                <a:ahLst/>
                <a:cxnLst/>
                <a:rect l="l" t="t" r="r" b="b"/>
                <a:pathLst>
                  <a:path w="47985" h="387929" extrusionOk="0">
                    <a:moveTo>
                      <a:pt x="38776" y="0"/>
                    </a:moveTo>
                    <a:lnTo>
                      <a:pt x="47986" y="0"/>
                    </a:lnTo>
                    <a:lnTo>
                      <a:pt x="47986" y="387929"/>
                    </a:lnTo>
                    <a:lnTo>
                      <a:pt x="38776" y="387929"/>
                    </a:lnTo>
                    <a:cubicBezTo>
                      <a:pt x="17434" y="387929"/>
                      <a:pt x="0" y="370461"/>
                      <a:pt x="0" y="349153"/>
                    </a:cubicBezTo>
                    <a:lnTo>
                      <a:pt x="0" y="38810"/>
                    </a:lnTo>
                    <a:cubicBezTo>
                      <a:pt x="0" y="17468"/>
                      <a:pt x="17434" y="34"/>
                      <a:pt x="38776" y="3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9" name="Google Shape;1279;p30"/>
              <p:cNvSpPr/>
              <p:nvPr/>
            </p:nvSpPr>
            <p:spPr>
              <a:xfrm flipH="1">
                <a:off x="9664199" y="3766299"/>
                <a:ext cx="107082" cy="373088"/>
              </a:xfrm>
              <a:custGeom>
                <a:avLst/>
                <a:gdLst/>
                <a:ahLst/>
                <a:cxnLst/>
                <a:rect l="l" t="t" r="r" b="b"/>
                <a:pathLst>
                  <a:path w="48019" h="167304" extrusionOk="0">
                    <a:moveTo>
                      <a:pt x="47986" y="0"/>
                    </a:moveTo>
                    <a:lnTo>
                      <a:pt x="47986" y="167304"/>
                    </a:lnTo>
                    <a:lnTo>
                      <a:pt x="38776" y="167304"/>
                    </a:lnTo>
                    <a:cubicBezTo>
                      <a:pt x="17434" y="167304"/>
                      <a:pt x="0" y="149836"/>
                      <a:pt x="0" y="128528"/>
                    </a:cubicBezTo>
                    <a:lnTo>
                      <a:pt x="0" y="0"/>
                    </a:lnTo>
                    <a:lnTo>
                      <a:pt x="48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0" name="Google Shape;1280;p30"/>
              <p:cNvSpPr/>
              <p:nvPr/>
            </p:nvSpPr>
            <p:spPr>
              <a:xfrm flipH="1">
                <a:off x="7715263" y="3357878"/>
                <a:ext cx="107007" cy="865082"/>
              </a:xfrm>
              <a:custGeom>
                <a:avLst/>
                <a:gdLst/>
                <a:ahLst/>
                <a:cxnLst/>
                <a:rect l="l" t="t" r="r" b="b"/>
                <a:pathLst>
                  <a:path w="47985" h="387929" extrusionOk="0">
                    <a:moveTo>
                      <a:pt x="9210" y="387929"/>
                    </a:moveTo>
                    <a:lnTo>
                      <a:pt x="0" y="387929"/>
                    </a:lnTo>
                    <a:lnTo>
                      <a:pt x="0" y="0"/>
                    </a:lnTo>
                    <a:lnTo>
                      <a:pt x="9210" y="0"/>
                    </a:lnTo>
                    <a:cubicBezTo>
                      <a:pt x="30552" y="0"/>
                      <a:pt x="47986" y="17468"/>
                      <a:pt x="47986" y="38776"/>
                    </a:cubicBezTo>
                    <a:lnTo>
                      <a:pt x="47986" y="349119"/>
                    </a:lnTo>
                    <a:cubicBezTo>
                      <a:pt x="47986" y="370461"/>
                      <a:pt x="30518" y="387895"/>
                      <a:pt x="9210" y="38789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1" name="Google Shape;1281;p30"/>
              <p:cNvSpPr/>
              <p:nvPr/>
            </p:nvSpPr>
            <p:spPr>
              <a:xfrm flipH="1">
                <a:off x="7715188" y="3766374"/>
                <a:ext cx="107082" cy="373086"/>
              </a:xfrm>
              <a:custGeom>
                <a:avLst/>
                <a:gdLst/>
                <a:ahLst/>
                <a:cxnLst/>
                <a:rect l="l" t="t" r="r" b="b"/>
                <a:pathLst>
                  <a:path w="48019" h="167303" extrusionOk="0">
                    <a:moveTo>
                      <a:pt x="9210" y="167304"/>
                    </a:moveTo>
                    <a:lnTo>
                      <a:pt x="0" y="167304"/>
                    </a:lnTo>
                    <a:lnTo>
                      <a:pt x="0" y="0"/>
                    </a:lnTo>
                    <a:lnTo>
                      <a:pt x="48020" y="0"/>
                    </a:lnTo>
                    <a:lnTo>
                      <a:pt x="48020" y="128528"/>
                    </a:lnTo>
                    <a:cubicBezTo>
                      <a:pt x="48020" y="149870"/>
                      <a:pt x="30552" y="167304"/>
                      <a:pt x="9244" y="1673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2" name="Google Shape;1282;p30"/>
              <p:cNvSpPr/>
              <p:nvPr/>
            </p:nvSpPr>
            <p:spPr>
              <a:xfrm flipH="1">
                <a:off x="7912634" y="3457557"/>
                <a:ext cx="1728040" cy="75026"/>
              </a:xfrm>
              <a:custGeom>
                <a:avLst/>
                <a:gdLst/>
                <a:ahLst/>
                <a:cxnLst/>
                <a:rect l="l" t="t" r="r" b="b"/>
                <a:pathLst>
                  <a:path w="774906" h="33644" extrusionOk="0">
                    <a:moveTo>
                      <a:pt x="16822" y="0"/>
                    </a:moveTo>
                    <a:lnTo>
                      <a:pt x="758084" y="0"/>
                    </a:lnTo>
                    <a:cubicBezTo>
                      <a:pt x="767328" y="0"/>
                      <a:pt x="774907" y="7578"/>
                      <a:pt x="774907" y="16822"/>
                    </a:cubicBezTo>
                    <a:lnTo>
                      <a:pt x="774907" y="16822"/>
                    </a:lnTo>
                    <a:cubicBezTo>
                      <a:pt x="774907" y="26066"/>
                      <a:pt x="767328" y="33644"/>
                      <a:pt x="758084" y="33644"/>
                    </a:cubicBezTo>
                    <a:lnTo>
                      <a:pt x="16822" y="33644"/>
                    </a:lnTo>
                    <a:cubicBezTo>
                      <a:pt x="7545" y="33644"/>
                      <a:pt x="0" y="26066"/>
                      <a:pt x="0" y="16822"/>
                    </a:cubicBezTo>
                    <a:lnTo>
                      <a:pt x="0" y="16822"/>
                    </a:lnTo>
                    <a:cubicBezTo>
                      <a:pt x="0" y="7578"/>
                      <a:pt x="7579" y="0"/>
                      <a:pt x="16822" y="0"/>
                    </a:cubicBez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3" name="Google Shape;1283;p30"/>
              <p:cNvSpPr/>
              <p:nvPr/>
            </p:nvSpPr>
            <p:spPr>
              <a:xfrm flipH="1">
                <a:off x="9328001" y="3283897"/>
                <a:ext cx="19247" cy="73965"/>
              </a:xfrm>
              <a:custGeom>
                <a:avLst/>
                <a:gdLst/>
                <a:ahLst/>
                <a:cxnLst/>
                <a:rect l="l" t="t" r="r" b="b"/>
                <a:pathLst>
                  <a:path w="8631" h="33168" extrusionOk="0">
                    <a:moveTo>
                      <a:pt x="0" y="0"/>
                    </a:moveTo>
                    <a:lnTo>
                      <a:pt x="8632" y="0"/>
                    </a:lnTo>
                    <a:lnTo>
                      <a:pt x="8632" y="33168"/>
                    </a:lnTo>
                    <a:lnTo>
                      <a:pt x="0" y="33168"/>
                    </a:ln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284" name="Google Shape;1284;p30"/>
              <p:cNvGrpSpPr/>
              <p:nvPr/>
            </p:nvGrpSpPr>
            <p:grpSpPr>
              <a:xfrm flipH="1">
                <a:off x="7950758" y="3766296"/>
                <a:ext cx="1585011" cy="675315"/>
                <a:chOff x="4439952" y="2779427"/>
                <a:chExt cx="710608" cy="302764"/>
              </a:xfrm>
            </p:grpSpPr>
            <p:sp>
              <p:nvSpPr>
                <p:cNvPr id="1285" name="Google Shape;1285;p30"/>
                <p:cNvSpPr/>
                <p:nvPr/>
              </p:nvSpPr>
              <p:spPr>
                <a:xfrm>
                  <a:off x="4439952" y="2779427"/>
                  <a:ext cx="71060" cy="286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" h="286520" extrusionOk="0">
                      <a:moveTo>
                        <a:pt x="0" y="0"/>
                      </a:moveTo>
                      <a:lnTo>
                        <a:pt x="71061" y="0"/>
                      </a:lnTo>
                      <a:lnTo>
                        <a:pt x="71061" y="286520"/>
                      </a:lnTo>
                      <a:lnTo>
                        <a:pt x="0" y="28652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86" name="Google Shape;1286;p30"/>
                <p:cNvSpPr/>
                <p:nvPr/>
              </p:nvSpPr>
              <p:spPr>
                <a:xfrm>
                  <a:off x="5079499" y="2795671"/>
                  <a:ext cx="71060" cy="286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" h="286520" extrusionOk="0">
                      <a:moveTo>
                        <a:pt x="0" y="0"/>
                      </a:moveTo>
                      <a:lnTo>
                        <a:pt x="71061" y="0"/>
                      </a:lnTo>
                      <a:lnTo>
                        <a:pt x="71061" y="286520"/>
                      </a:lnTo>
                      <a:lnTo>
                        <a:pt x="0" y="28652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87" name="Google Shape;1287;p30"/>
                <p:cNvSpPr/>
                <p:nvPr/>
              </p:nvSpPr>
              <p:spPr>
                <a:xfrm>
                  <a:off x="4439952" y="3018743"/>
                  <a:ext cx="710608" cy="63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8" h="63448" extrusionOk="0">
                      <a:moveTo>
                        <a:pt x="0" y="0"/>
                      </a:moveTo>
                      <a:lnTo>
                        <a:pt x="710608" y="0"/>
                      </a:lnTo>
                      <a:lnTo>
                        <a:pt x="710608" y="63448"/>
                      </a:lnTo>
                      <a:lnTo>
                        <a:pt x="0" y="6344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sp>
            <p:nvSpPr>
              <p:cNvPr id="1288" name="Google Shape;1288;p30"/>
              <p:cNvSpPr/>
              <p:nvPr/>
            </p:nvSpPr>
            <p:spPr>
              <a:xfrm flipH="1">
                <a:off x="9376164" y="3695045"/>
                <a:ext cx="160663" cy="142475"/>
              </a:xfrm>
              <a:custGeom>
                <a:avLst/>
                <a:gdLst/>
                <a:ahLst/>
                <a:cxnLst/>
                <a:rect l="l" t="t" r="r" b="b"/>
                <a:pathLst>
                  <a:path w="72046" h="63890" extrusionOk="0">
                    <a:moveTo>
                      <a:pt x="36023" y="63890"/>
                    </a:moveTo>
                    <a:cubicBezTo>
                      <a:pt x="55870" y="63890"/>
                      <a:pt x="72046" y="49549"/>
                      <a:pt x="72046" y="31945"/>
                    </a:cubicBezTo>
                    <a:cubicBezTo>
                      <a:pt x="72046" y="14341"/>
                      <a:pt x="55870" y="0"/>
                      <a:pt x="36023" y="0"/>
                    </a:cubicBezTo>
                    <a:cubicBezTo>
                      <a:pt x="16176" y="0"/>
                      <a:pt x="0" y="14375"/>
                      <a:pt x="0" y="31945"/>
                    </a:cubicBezTo>
                    <a:cubicBezTo>
                      <a:pt x="0" y="49515"/>
                      <a:pt x="16176" y="63890"/>
                      <a:pt x="36023" y="6389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9" name="Google Shape;1289;p30"/>
              <p:cNvSpPr/>
              <p:nvPr/>
            </p:nvSpPr>
            <p:spPr>
              <a:xfrm flipH="1">
                <a:off x="7950790" y="3731353"/>
                <a:ext cx="160663" cy="142475"/>
              </a:xfrm>
              <a:custGeom>
                <a:avLst/>
                <a:gdLst/>
                <a:ahLst/>
                <a:cxnLst/>
                <a:rect l="l" t="t" r="r" b="b"/>
                <a:pathLst>
                  <a:path w="72046" h="63890" extrusionOk="0">
                    <a:moveTo>
                      <a:pt x="36023" y="63890"/>
                    </a:moveTo>
                    <a:cubicBezTo>
                      <a:pt x="55870" y="63890"/>
                      <a:pt x="72046" y="49549"/>
                      <a:pt x="72046" y="31945"/>
                    </a:cubicBezTo>
                    <a:cubicBezTo>
                      <a:pt x="72046" y="14341"/>
                      <a:pt x="55870" y="0"/>
                      <a:pt x="36023" y="0"/>
                    </a:cubicBezTo>
                    <a:cubicBezTo>
                      <a:pt x="16176" y="0"/>
                      <a:pt x="0" y="14341"/>
                      <a:pt x="0" y="31945"/>
                    </a:cubicBezTo>
                    <a:cubicBezTo>
                      <a:pt x="0" y="49549"/>
                      <a:pt x="16176" y="63890"/>
                      <a:pt x="36023" y="6389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290" name="Google Shape;1290;p30"/>
              <p:cNvGrpSpPr/>
              <p:nvPr/>
            </p:nvGrpSpPr>
            <p:grpSpPr>
              <a:xfrm flipH="1">
                <a:off x="7063250" y="1284726"/>
                <a:ext cx="506187" cy="975768"/>
                <a:chOff x="4380117" y="1824165"/>
                <a:chExt cx="226939" cy="437466"/>
              </a:xfrm>
            </p:grpSpPr>
            <p:sp>
              <p:nvSpPr>
                <p:cNvPr id="1291" name="Google Shape;1291;p30"/>
                <p:cNvSpPr/>
                <p:nvPr/>
              </p:nvSpPr>
              <p:spPr>
                <a:xfrm>
                  <a:off x="4469971" y="2216942"/>
                  <a:ext cx="57501" cy="446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501" h="44689" extrusionOk="0">
                      <a:moveTo>
                        <a:pt x="57501" y="0"/>
                      </a:moveTo>
                      <a:lnTo>
                        <a:pt x="0" y="0"/>
                      </a:lnTo>
                      <a:lnTo>
                        <a:pt x="18487" y="44689"/>
                      </a:lnTo>
                      <a:lnTo>
                        <a:pt x="38776" y="44689"/>
                      </a:lnTo>
                      <a:lnTo>
                        <a:pt x="5750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2" name="Google Shape;1292;p30"/>
                <p:cNvSpPr/>
                <p:nvPr/>
              </p:nvSpPr>
              <p:spPr>
                <a:xfrm>
                  <a:off x="4496614" y="2025306"/>
                  <a:ext cx="110442" cy="191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42" h="191602" extrusionOk="0">
                      <a:moveTo>
                        <a:pt x="48054" y="0"/>
                      </a:moveTo>
                      <a:cubicBezTo>
                        <a:pt x="48054" y="0"/>
                        <a:pt x="106234" y="59574"/>
                        <a:pt x="110279" y="62973"/>
                      </a:cubicBezTo>
                      <a:cubicBezTo>
                        <a:pt x="114323" y="66337"/>
                        <a:pt x="41937" y="191603"/>
                        <a:pt x="41937" y="191603"/>
                      </a:cubicBezTo>
                      <a:lnTo>
                        <a:pt x="0" y="191603"/>
                      </a:lnTo>
                      <a:lnTo>
                        <a:pt x="0" y="8564"/>
                      </a:lnTo>
                      <a:lnTo>
                        <a:pt x="480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3" name="Google Shape;1293;p30"/>
                <p:cNvSpPr/>
                <p:nvPr/>
              </p:nvSpPr>
              <p:spPr>
                <a:xfrm>
                  <a:off x="4388719" y="2025306"/>
                  <a:ext cx="110410" cy="191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10" h="191602" extrusionOk="0">
                      <a:moveTo>
                        <a:pt x="62391" y="0"/>
                      </a:moveTo>
                      <a:cubicBezTo>
                        <a:pt x="62391" y="0"/>
                        <a:pt x="4210" y="59574"/>
                        <a:pt x="166" y="62973"/>
                      </a:cubicBezTo>
                      <a:cubicBezTo>
                        <a:pt x="-3912" y="66337"/>
                        <a:pt x="68474" y="191603"/>
                        <a:pt x="68474" y="191603"/>
                      </a:cubicBezTo>
                      <a:lnTo>
                        <a:pt x="110410" y="191603"/>
                      </a:lnTo>
                      <a:lnTo>
                        <a:pt x="110410" y="8564"/>
                      </a:lnTo>
                      <a:lnTo>
                        <a:pt x="623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4" name="Google Shape;1294;p30"/>
                <p:cNvSpPr/>
                <p:nvPr/>
              </p:nvSpPr>
              <p:spPr>
                <a:xfrm>
                  <a:off x="4381340" y="1840704"/>
                  <a:ext cx="156938" cy="1811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938" h="181135" extrusionOk="0">
                      <a:moveTo>
                        <a:pt x="0" y="0"/>
                      </a:moveTo>
                      <a:lnTo>
                        <a:pt x="20152" y="0"/>
                      </a:lnTo>
                      <a:cubicBezTo>
                        <a:pt x="95359" y="0"/>
                        <a:pt x="156939" y="61545"/>
                        <a:pt x="156939" y="136786"/>
                      </a:cubicBezTo>
                      <a:lnTo>
                        <a:pt x="156939" y="181136"/>
                      </a:lnTo>
                      <a:lnTo>
                        <a:pt x="82309" y="181136"/>
                      </a:lnTo>
                      <a:lnTo>
                        <a:pt x="82309" y="162478"/>
                      </a:lnTo>
                      <a:cubicBezTo>
                        <a:pt x="82309" y="94646"/>
                        <a:pt x="48733" y="70143"/>
                        <a:pt x="34" y="71741"/>
                      </a:cubicBezTo>
                      <a:lnTo>
                        <a:pt x="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5" name="Google Shape;1295;p30"/>
                <p:cNvSpPr/>
                <p:nvPr/>
              </p:nvSpPr>
              <p:spPr>
                <a:xfrm>
                  <a:off x="4432079" y="2021024"/>
                  <a:ext cx="132436" cy="23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436" h="23721" extrusionOk="0">
                      <a:moveTo>
                        <a:pt x="0" y="23721"/>
                      </a:moveTo>
                      <a:lnTo>
                        <a:pt x="0" y="11861"/>
                      </a:lnTo>
                      <a:cubicBezTo>
                        <a:pt x="0" y="5336"/>
                        <a:pt x="5336" y="0"/>
                        <a:pt x="11860" y="0"/>
                      </a:cubicBezTo>
                      <a:lnTo>
                        <a:pt x="120576" y="0"/>
                      </a:lnTo>
                      <a:cubicBezTo>
                        <a:pt x="127101" y="0"/>
                        <a:pt x="132436" y="5336"/>
                        <a:pt x="132436" y="11861"/>
                      </a:cubicBezTo>
                      <a:lnTo>
                        <a:pt x="132436" y="23721"/>
                      </a:lnTo>
                      <a:lnTo>
                        <a:pt x="0" y="2372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6" name="Google Shape;1296;p30"/>
                <p:cNvSpPr/>
                <p:nvPr/>
              </p:nvSpPr>
              <p:spPr>
                <a:xfrm>
                  <a:off x="4493284" y="2021024"/>
                  <a:ext cx="71230" cy="23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230" h="23721" extrusionOk="0">
                      <a:moveTo>
                        <a:pt x="0" y="0"/>
                      </a:moveTo>
                      <a:lnTo>
                        <a:pt x="59370" y="0"/>
                      </a:lnTo>
                      <a:cubicBezTo>
                        <a:pt x="65895" y="0"/>
                        <a:pt x="71231" y="5336"/>
                        <a:pt x="71231" y="11861"/>
                      </a:cubicBezTo>
                      <a:lnTo>
                        <a:pt x="71231" y="23721"/>
                      </a:lnTo>
                      <a:lnTo>
                        <a:pt x="0" y="2372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7" name="Google Shape;1297;p30"/>
                <p:cNvSpPr/>
                <p:nvPr/>
              </p:nvSpPr>
              <p:spPr>
                <a:xfrm>
                  <a:off x="4453489" y="2009877"/>
                  <a:ext cx="99131" cy="11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31" h="11248" extrusionOk="0">
                      <a:moveTo>
                        <a:pt x="93524" y="0"/>
                      </a:moveTo>
                      <a:lnTo>
                        <a:pt x="5607" y="0"/>
                      </a:lnTo>
                      <a:cubicBezTo>
                        <a:pt x="2515" y="0"/>
                        <a:pt x="0" y="2515"/>
                        <a:pt x="0" y="5607"/>
                      </a:cubicBezTo>
                      <a:lnTo>
                        <a:pt x="0" y="5607"/>
                      </a:lnTo>
                      <a:cubicBezTo>
                        <a:pt x="0" y="8700"/>
                        <a:pt x="2515" y="11249"/>
                        <a:pt x="5607" y="11249"/>
                      </a:cubicBezTo>
                      <a:lnTo>
                        <a:pt x="93524" y="11249"/>
                      </a:lnTo>
                      <a:cubicBezTo>
                        <a:pt x="96617" y="11249"/>
                        <a:pt x="99131" y="8700"/>
                        <a:pt x="99131" y="5607"/>
                      </a:cubicBezTo>
                      <a:lnTo>
                        <a:pt x="99131" y="5607"/>
                      </a:lnTo>
                      <a:cubicBezTo>
                        <a:pt x="99131" y="2515"/>
                        <a:pt x="96583" y="0"/>
                        <a:pt x="935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8" name="Google Shape;1298;p30"/>
                <p:cNvSpPr/>
                <p:nvPr/>
              </p:nvSpPr>
              <p:spPr>
                <a:xfrm>
                  <a:off x="4451585" y="1992137"/>
                  <a:ext cx="99199" cy="11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99" h="11248" extrusionOk="0">
                      <a:moveTo>
                        <a:pt x="93558" y="34"/>
                      </a:moveTo>
                      <a:lnTo>
                        <a:pt x="5641" y="34"/>
                      </a:lnTo>
                      <a:cubicBezTo>
                        <a:pt x="2549" y="34"/>
                        <a:pt x="0" y="2549"/>
                        <a:pt x="0" y="5641"/>
                      </a:cubicBezTo>
                      <a:lnTo>
                        <a:pt x="0" y="5641"/>
                      </a:lnTo>
                      <a:cubicBezTo>
                        <a:pt x="0" y="8734"/>
                        <a:pt x="2549" y="11249"/>
                        <a:pt x="5641" y="11249"/>
                      </a:cubicBezTo>
                      <a:lnTo>
                        <a:pt x="93558" y="11249"/>
                      </a:lnTo>
                      <a:cubicBezTo>
                        <a:pt x="96651" y="11249"/>
                        <a:pt x="99200" y="8700"/>
                        <a:pt x="99200" y="5607"/>
                      </a:cubicBezTo>
                      <a:lnTo>
                        <a:pt x="99200" y="5607"/>
                      </a:lnTo>
                      <a:cubicBezTo>
                        <a:pt x="99200" y="2515"/>
                        <a:pt x="96685" y="0"/>
                        <a:pt x="9355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9" name="Google Shape;1299;p30"/>
                <p:cNvSpPr/>
                <p:nvPr/>
              </p:nvSpPr>
              <p:spPr>
                <a:xfrm>
                  <a:off x="4449751" y="1974466"/>
                  <a:ext cx="99165" cy="11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65" h="11214" extrusionOk="0">
                      <a:moveTo>
                        <a:pt x="93524" y="0"/>
                      </a:moveTo>
                      <a:lnTo>
                        <a:pt x="5607" y="0"/>
                      </a:lnTo>
                      <a:cubicBezTo>
                        <a:pt x="2515" y="0"/>
                        <a:pt x="0" y="2515"/>
                        <a:pt x="0" y="5607"/>
                      </a:cubicBezTo>
                      <a:lnTo>
                        <a:pt x="0" y="5607"/>
                      </a:lnTo>
                      <a:cubicBezTo>
                        <a:pt x="0" y="8700"/>
                        <a:pt x="2515" y="11215"/>
                        <a:pt x="5607" y="11215"/>
                      </a:cubicBezTo>
                      <a:lnTo>
                        <a:pt x="93524" y="11215"/>
                      </a:lnTo>
                      <a:cubicBezTo>
                        <a:pt x="96617" y="11215"/>
                        <a:pt x="99165" y="8666"/>
                        <a:pt x="99165" y="5607"/>
                      </a:cubicBezTo>
                      <a:lnTo>
                        <a:pt x="99165" y="5607"/>
                      </a:lnTo>
                      <a:cubicBezTo>
                        <a:pt x="99165" y="2515"/>
                        <a:pt x="96651" y="0"/>
                        <a:pt x="935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0" name="Google Shape;1300;p30"/>
                <p:cNvSpPr/>
                <p:nvPr/>
              </p:nvSpPr>
              <p:spPr>
                <a:xfrm>
                  <a:off x="4447881" y="1956760"/>
                  <a:ext cx="99131" cy="11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31" h="11214" extrusionOk="0">
                      <a:moveTo>
                        <a:pt x="93524" y="0"/>
                      </a:moveTo>
                      <a:lnTo>
                        <a:pt x="5607" y="0"/>
                      </a:lnTo>
                      <a:cubicBezTo>
                        <a:pt x="2515" y="0"/>
                        <a:pt x="0" y="2515"/>
                        <a:pt x="0" y="5607"/>
                      </a:cubicBezTo>
                      <a:lnTo>
                        <a:pt x="0" y="5607"/>
                      </a:lnTo>
                      <a:cubicBezTo>
                        <a:pt x="0" y="8700"/>
                        <a:pt x="2549" y="11215"/>
                        <a:pt x="5607" y="11215"/>
                      </a:cubicBezTo>
                      <a:lnTo>
                        <a:pt x="93524" y="11215"/>
                      </a:lnTo>
                      <a:cubicBezTo>
                        <a:pt x="96617" y="11215"/>
                        <a:pt x="99132" y="8700"/>
                        <a:pt x="99132" y="5607"/>
                      </a:cubicBezTo>
                      <a:lnTo>
                        <a:pt x="99132" y="5607"/>
                      </a:lnTo>
                      <a:cubicBezTo>
                        <a:pt x="99132" y="2515"/>
                        <a:pt x="96617" y="0"/>
                        <a:pt x="935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1" name="Google Shape;1301;p30"/>
                <p:cNvSpPr/>
                <p:nvPr/>
              </p:nvSpPr>
              <p:spPr>
                <a:xfrm>
                  <a:off x="4446074" y="1936907"/>
                  <a:ext cx="99074" cy="15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74" h="15507" extrusionOk="0">
                      <a:moveTo>
                        <a:pt x="93156" y="6"/>
                      </a:moveTo>
                      <a:lnTo>
                        <a:pt x="5341" y="4288"/>
                      </a:lnTo>
                      <a:cubicBezTo>
                        <a:pt x="2249" y="4424"/>
                        <a:pt x="-130" y="7074"/>
                        <a:pt x="6" y="10167"/>
                      </a:cubicBezTo>
                      <a:lnTo>
                        <a:pt x="6" y="10167"/>
                      </a:lnTo>
                      <a:cubicBezTo>
                        <a:pt x="142" y="13259"/>
                        <a:pt x="2792" y="15638"/>
                        <a:pt x="5885" y="15502"/>
                      </a:cubicBezTo>
                      <a:lnTo>
                        <a:pt x="93734" y="11220"/>
                      </a:lnTo>
                      <a:cubicBezTo>
                        <a:pt x="96826" y="11084"/>
                        <a:pt x="99205" y="8434"/>
                        <a:pt x="99069" y="5341"/>
                      </a:cubicBezTo>
                      <a:lnTo>
                        <a:pt x="99069" y="5341"/>
                      </a:lnTo>
                      <a:cubicBezTo>
                        <a:pt x="98899" y="2249"/>
                        <a:pt x="96283" y="-130"/>
                        <a:pt x="93190" y="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2" name="Google Shape;1302;p30"/>
                <p:cNvSpPr/>
                <p:nvPr/>
              </p:nvSpPr>
              <p:spPr>
                <a:xfrm>
                  <a:off x="4437315" y="1910952"/>
                  <a:ext cx="97595" cy="2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595" h="27725" extrusionOk="0">
                      <a:moveTo>
                        <a:pt x="90939" y="99"/>
                      </a:moveTo>
                      <a:lnTo>
                        <a:pt x="4551" y="16582"/>
                      </a:lnTo>
                      <a:cubicBezTo>
                        <a:pt x="1526" y="17159"/>
                        <a:pt x="-479" y="20116"/>
                        <a:pt x="99" y="23175"/>
                      </a:cubicBezTo>
                      <a:lnTo>
                        <a:pt x="99" y="23175"/>
                      </a:lnTo>
                      <a:cubicBezTo>
                        <a:pt x="677" y="26199"/>
                        <a:pt x="3633" y="28204"/>
                        <a:pt x="6658" y="27626"/>
                      </a:cubicBezTo>
                      <a:lnTo>
                        <a:pt x="93012" y="11110"/>
                      </a:lnTo>
                      <a:cubicBezTo>
                        <a:pt x="96036" y="10532"/>
                        <a:pt x="98075" y="7576"/>
                        <a:pt x="97498" y="4551"/>
                      </a:cubicBezTo>
                      <a:lnTo>
                        <a:pt x="97498" y="4551"/>
                      </a:lnTo>
                      <a:cubicBezTo>
                        <a:pt x="96920" y="1526"/>
                        <a:pt x="93963" y="-478"/>
                        <a:pt x="90939" y="9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3" name="Google Shape;1303;p30"/>
                <p:cNvSpPr/>
                <p:nvPr/>
              </p:nvSpPr>
              <p:spPr>
                <a:xfrm>
                  <a:off x="4429531" y="1882948"/>
                  <a:ext cx="90598" cy="49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598" h="49035" extrusionOk="0">
                      <a:moveTo>
                        <a:pt x="82580" y="542"/>
                      </a:moveTo>
                      <a:lnTo>
                        <a:pt x="3193" y="38366"/>
                      </a:lnTo>
                      <a:cubicBezTo>
                        <a:pt x="406" y="39692"/>
                        <a:pt x="-783" y="43056"/>
                        <a:pt x="542" y="45843"/>
                      </a:cubicBezTo>
                      <a:lnTo>
                        <a:pt x="542" y="45843"/>
                      </a:lnTo>
                      <a:cubicBezTo>
                        <a:pt x="1867" y="48630"/>
                        <a:pt x="5232" y="49819"/>
                        <a:pt x="8018" y="48494"/>
                      </a:cubicBezTo>
                      <a:lnTo>
                        <a:pt x="87405" y="10669"/>
                      </a:lnTo>
                      <a:cubicBezTo>
                        <a:pt x="90192" y="9344"/>
                        <a:pt x="91382" y="5980"/>
                        <a:pt x="90056" y="3193"/>
                      </a:cubicBezTo>
                      <a:lnTo>
                        <a:pt x="90056" y="3193"/>
                      </a:lnTo>
                      <a:cubicBezTo>
                        <a:pt x="88731" y="406"/>
                        <a:pt x="85332" y="-783"/>
                        <a:pt x="82546" y="542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4" name="Google Shape;1304;p30"/>
                <p:cNvSpPr/>
                <p:nvPr/>
              </p:nvSpPr>
              <p:spPr>
                <a:xfrm>
                  <a:off x="4422838" y="1855265"/>
                  <a:ext cx="71972" cy="7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972" h="74814" extrusionOk="0">
                      <a:moveTo>
                        <a:pt x="62324" y="1718"/>
                      </a:moveTo>
                      <a:lnTo>
                        <a:pt x="1560" y="65302"/>
                      </a:lnTo>
                      <a:cubicBezTo>
                        <a:pt x="-581" y="67545"/>
                        <a:pt x="-513" y="71113"/>
                        <a:pt x="1730" y="73254"/>
                      </a:cubicBezTo>
                      <a:lnTo>
                        <a:pt x="1730" y="73254"/>
                      </a:lnTo>
                      <a:cubicBezTo>
                        <a:pt x="3973" y="75395"/>
                        <a:pt x="7541" y="75327"/>
                        <a:pt x="9682" y="73085"/>
                      </a:cubicBezTo>
                      <a:lnTo>
                        <a:pt x="70412" y="9500"/>
                      </a:lnTo>
                      <a:cubicBezTo>
                        <a:pt x="72553" y="7257"/>
                        <a:pt x="72485" y="3689"/>
                        <a:pt x="70242" y="1548"/>
                      </a:cubicBezTo>
                      <a:lnTo>
                        <a:pt x="70242" y="1548"/>
                      </a:lnTo>
                      <a:cubicBezTo>
                        <a:pt x="67999" y="-593"/>
                        <a:pt x="64431" y="-491"/>
                        <a:pt x="62324" y="171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5" name="Google Shape;1305;p30"/>
                <p:cNvSpPr/>
                <p:nvPr/>
              </p:nvSpPr>
              <p:spPr>
                <a:xfrm>
                  <a:off x="4416185" y="1835374"/>
                  <a:ext cx="45386" cy="922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86" h="92221" extrusionOk="0">
                      <a:moveTo>
                        <a:pt x="34619" y="3427"/>
                      </a:moveTo>
                      <a:lnTo>
                        <a:pt x="431" y="84445"/>
                      </a:lnTo>
                      <a:cubicBezTo>
                        <a:pt x="-758" y="87299"/>
                        <a:pt x="601" y="90596"/>
                        <a:pt x="3422" y="91785"/>
                      </a:cubicBezTo>
                      <a:lnTo>
                        <a:pt x="3422" y="91785"/>
                      </a:lnTo>
                      <a:cubicBezTo>
                        <a:pt x="6277" y="92975"/>
                        <a:pt x="9573" y="91649"/>
                        <a:pt x="10762" y="88795"/>
                      </a:cubicBezTo>
                      <a:lnTo>
                        <a:pt x="44951" y="7777"/>
                      </a:lnTo>
                      <a:cubicBezTo>
                        <a:pt x="46140" y="4956"/>
                        <a:pt x="44815" y="1625"/>
                        <a:pt x="41960" y="436"/>
                      </a:cubicBezTo>
                      <a:lnTo>
                        <a:pt x="41960" y="436"/>
                      </a:lnTo>
                      <a:cubicBezTo>
                        <a:pt x="39105" y="-753"/>
                        <a:pt x="35809" y="572"/>
                        <a:pt x="34585" y="342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6" name="Google Shape;1306;p30"/>
                <p:cNvSpPr/>
                <p:nvPr/>
              </p:nvSpPr>
              <p:spPr>
                <a:xfrm>
                  <a:off x="4407685" y="1824165"/>
                  <a:ext cx="19556" cy="98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56" h="98768" extrusionOk="0">
                      <a:moveTo>
                        <a:pt x="8354" y="5086"/>
                      </a:moveTo>
                      <a:lnTo>
                        <a:pt x="28" y="92629"/>
                      </a:lnTo>
                      <a:cubicBezTo>
                        <a:pt x="-279" y="95722"/>
                        <a:pt x="1999" y="98440"/>
                        <a:pt x="5091" y="98746"/>
                      </a:cubicBezTo>
                      <a:lnTo>
                        <a:pt x="5091" y="98746"/>
                      </a:lnTo>
                      <a:cubicBezTo>
                        <a:pt x="8149" y="99018"/>
                        <a:pt x="10902" y="96775"/>
                        <a:pt x="11208" y="93683"/>
                      </a:cubicBezTo>
                      <a:lnTo>
                        <a:pt x="19534" y="6140"/>
                      </a:lnTo>
                      <a:cubicBezTo>
                        <a:pt x="19806" y="3047"/>
                        <a:pt x="17563" y="294"/>
                        <a:pt x="14471" y="22"/>
                      </a:cubicBezTo>
                      <a:lnTo>
                        <a:pt x="14471" y="22"/>
                      </a:lnTo>
                      <a:cubicBezTo>
                        <a:pt x="11378" y="-250"/>
                        <a:pt x="8625" y="1993"/>
                        <a:pt x="8320" y="508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7" name="Google Shape;1307;p30"/>
                <p:cNvSpPr/>
                <p:nvPr/>
              </p:nvSpPr>
              <p:spPr>
                <a:xfrm>
                  <a:off x="4380117" y="1825037"/>
                  <a:ext cx="11486" cy="991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86" h="99165" extrusionOk="0">
                      <a:moveTo>
                        <a:pt x="238" y="5607"/>
                      </a:moveTo>
                      <a:lnTo>
                        <a:pt x="0" y="93524"/>
                      </a:lnTo>
                      <a:cubicBezTo>
                        <a:pt x="0" y="96617"/>
                        <a:pt x="2515" y="99166"/>
                        <a:pt x="5607" y="99166"/>
                      </a:cubicBezTo>
                      <a:lnTo>
                        <a:pt x="5607" y="99166"/>
                      </a:lnTo>
                      <a:cubicBezTo>
                        <a:pt x="8700" y="99166"/>
                        <a:pt x="11249" y="96651"/>
                        <a:pt x="11249" y="93558"/>
                      </a:cubicBezTo>
                      <a:lnTo>
                        <a:pt x="11486" y="5641"/>
                      </a:lnTo>
                      <a:cubicBezTo>
                        <a:pt x="11486" y="2549"/>
                        <a:pt x="8971" y="34"/>
                        <a:pt x="5879" y="0"/>
                      </a:cubicBezTo>
                      <a:lnTo>
                        <a:pt x="5879" y="0"/>
                      </a:lnTo>
                      <a:cubicBezTo>
                        <a:pt x="2787" y="0"/>
                        <a:pt x="272" y="2515"/>
                        <a:pt x="238" y="560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1308" name="Google Shape;1308;p30"/>
              <p:cNvGrpSpPr/>
              <p:nvPr/>
            </p:nvGrpSpPr>
            <p:grpSpPr>
              <a:xfrm flipH="1">
                <a:off x="8101743" y="3785367"/>
                <a:ext cx="1282941" cy="330190"/>
                <a:chOff x="2195175" y="2564277"/>
                <a:chExt cx="575181" cy="148034"/>
              </a:xfrm>
            </p:grpSpPr>
            <p:sp>
              <p:nvSpPr>
                <p:cNvPr id="1309" name="Google Shape;1309;p30"/>
                <p:cNvSpPr/>
                <p:nvPr/>
              </p:nvSpPr>
              <p:spPr>
                <a:xfrm>
                  <a:off x="2692873" y="2596358"/>
                  <a:ext cx="63822" cy="79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7982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79829"/>
                      </a:lnTo>
                      <a:lnTo>
                        <a:pt x="0" y="798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0" name="Google Shape;1310;p30"/>
                <p:cNvSpPr/>
                <p:nvPr/>
              </p:nvSpPr>
              <p:spPr>
                <a:xfrm>
                  <a:off x="2692873" y="2606622"/>
                  <a:ext cx="63822" cy="11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11384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11385"/>
                      </a:lnTo>
                      <a:lnTo>
                        <a:pt x="0" y="11385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1" name="Google Shape;1311;p30"/>
                <p:cNvSpPr/>
                <p:nvPr/>
              </p:nvSpPr>
              <p:spPr>
                <a:xfrm>
                  <a:off x="2744731" y="2566146"/>
                  <a:ext cx="25624" cy="14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4" h="143107" extrusionOk="0">
                      <a:moveTo>
                        <a:pt x="25624" y="0"/>
                      </a:moveTo>
                      <a:lnTo>
                        <a:pt x="12812" y="0"/>
                      </a:lnTo>
                      <a:cubicBezTo>
                        <a:pt x="5777" y="0"/>
                        <a:pt x="0" y="5777"/>
                        <a:pt x="0" y="12812"/>
                      </a:cubicBezTo>
                      <a:lnTo>
                        <a:pt x="0" y="130295"/>
                      </a:lnTo>
                      <a:cubicBezTo>
                        <a:pt x="0" y="137330"/>
                        <a:pt x="5777" y="143107"/>
                        <a:pt x="12812" y="143107"/>
                      </a:cubicBezTo>
                      <a:lnTo>
                        <a:pt x="25624" y="143107"/>
                      </a:lnTo>
                      <a:lnTo>
                        <a:pt x="256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2" name="Google Shape;1312;p30"/>
                <p:cNvSpPr/>
                <p:nvPr/>
              </p:nvSpPr>
              <p:spPr>
                <a:xfrm>
                  <a:off x="2744731" y="2632280"/>
                  <a:ext cx="25624" cy="76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4" h="76974" extrusionOk="0">
                      <a:moveTo>
                        <a:pt x="0" y="0"/>
                      </a:moveTo>
                      <a:lnTo>
                        <a:pt x="0" y="64162"/>
                      </a:lnTo>
                      <a:cubicBezTo>
                        <a:pt x="0" y="71197"/>
                        <a:pt x="5777" y="76974"/>
                        <a:pt x="12812" y="76974"/>
                      </a:cubicBezTo>
                      <a:lnTo>
                        <a:pt x="25624" y="76974"/>
                      </a:lnTo>
                      <a:lnTo>
                        <a:pt x="2562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3" name="Google Shape;1313;p30"/>
                <p:cNvSpPr/>
                <p:nvPr/>
              </p:nvSpPr>
              <p:spPr>
                <a:xfrm>
                  <a:off x="2272625" y="2564277"/>
                  <a:ext cx="423680" cy="1480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680" h="148034" extrusionOk="0">
                      <a:moveTo>
                        <a:pt x="14341" y="0"/>
                      </a:moveTo>
                      <a:lnTo>
                        <a:pt x="409339" y="0"/>
                      </a:lnTo>
                      <a:cubicBezTo>
                        <a:pt x="417257" y="0"/>
                        <a:pt x="423680" y="6661"/>
                        <a:pt x="423680" y="14783"/>
                      </a:cubicBezTo>
                      <a:lnTo>
                        <a:pt x="423680" y="133252"/>
                      </a:lnTo>
                      <a:cubicBezTo>
                        <a:pt x="423680" y="141408"/>
                        <a:pt x="417257" y="148035"/>
                        <a:pt x="409339" y="148035"/>
                      </a:cubicBezTo>
                      <a:lnTo>
                        <a:pt x="14341" y="148035"/>
                      </a:lnTo>
                      <a:cubicBezTo>
                        <a:pt x="6457" y="148035"/>
                        <a:pt x="0" y="141374"/>
                        <a:pt x="0" y="133252"/>
                      </a:cubicBezTo>
                      <a:lnTo>
                        <a:pt x="0" y="14783"/>
                      </a:lnTo>
                      <a:cubicBezTo>
                        <a:pt x="0" y="6661"/>
                        <a:pt x="6457" y="0"/>
                        <a:pt x="1434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4" name="Google Shape;1314;p30"/>
                <p:cNvSpPr/>
                <p:nvPr/>
              </p:nvSpPr>
              <p:spPr>
                <a:xfrm>
                  <a:off x="2285267" y="2573283"/>
                  <a:ext cx="397954" cy="130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954" h="130295" extrusionOk="0">
                      <a:moveTo>
                        <a:pt x="12608" y="0"/>
                      </a:moveTo>
                      <a:lnTo>
                        <a:pt x="385312" y="0"/>
                      </a:lnTo>
                      <a:cubicBezTo>
                        <a:pt x="392245" y="0"/>
                        <a:pt x="397954" y="5845"/>
                        <a:pt x="397954" y="13016"/>
                      </a:cubicBezTo>
                      <a:lnTo>
                        <a:pt x="397954" y="117279"/>
                      </a:lnTo>
                      <a:cubicBezTo>
                        <a:pt x="397954" y="124416"/>
                        <a:pt x="392245" y="130295"/>
                        <a:pt x="385312" y="130295"/>
                      </a:cubicBezTo>
                      <a:lnTo>
                        <a:pt x="12608" y="130295"/>
                      </a:lnTo>
                      <a:cubicBezTo>
                        <a:pt x="5675" y="130295"/>
                        <a:pt x="0" y="124416"/>
                        <a:pt x="0" y="117279"/>
                      </a:cubicBezTo>
                      <a:lnTo>
                        <a:pt x="0" y="13016"/>
                      </a:lnTo>
                      <a:cubicBezTo>
                        <a:pt x="0" y="5845"/>
                        <a:pt x="5675" y="0"/>
                        <a:pt x="12608" y="0"/>
                      </a:cubicBez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grpSp>
              <p:nvGrpSpPr>
                <p:cNvPr id="1315" name="Google Shape;1315;p30"/>
                <p:cNvGrpSpPr/>
                <p:nvPr/>
              </p:nvGrpSpPr>
              <p:grpSpPr>
                <a:xfrm>
                  <a:off x="2445264" y="2583716"/>
                  <a:ext cx="207540" cy="106166"/>
                  <a:chOff x="2445264" y="2583716"/>
                  <a:chExt cx="207540" cy="106166"/>
                </a:xfrm>
              </p:grpSpPr>
              <p:sp>
                <p:nvSpPr>
                  <p:cNvPr id="1316" name="Google Shape;1316;p30"/>
                  <p:cNvSpPr/>
                  <p:nvPr/>
                </p:nvSpPr>
                <p:spPr>
                  <a:xfrm>
                    <a:off x="2445264" y="2628813"/>
                    <a:ext cx="53694" cy="20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694" h="20900" extrusionOk="0">
                        <a:moveTo>
                          <a:pt x="0" y="0"/>
                        </a:moveTo>
                        <a:lnTo>
                          <a:pt x="53695" y="0"/>
                        </a:lnTo>
                        <a:lnTo>
                          <a:pt x="53695" y="20900"/>
                        </a:lnTo>
                        <a:lnTo>
                          <a:pt x="0" y="2090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17" name="Google Shape;1317;p30"/>
                  <p:cNvSpPr/>
                  <p:nvPr/>
                </p:nvSpPr>
                <p:spPr>
                  <a:xfrm>
                    <a:off x="2599110" y="2627216"/>
                    <a:ext cx="53694" cy="20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694" h="20900" extrusionOk="0">
                        <a:moveTo>
                          <a:pt x="0" y="0"/>
                        </a:moveTo>
                        <a:lnTo>
                          <a:pt x="53695" y="0"/>
                        </a:lnTo>
                        <a:lnTo>
                          <a:pt x="53695" y="20900"/>
                        </a:lnTo>
                        <a:lnTo>
                          <a:pt x="0" y="2090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18" name="Google Shape;1318;p30"/>
                  <p:cNvSpPr/>
                  <p:nvPr/>
                </p:nvSpPr>
                <p:spPr>
                  <a:xfrm>
                    <a:off x="2494643" y="2583716"/>
                    <a:ext cx="106166" cy="1061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166" h="106166" extrusionOk="0">
                        <a:moveTo>
                          <a:pt x="53083" y="106166"/>
                        </a:moveTo>
                        <a:cubicBezTo>
                          <a:pt x="82309" y="106166"/>
                          <a:pt x="106166" y="82309"/>
                          <a:pt x="106166" y="53083"/>
                        </a:cubicBezTo>
                        <a:cubicBezTo>
                          <a:pt x="106166" y="23857"/>
                          <a:pt x="82309" y="0"/>
                          <a:pt x="53083" y="0"/>
                        </a:cubicBezTo>
                        <a:cubicBezTo>
                          <a:pt x="23857" y="0"/>
                          <a:pt x="0" y="23857"/>
                          <a:pt x="0" y="53083"/>
                        </a:cubicBezTo>
                        <a:cubicBezTo>
                          <a:pt x="0" y="82309"/>
                          <a:pt x="23823" y="106166"/>
                          <a:pt x="53083" y="106166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19" name="Google Shape;1319;p30"/>
                  <p:cNvSpPr/>
                  <p:nvPr/>
                </p:nvSpPr>
                <p:spPr>
                  <a:xfrm>
                    <a:off x="2503037" y="2592110"/>
                    <a:ext cx="89378" cy="893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378" h="89378" extrusionOk="0">
                        <a:moveTo>
                          <a:pt x="44689" y="89378"/>
                        </a:moveTo>
                        <a:cubicBezTo>
                          <a:pt x="69328" y="89378"/>
                          <a:pt x="89378" y="69294"/>
                          <a:pt x="89378" y="44689"/>
                        </a:cubicBezTo>
                        <a:cubicBezTo>
                          <a:pt x="89378" y="20085"/>
                          <a:pt x="69294" y="0"/>
                          <a:pt x="44689" y="0"/>
                        </a:cubicBezTo>
                        <a:cubicBezTo>
                          <a:pt x="20085" y="0"/>
                          <a:pt x="0" y="20085"/>
                          <a:pt x="0" y="44689"/>
                        </a:cubicBezTo>
                        <a:cubicBezTo>
                          <a:pt x="0" y="69294"/>
                          <a:pt x="20085" y="89378"/>
                          <a:pt x="44689" y="8937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0" name="Google Shape;1320;p30"/>
                  <p:cNvSpPr/>
                  <p:nvPr/>
                </p:nvSpPr>
                <p:spPr>
                  <a:xfrm>
                    <a:off x="2503037" y="2592110"/>
                    <a:ext cx="89378" cy="463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378" h="46388" extrusionOk="0">
                        <a:moveTo>
                          <a:pt x="44689" y="0"/>
                        </a:moveTo>
                        <a:cubicBezTo>
                          <a:pt x="69362" y="0"/>
                          <a:pt x="89378" y="20017"/>
                          <a:pt x="89378" y="44689"/>
                        </a:cubicBezTo>
                        <a:cubicBezTo>
                          <a:pt x="89378" y="45267"/>
                          <a:pt x="89378" y="45811"/>
                          <a:pt x="89310" y="46388"/>
                        </a:cubicBezTo>
                        <a:lnTo>
                          <a:pt x="34" y="46388"/>
                        </a:lnTo>
                        <a:cubicBezTo>
                          <a:pt x="34" y="45811"/>
                          <a:pt x="0" y="45267"/>
                          <a:pt x="0" y="44689"/>
                        </a:cubicBezTo>
                        <a:cubicBezTo>
                          <a:pt x="0" y="20017"/>
                          <a:pt x="20017" y="0"/>
                          <a:pt x="44689" y="0"/>
                        </a:cubicBezTo>
                        <a:close/>
                      </a:path>
                    </a:pathLst>
                  </a:custGeom>
                  <a:solidFill>
                    <a:srgbClr val="74D9E8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1" name="Google Shape;1321;p30"/>
                  <p:cNvSpPr/>
                  <p:nvPr/>
                </p:nvSpPr>
                <p:spPr>
                  <a:xfrm>
                    <a:off x="2546877" y="2599961"/>
                    <a:ext cx="46223" cy="379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223" h="37994" extrusionOk="0">
                        <a:moveTo>
                          <a:pt x="42004" y="18318"/>
                        </a:moveTo>
                        <a:cubicBezTo>
                          <a:pt x="44961" y="24673"/>
                          <a:pt x="46320" y="31401"/>
                          <a:pt x="46218" y="37994"/>
                        </a:cubicBezTo>
                        <a:lnTo>
                          <a:pt x="0" y="37994"/>
                        </a:lnTo>
                        <a:lnTo>
                          <a:pt x="26168" y="0"/>
                        </a:lnTo>
                        <a:cubicBezTo>
                          <a:pt x="32829" y="4384"/>
                          <a:pt x="38368" y="10603"/>
                          <a:pt x="42004" y="18318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2" name="Google Shape;1322;p30"/>
                  <p:cNvSpPr/>
                  <p:nvPr/>
                </p:nvSpPr>
                <p:spPr>
                  <a:xfrm>
                    <a:off x="2527812" y="2592375"/>
                    <a:ext cx="42887" cy="463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887" h="46361" extrusionOk="0">
                        <a:moveTo>
                          <a:pt x="23687" y="143"/>
                        </a:moveTo>
                        <a:cubicBezTo>
                          <a:pt x="30722" y="687"/>
                          <a:pt x="37212" y="2828"/>
                          <a:pt x="42888" y="6193"/>
                        </a:cubicBezTo>
                        <a:lnTo>
                          <a:pt x="20085" y="46362"/>
                        </a:lnTo>
                        <a:lnTo>
                          <a:pt x="0" y="4833"/>
                        </a:lnTo>
                        <a:cubicBezTo>
                          <a:pt x="7069" y="1231"/>
                          <a:pt x="15225" y="-536"/>
                          <a:pt x="23721" y="14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3" name="Google Shape;1323;p30"/>
                  <p:cNvSpPr/>
                  <p:nvPr/>
                </p:nvSpPr>
                <p:spPr>
                  <a:xfrm>
                    <a:off x="2503770" y="2600402"/>
                    <a:ext cx="46199" cy="385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199" h="38572" extrusionOk="0">
                        <a:moveTo>
                          <a:pt x="5554" y="15021"/>
                        </a:moveTo>
                        <a:cubicBezTo>
                          <a:pt x="8953" y="8836"/>
                          <a:pt x="13540" y="3806"/>
                          <a:pt x="18944" y="0"/>
                        </a:cubicBezTo>
                        <a:lnTo>
                          <a:pt x="46199" y="37349"/>
                        </a:lnTo>
                        <a:lnTo>
                          <a:pt x="49" y="38572"/>
                        </a:lnTo>
                        <a:cubicBezTo>
                          <a:pt x="-325" y="30620"/>
                          <a:pt x="1442" y="22497"/>
                          <a:pt x="5520" y="1502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grpSp>
                <p:nvGrpSpPr>
                  <p:cNvPr id="1324" name="Google Shape;1324;p30"/>
                  <p:cNvGrpSpPr/>
                  <p:nvPr/>
                </p:nvGrpSpPr>
                <p:grpSpPr>
                  <a:xfrm>
                    <a:off x="2527089" y="2609748"/>
                    <a:ext cx="30439" cy="37610"/>
                    <a:chOff x="4840276" y="2840598"/>
                    <a:chExt cx="30439" cy="37610"/>
                  </a:xfrm>
                </p:grpSpPr>
                <p:sp>
                  <p:nvSpPr>
                    <p:cNvPr id="1325" name="Google Shape;1325;p30"/>
                    <p:cNvSpPr/>
                    <p:nvPr/>
                  </p:nvSpPr>
                  <p:spPr>
                    <a:xfrm>
                      <a:off x="4850500" y="2857984"/>
                      <a:ext cx="20215" cy="202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215" h="20224" extrusionOk="0">
                          <a:moveTo>
                            <a:pt x="8171" y="184"/>
                          </a:moveTo>
                          <a:cubicBezTo>
                            <a:pt x="13642" y="-869"/>
                            <a:pt x="18978" y="2699"/>
                            <a:pt x="20031" y="8171"/>
                          </a:cubicBezTo>
                          <a:cubicBezTo>
                            <a:pt x="21085" y="13642"/>
                            <a:pt x="17516" y="18944"/>
                            <a:pt x="12045" y="20031"/>
                          </a:cubicBezTo>
                          <a:cubicBezTo>
                            <a:pt x="6573" y="21119"/>
                            <a:pt x="1238" y="17516"/>
                            <a:pt x="184" y="12045"/>
                          </a:cubicBezTo>
                          <a:cubicBezTo>
                            <a:pt x="-869" y="6573"/>
                            <a:pt x="2699" y="1238"/>
                            <a:pt x="8171" y="184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noProof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p:txBody>
                </p:sp>
                <p:sp>
                  <p:nvSpPr>
                    <p:cNvPr id="1326" name="Google Shape;1326;p30"/>
                    <p:cNvSpPr/>
                    <p:nvPr/>
                  </p:nvSpPr>
                  <p:spPr>
                    <a:xfrm>
                      <a:off x="4840276" y="2840598"/>
                      <a:ext cx="20501" cy="2569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501" h="25692" extrusionOk="0">
                          <a:moveTo>
                            <a:pt x="14351" y="25692"/>
                          </a:moveTo>
                          <a:lnTo>
                            <a:pt x="20502" y="21410"/>
                          </a:lnTo>
                          <a:lnTo>
                            <a:pt x="6806" y="1597"/>
                          </a:lnTo>
                          <a:cubicBezTo>
                            <a:pt x="5651" y="-68"/>
                            <a:pt x="3306" y="-510"/>
                            <a:pt x="1606" y="646"/>
                          </a:cubicBezTo>
                          <a:lnTo>
                            <a:pt x="1606" y="646"/>
                          </a:lnTo>
                          <a:cubicBezTo>
                            <a:pt x="-93" y="1835"/>
                            <a:pt x="-501" y="4180"/>
                            <a:pt x="655" y="5845"/>
                          </a:cubicBezTo>
                          <a:lnTo>
                            <a:pt x="14317" y="25658"/>
                          </a:ln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noProof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p:txBody>
                </p:sp>
              </p:grpSp>
            </p:grpSp>
            <p:sp>
              <p:nvSpPr>
                <p:cNvPr id="1327" name="Google Shape;1327;p30"/>
                <p:cNvSpPr/>
                <p:nvPr/>
              </p:nvSpPr>
              <p:spPr>
                <a:xfrm>
                  <a:off x="2310041" y="2586265"/>
                  <a:ext cx="102360" cy="102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360" h="102360" extrusionOk="0">
                      <a:moveTo>
                        <a:pt x="51180" y="0"/>
                      </a:moveTo>
                      <a:cubicBezTo>
                        <a:pt x="79421" y="0"/>
                        <a:pt x="102360" y="22939"/>
                        <a:pt x="102360" y="51180"/>
                      </a:cubicBezTo>
                      <a:cubicBezTo>
                        <a:pt x="102360" y="79421"/>
                        <a:pt x="79421" y="102360"/>
                        <a:pt x="51180" y="102360"/>
                      </a:cubicBezTo>
                      <a:cubicBezTo>
                        <a:pt x="22939" y="102360"/>
                        <a:pt x="0" y="79421"/>
                        <a:pt x="0" y="51180"/>
                      </a:cubicBezTo>
                      <a:cubicBezTo>
                        <a:pt x="0" y="22939"/>
                        <a:pt x="22939" y="0"/>
                        <a:pt x="51180" y="0"/>
                      </a:cubicBezTo>
                      <a:lnTo>
                        <a:pt x="51180" y="0"/>
                      </a:lnTo>
                      <a:close/>
                      <a:moveTo>
                        <a:pt x="51180" y="41936"/>
                      </a:moveTo>
                      <a:cubicBezTo>
                        <a:pt x="46048" y="41936"/>
                        <a:pt x="41903" y="46082"/>
                        <a:pt x="41903" y="51180"/>
                      </a:cubicBezTo>
                      <a:cubicBezTo>
                        <a:pt x="41903" y="56278"/>
                        <a:pt x="46048" y="60458"/>
                        <a:pt x="51180" y="60458"/>
                      </a:cubicBezTo>
                      <a:cubicBezTo>
                        <a:pt x="56312" y="60458"/>
                        <a:pt x="60458" y="56312"/>
                        <a:pt x="60458" y="51180"/>
                      </a:cubicBezTo>
                      <a:cubicBezTo>
                        <a:pt x="60458" y="46048"/>
                        <a:pt x="56312" y="41936"/>
                        <a:pt x="51180" y="41936"/>
                      </a:cubicBezTo>
                      <a:lnTo>
                        <a:pt x="51180" y="41936"/>
                      </a:lnTo>
                      <a:close/>
                      <a:moveTo>
                        <a:pt x="57263" y="30110"/>
                      </a:moveTo>
                      <a:cubicBezTo>
                        <a:pt x="64502" y="32183"/>
                        <a:pt x="70177" y="37892"/>
                        <a:pt x="72284" y="45097"/>
                      </a:cubicBezTo>
                      <a:lnTo>
                        <a:pt x="89073" y="45097"/>
                      </a:lnTo>
                      <a:cubicBezTo>
                        <a:pt x="86490" y="28784"/>
                        <a:pt x="73576" y="15905"/>
                        <a:pt x="57297" y="13322"/>
                      </a:cubicBezTo>
                      <a:lnTo>
                        <a:pt x="57297" y="30110"/>
                      </a:lnTo>
                      <a:lnTo>
                        <a:pt x="57297" y="30110"/>
                      </a:lnTo>
                      <a:close/>
                      <a:moveTo>
                        <a:pt x="72284" y="57263"/>
                      </a:moveTo>
                      <a:cubicBezTo>
                        <a:pt x="70177" y="64502"/>
                        <a:pt x="64502" y="70177"/>
                        <a:pt x="57263" y="72284"/>
                      </a:cubicBezTo>
                      <a:lnTo>
                        <a:pt x="57263" y="89072"/>
                      </a:lnTo>
                      <a:cubicBezTo>
                        <a:pt x="73576" y="86456"/>
                        <a:pt x="86456" y="73576"/>
                        <a:pt x="89038" y="57263"/>
                      </a:cubicBezTo>
                      <a:lnTo>
                        <a:pt x="72250" y="57263"/>
                      </a:lnTo>
                      <a:close/>
                      <a:moveTo>
                        <a:pt x="45131" y="72284"/>
                      </a:moveTo>
                      <a:cubicBezTo>
                        <a:pt x="37926" y="70177"/>
                        <a:pt x="32217" y="64502"/>
                        <a:pt x="30144" y="57263"/>
                      </a:cubicBezTo>
                      <a:lnTo>
                        <a:pt x="13356" y="57263"/>
                      </a:lnTo>
                      <a:cubicBezTo>
                        <a:pt x="15939" y="73576"/>
                        <a:pt x="28853" y="86456"/>
                        <a:pt x="45131" y="89072"/>
                      </a:cubicBezTo>
                      <a:lnTo>
                        <a:pt x="45131" y="72284"/>
                      </a:lnTo>
                      <a:lnTo>
                        <a:pt x="45131" y="72284"/>
                      </a:lnTo>
                      <a:close/>
                      <a:moveTo>
                        <a:pt x="30144" y="45131"/>
                      </a:moveTo>
                      <a:cubicBezTo>
                        <a:pt x="32217" y="37892"/>
                        <a:pt x="37926" y="32217"/>
                        <a:pt x="45131" y="30144"/>
                      </a:cubicBezTo>
                      <a:lnTo>
                        <a:pt x="45131" y="13356"/>
                      </a:lnTo>
                      <a:cubicBezTo>
                        <a:pt x="28853" y="15939"/>
                        <a:pt x="15939" y="28853"/>
                        <a:pt x="13356" y="45131"/>
                      </a:cubicBezTo>
                      <a:lnTo>
                        <a:pt x="30144" y="4513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28" name="Google Shape;1328;p30"/>
                <p:cNvSpPr/>
                <p:nvPr/>
              </p:nvSpPr>
              <p:spPr>
                <a:xfrm>
                  <a:off x="2208836" y="2598499"/>
                  <a:ext cx="63822" cy="79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7982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79829"/>
                      </a:lnTo>
                      <a:lnTo>
                        <a:pt x="0" y="798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29" name="Google Shape;1329;p30"/>
                <p:cNvSpPr/>
                <p:nvPr/>
              </p:nvSpPr>
              <p:spPr>
                <a:xfrm>
                  <a:off x="2208836" y="2608729"/>
                  <a:ext cx="63822" cy="11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1141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11419"/>
                      </a:lnTo>
                      <a:lnTo>
                        <a:pt x="0" y="11419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30" name="Google Shape;1330;p30"/>
                <p:cNvSpPr/>
                <p:nvPr/>
              </p:nvSpPr>
              <p:spPr>
                <a:xfrm>
                  <a:off x="2195175" y="2568219"/>
                  <a:ext cx="25623" cy="14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3" h="143107" extrusionOk="0">
                      <a:moveTo>
                        <a:pt x="0" y="34"/>
                      </a:moveTo>
                      <a:lnTo>
                        <a:pt x="12812" y="34"/>
                      </a:lnTo>
                      <a:cubicBezTo>
                        <a:pt x="19847" y="34"/>
                        <a:pt x="25624" y="5811"/>
                        <a:pt x="25624" y="12846"/>
                      </a:cubicBezTo>
                      <a:lnTo>
                        <a:pt x="25624" y="130295"/>
                      </a:lnTo>
                      <a:cubicBezTo>
                        <a:pt x="25624" y="137330"/>
                        <a:pt x="19847" y="143107"/>
                        <a:pt x="12812" y="143107"/>
                      </a:cubicBezTo>
                      <a:lnTo>
                        <a:pt x="0" y="14310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31" name="Google Shape;1331;p30"/>
                <p:cNvSpPr/>
                <p:nvPr/>
              </p:nvSpPr>
              <p:spPr>
                <a:xfrm>
                  <a:off x="2195175" y="2634387"/>
                  <a:ext cx="25623" cy="76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3" h="76974" extrusionOk="0">
                      <a:moveTo>
                        <a:pt x="25624" y="0"/>
                      </a:moveTo>
                      <a:lnTo>
                        <a:pt x="25624" y="64162"/>
                      </a:lnTo>
                      <a:cubicBezTo>
                        <a:pt x="25624" y="71197"/>
                        <a:pt x="19847" y="76974"/>
                        <a:pt x="12812" y="76974"/>
                      </a:cubicBezTo>
                      <a:lnTo>
                        <a:pt x="0" y="76974"/>
                      </a:lnTo>
                      <a:lnTo>
                        <a:pt x="0" y="0"/>
                      </a:lnTo>
                      <a:lnTo>
                        <a:pt x="25624" y="0"/>
                      </a:lnTo>
                      <a:close/>
                    </a:path>
                  </a:pathLst>
                </a:custGeom>
                <a:solidFill>
                  <a:srgbClr val="161D1E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32" name="Google Shape;1332;p30"/>
                <p:cNvSpPr/>
                <p:nvPr/>
              </p:nvSpPr>
              <p:spPr>
                <a:xfrm>
                  <a:off x="2350924" y="2627556"/>
                  <a:ext cx="19982" cy="19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48" extrusionOk="0">
                      <a:moveTo>
                        <a:pt x="9991" y="19949"/>
                      </a:moveTo>
                      <a:cubicBezTo>
                        <a:pt x="15463" y="19949"/>
                        <a:pt x="19983" y="15463"/>
                        <a:pt x="19983" y="9958"/>
                      </a:cubicBezTo>
                      <a:cubicBezTo>
                        <a:pt x="19983" y="4452"/>
                        <a:pt x="15497" y="0"/>
                        <a:pt x="9991" y="0"/>
                      </a:cubicBezTo>
                      <a:cubicBezTo>
                        <a:pt x="4486" y="0"/>
                        <a:pt x="0" y="4486"/>
                        <a:pt x="0" y="9958"/>
                      </a:cubicBezTo>
                      <a:cubicBezTo>
                        <a:pt x="0" y="15429"/>
                        <a:pt x="4486" y="19949"/>
                        <a:pt x="9991" y="1994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sp>
            <p:nvSpPr>
              <p:cNvPr id="1333" name="Google Shape;1333;p30"/>
              <p:cNvSpPr/>
              <p:nvPr/>
            </p:nvSpPr>
            <p:spPr>
              <a:xfrm flipH="1">
                <a:off x="8083202" y="3204759"/>
                <a:ext cx="432653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94015" h="34731" extrusionOk="0">
                    <a:moveTo>
                      <a:pt x="0" y="34732"/>
                    </a:moveTo>
                    <a:lnTo>
                      <a:pt x="0" y="17366"/>
                    </a:lnTo>
                    <a:cubicBezTo>
                      <a:pt x="0" y="7816"/>
                      <a:pt x="7816" y="0"/>
                      <a:pt x="17366" y="0"/>
                    </a:cubicBezTo>
                    <a:lnTo>
                      <a:pt x="176650" y="0"/>
                    </a:lnTo>
                    <a:cubicBezTo>
                      <a:pt x="186199" y="0"/>
                      <a:pt x="194016" y="7816"/>
                      <a:pt x="194016" y="17366"/>
                    </a:cubicBezTo>
                    <a:lnTo>
                      <a:pt x="194016" y="34732"/>
                    </a:lnTo>
                    <a:lnTo>
                      <a:pt x="0" y="3473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4" name="Google Shape;1334;p30"/>
              <p:cNvSpPr/>
              <p:nvPr/>
            </p:nvSpPr>
            <p:spPr>
              <a:xfrm flipH="1">
                <a:off x="8083155" y="3204683"/>
                <a:ext cx="232734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04365" h="34731" extrusionOk="0">
                    <a:moveTo>
                      <a:pt x="0" y="0"/>
                    </a:moveTo>
                    <a:lnTo>
                      <a:pt x="86999" y="0"/>
                    </a:lnTo>
                    <a:cubicBezTo>
                      <a:pt x="96549" y="0"/>
                      <a:pt x="104365" y="7816"/>
                      <a:pt x="104365" y="17366"/>
                    </a:cubicBezTo>
                    <a:lnTo>
                      <a:pt x="104365" y="34732"/>
                    </a:lnTo>
                    <a:lnTo>
                      <a:pt x="0" y="347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5" name="Google Shape;1335;p30"/>
              <p:cNvSpPr/>
              <p:nvPr/>
            </p:nvSpPr>
            <p:spPr>
              <a:xfrm flipH="1">
                <a:off x="8173818" y="1893996"/>
                <a:ext cx="241297" cy="1310466"/>
              </a:xfrm>
              <a:custGeom>
                <a:avLst/>
                <a:gdLst/>
                <a:ahLst/>
                <a:cxnLst/>
                <a:rect l="l" t="t" r="r" b="b"/>
                <a:pathLst>
                  <a:path w="108205" h="587653" extrusionOk="0">
                    <a:moveTo>
                      <a:pt x="0" y="0"/>
                    </a:moveTo>
                    <a:lnTo>
                      <a:pt x="108206" y="0"/>
                    </a:lnTo>
                    <a:lnTo>
                      <a:pt x="108206" y="587654"/>
                    </a:lnTo>
                    <a:lnTo>
                      <a:pt x="0" y="58765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6" name="Google Shape;1336;p30"/>
              <p:cNvSpPr/>
              <p:nvPr/>
            </p:nvSpPr>
            <p:spPr>
              <a:xfrm flipH="1">
                <a:off x="8349631" y="1893996"/>
                <a:ext cx="34480" cy="1310466"/>
              </a:xfrm>
              <a:custGeom>
                <a:avLst/>
                <a:gdLst/>
                <a:ahLst/>
                <a:cxnLst/>
                <a:rect l="l" t="t" r="r" b="b"/>
                <a:pathLst>
                  <a:path w="15462" h="587653" extrusionOk="0">
                    <a:moveTo>
                      <a:pt x="0" y="0"/>
                    </a:moveTo>
                    <a:lnTo>
                      <a:pt x="15463" y="0"/>
                    </a:lnTo>
                    <a:lnTo>
                      <a:pt x="15463" y="587654"/>
                    </a:lnTo>
                    <a:lnTo>
                      <a:pt x="0" y="587654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7" name="Google Shape;1337;p30"/>
              <p:cNvSpPr/>
              <p:nvPr/>
            </p:nvSpPr>
            <p:spPr>
              <a:xfrm flipH="1">
                <a:off x="8073120" y="1957215"/>
                <a:ext cx="432653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94015" h="34731" extrusionOk="0">
                    <a:moveTo>
                      <a:pt x="0" y="0"/>
                    </a:moveTo>
                    <a:lnTo>
                      <a:pt x="0" y="17366"/>
                    </a:lnTo>
                    <a:cubicBezTo>
                      <a:pt x="0" y="26915"/>
                      <a:pt x="7816" y="34732"/>
                      <a:pt x="17366" y="34732"/>
                    </a:cubicBezTo>
                    <a:lnTo>
                      <a:pt x="176650" y="34732"/>
                    </a:lnTo>
                    <a:cubicBezTo>
                      <a:pt x="186199" y="34732"/>
                      <a:pt x="194015" y="26915"/>
                      <a:pt x="194015" y="17366"/>
                    </a:cubicBezTo>
                    <a:lnTo>
                      <a:pt x="19401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8" name="Google Shape;1338;p30"/>
              <p:cNvSpPr/>
              <p:nvPr/>
            </p:nvSpPr>
            <p:spPr>
              <a:xfrm flipH="1">
                <a:off x="8073073" y="1957291"/>
                <a:ext cx="232734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04365" h="34731" extrusionOk="0">
                    <a:moveTo>
                      <a:pt x="34" y="34732"/>
                    </a:moveTo>
                    <a:lnTo>
                      <a:pt x="86999" y="34732"/>
                    </a:lnTo>
                    <a:cubicBezTo>
                      <a:pt x="96549" y="34732"/>
                      <a:pt x="104365" y="26915"/>
                      <a:pt x="104365" y="17366"/>
                    </a:cubicBezTo>
                    <a:lnTo>
                      <a:pt x="104365" y="0"/>
                    </a:lnTo>
                    <a:lnTo>
                      <a:pt x="0" y="0"/>
                    </a:lnTo>
                    <a:lnTo>
                      <a:pt x="0" y="34732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9" name="Google Shape;1339;p30"/>
              <p:cNvSpPr/>
              <p:nvPr/>
            </p:nvSpPr>
            <p:spPr>
              <a:xfrm flipH="1">
                <a:off x="7910239" y="1296679"/>
                <a:ext cx="510257" cy="588921"/>
              </a:xfrm>
              <a:custGeom>
                <a:avLst/>
                <a:gdLst/>
                <a:ahLst/>
                <a:cxnLst/>
                <a:rect l="l" t="t" r="r" b="b"/>
                <a:pathLst>
                  <a:path w="228815" h="264090" extrusionOk="0">
                    <a:moveTo>
                      <a:pt x="228781" y="0"/>
                    </a:moveTo>
                    <a:lnTo>
                      <a:pt x="199419" y="0"/>
                    </a:lnTo>
                    <a:cubicBezTo>
                      <a:pt x="89718" y="0"/>
                      <a:pt x="0" y="89718"/>
                      <a:pt x="0" y="199419"/>
                    </a:cubicBezTo>
                    <a:lnTo>
                      <a:pt x="0" y="264091"/>
                    </a:lnTo>
                    <a:lnTo>
                      <a:pt x="108817" y="264091"/>
                    </a:lnTo>
                    <a:lnTo>
                      <a:pt x="108817" y="236904"/>
                    </a:lnTo>
                    <a:cubicBezTo>
                      <a:pt x="108817" y="140491"/>
                      <a:pt x="157754" y="102258"/>
                      <a:pt x="228815" y="104603"/>
                    </a:cubicBezTo>
                    <a:lnTo>
                      <a:pt x="228815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0" name="Google Shape;1340;p30"/>
              <p:cNvSpPr/>
              <p:nvPr/>
            </p:nvSpPr>
            <p:spPr>
              <a:xfrm flipH="1">
                <a:off x="7910215" y="1381587"/>
                <a:ext cx="403173" cy="504107"/>
              </a:xfrm>
              <a:custGeom>
                <a:avLst/>
                <a:gdLst/>
                <a:ahLst/>
                <a:cxnLst/>
                <a:rect l="l" t="t" r="r" b="b"/>
                <a:pathLst>
                  <a:path w="180795" h="226057" extrusionOk="0">
                    <a:moveTo>
                      <a:pt x="0" y="226024"/>
                    </a:moveTo>
                    <a:lnTo>
                      <a:pt x="60797" y="226024"/>
                    </a:lnTo>
                    <a:lnTo>
                      <a:pt x="60797" y="198836"/>
                    </a:lnTo>
                    <a:cubicBezTo>
                      <a:pt x="60797" y="102423"/>
                      <a:pt x="109735" y="64191"/>
                      <a:pt x="180796" y="66536"/>
                    </a:cubicBezTo>
                    <a:lnTo>
                      <a:pt x="180796" y="29"/>
                    </a:lnTo>
                    <a:cubicBezTo>
                      <a:pt x="25420" y="-1908"/>
                      <a:pt x="34" y="93214"/>
                      <a:pt x="34" y="198599"/>
                    </a:cubicBezTo>
                    <a:lnTo>
                      <a:pt x="34" y="226058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1" name="Google Shape;1341;p30"/>
              <p:cNvSpPr/>
              <p:nvPr/>
            </p:nvSpPr>
            <p:spPr>
              <a:xfrm flipH="1">
                <a:off x="8075319" y="1883080"/>
                <a:ext cx="430606" cy="77147"/>
              </a:xfrm>
              <a:custGeom>
                <a:avLst/>
                <a:gdLst/>
                <a:ahLst/>
                <a:cxnLst/>
                <a:rect l="l" t="t" r="r" b="b"/>
                <a:pathLst>
                  <a:path w="193097" h="34595" extrusionOk="0">
                    <a:moveTo>
                      <a:pt x="0" y="34596"/>
                    </a:moveTo>
                    <a:lnTo>
                      <a:pt x="0" y="17298"/>
                    </a:lnTo>
                    <a:cubicBezTo>
                      <a:pt x="0" y="7783"/>
                      <a:pt x="7782" y="0"/>
                      <a:pt x="17298" y="0"/>
                    </a:cubicBezTo>
                    <a:lnTo>
                      <a:pt x="175800" y="0"/>
                    </a:lnTo>
                    <a:cubicBezTo>
                      <a:pt x="185316" y="0"/>
                      <a:pt x="193098" y="7783"/>
                      <a:pt x="193098" y="17298"/>
                    </a:cubicBezTo>
                    <a:lnTo>
                      <a:pt x="193098" y="34596"/>
                    </a:lnTo>
                    <a:lnTo>
                      <a:pt x="0" y="3459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2" name="Google Shape;1342;p30"/>
              <p:cNvSpPr/>
              <p:nvPr/>
            </p:nvSpPr>
            <p:spPr>
              <a:xfrm flipH="1">
                <a:off x="8075272" y="1883080"/>
                <a:ext cx="231597" cy="77147"/>
              </a:xfrm>
              <a:custGeom>
                <a:avLst/>
                <a:gdLst/>
                <a:ahLst/>
                <a:cxnLst/>
                <a:rect l="l" t="t" r="r" b="b"/>
                <a:pathLst>
                  <a:path w="103855" h="34595" extrusionOk="0">
                    <a:moveTo>
                      <a:pt x="0" y="0"/>
                    </a:moveTo>
                    <a:lnTo>
                      <a:pt x="86558" y="0"/>
                    </a:lnTo>
                    <a:cubicBezTo>
                      <a:pt x="96073" y="0"/>
                      <a:pt x="103856" y="7783"/>
                      <a:pt x="103856" y="17298"/>
                    </a:cubicBezTo>
                    <a:lnTo>
                      <a:pt x="103856" y="34596"/>
                    </a:lnTo>
                    <a:lnTo>
                      <a:pt x="0" y="34596"/>
                    </a:lnTo>
                    <a:lnTo>
                      <a:pt x="0" y="34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 flipH="1">
                <a:off x="7833734" y="1205338"/>
                <a:ext cx="77147" cy="430606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93097" extrusionOk="0">
                    <a:moveTo>
                      <a:pt x="34596" y="0"/>
                    </a:moveTo>
                    <a:lnTo>
                      <a:pt x="17298" y="0"/>
                    </a:lnTo>
                    <a:cubicBezTo>
                      <a:pt x="7782" y="0"/>
                      <a:pt x="0" y="7782"/>
                      <a:pt x="0" y="17298"/>
                    </a:cubicBezTo>
                    <a:lnTo>
                      <a:pt x="0" y="175800"/>
                    </a:lnTo>
                    <a:cubicBezTo>
                      <a:pt x="0" y="185315"/>
                      <a:pt x="7782" y="193098"/>
                      <a:pt x="17298" y="193098"/>
                    </a:cubicBezTo>
                    <a:lnTo>
                      <a:pt x="34596" y="193098"/>
                    </a:lnTo>
                    <a:lnTo>
                      <a:pt x="3459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 flipH="1">
                <a:off x="7833734" y="1404394"/>
                <a:ext cx="77147" cy="231597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03855" extrusionOk="0">
                    <a:moveTo>
                      <a:pt x="0" y="0"/>
                    </a:moveTo>
                    <a:lnTo>
                      <a:pt x="0" y="86558"/>
                    </a:lnTo>
                    <a:cubicBezTo>
                      <a:pt x="0" y="96073"/>
                      <a:pt x="7782" y="103856"/>
                      <a:pt x="17298" y="103856"/>
                    </a:cubicBezTo>
                    <a:lnTo>
                      <a:pt x="34596" y="103856"/>
                    </a:lnTo>
                    <a:lnTo>
                      <a:pt x="3459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5" name="Google Shape;1345;p30"/>
              <p:cNvSpPr/>
              <p:nvPr/>
            </p:nvSpPr>
            <p:spPr>
              <a:xfrm flipH="1">
                <a:off x="7573432" y="1207461"/>
                <a:ext cx="77147" cy="430606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93097" extrusionOk="0">
                    <a:moveTo>
                      <a:pt x="0" y="0"/>
                    </a:moveTo>
                    <a:lnTo>
                      <a:pt x="17298" y="0"/>
                    </a:lnTo>
                    <a:cubicBezTo>
                      <a:pt x="26814" y="0"/>
                      <a:pt x="34596" y="7782"/>
                      <a:pt x="34596" y="17298"/>
                    </a:cubicBezTo>
                    <a:lnTo>
                      <a:pt x="34596" y="175800"/>
                    </a:lnTo>
                    <a:cubicBezTo>
                      <a:pt x="34596" y="185316"/>
                      <a:pt x="26814" y="193098"/>
                      <a:pt x="17298" y="193098"/>
                    </a:cubicBezTo>
                    <a:lnTo>
                      <a:pt x="0" y="1930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6" name="Google Shape;1346;p30"/>
              <p:cNvSpPr/>
              <p:nvPr/>
            </p:nvSpPr>
            <p:spPr>
              <a:xfrm flipH="1">
                <a:off x="7573432" y="1406516"/>
                <a:ext cx="77147" cy="231597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03855" extrusionOk="0">
                    <a:moveTo>
                      <a:pt x="34596" y="0"/>
                    </a:moveTo>
                    <a:lnTo>
                      <a:pt x="34596" y="86558"/>
                    </a:lnTo>
                    <a:cubicBezTo>
                      <a:pt x="34596" y="96073"/>
                      <a:pt x="26814" y="103856"/>
                      <a:pt x="17298" y="103856"/>
                    </a:cubicBezTo>
                    <a:lnTo>
                      <a:pt x="0" y="103856"/>
                    </a:lnTo>
                    <a:lnTo>
                      <a:pt x="0" y="0"/>
                    </a:lnTo>
                    <a:lnTo>
                      <a:pt x="34562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7" name="Google Shape;1347;p30"/>
              <p:cNvSpPr/>
              <p:nvPr/>
            </p:nvSpPr>
            <p:spPr>
              <a:xfrm flipH="1">
                <a:off x="7637967" y="1298423"/>
                <a:ext cx="203632" cy="241373"/>
              </a:xfrm>
              <a:custGeom>
                <a:avLst/>
                <a:gdLst/>
                <a:ahLst/>
                <a:cxnLst/>
                <a:rect l="l" t="t" r="r" b="b"/>
                <a:pathLst>
                  <a:path w="91315" h="108239" extrusionOk="0">
                    <a:moveTo>
                      <a:pt x="0" y="0"/>
                    </a:moveTo>
                    <a:lnTo>
                      <a:pt x="91315" y="0"/>
                    </a:lnTo>
                    <a:lnTo>
                      <a:pt x="91315" y="108240"/>
                    </a:lnTo>
                    <a:lnTo>
                      <a:pt x="0" y="10824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8" name="Google Shape;1348;p30"/>
              <p:cNvSpPr/>
              <p:nvPr/>
            </p:nvSpPr>
            <p:spPr>
              <a:xfrm flipH="1">
                <a:off x="7118158" y="3283892"/>
                <a:ext cx="423711" cy="1859887"/>
              </a:xfrm>
              <a:custGeom>
                <a:avLst/>
                <a:gdLst/>
                <a:ahLst/>
                <a:cxnLst/>
                <a:rect l="l" t="t" r="r" b="b"/>
                <a:pathLst>
                  <a:path w="190005" h="822959" extrusionOk="0">
                    <a:moveTo>
                      <a:pt x="0" y="0"/>
                    </a:moveTo>
                    <a:lnTo>
                      <a:pt x="190005" y="0"/>
                    </a:lnTo>
                    <a:lnTo>
                      <a:pt x="190005" y="822960"/>
                    </a:lnTo>
                    <a:lnTo>
                      <a:pt x="0" y="82296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349" name="Google Shape;1349;p30"/>
              <p:cNvGrpSpPr/>
              <p:nvPr/>
            </p:nvGrpSpPr>
            <p:grpSpPr>
              <a:xfrm flipH="1">
                <a:off x="6779665" y="2350914"/>
                <a:ext cx="1054096" cy="932360"/>
                <a:chOff x="4168463" y="2302169"/>
                <a:chExt cx="472583" cy="418005"/>
              </a:xfrm>
            </p:grpSpPr>
            <p:sp>
              <p:nvSpPr>
                <p:cNvPr id="1350" name="Google Shape;1350;p30"/>
                <p:cNvSpPr/>
                <p:nvPr/>
              </p:nvSpPr>
              <p:spPr>
                <a:xfrm>
                  <a:off x="4193679" y="2335916"/>
                  <a:ext cx="425889" cy="372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889" h="372126" extrusionOk="0">
                      <a:moveTo>
                        <a:pt x="150618" y="0"/>
                      </a:moveTo>
                      <a:lnTo>
                        <a:pt x="269324" y="0"/>
                      </a:lnTo>
                      <a:lnTo>
                        <a:pt x="425889" y="123396"/>
                      </a:lnTo>
                      <a:lnTo>
                        <a:pt x="425889" y="372126"/>
                      </a:lnTo>
                      <a:lnTo>
                        <a:pt x="0" y="372126"/>
                      </a:lnTo>
                      <a:lnTo>
                        <a:pt x="0" y="123396"/>
                      </a:lnTo>
                      <a:lnTo>
                        <a:pt x="150618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1" name="Google Shape;1351;p30"/>
                <p:cNvSpPr/>
                <p:nvPr/>
              </p:nvSpPr>
              <p:spPr>
                <a:xfrm>
                  <a:off x="4193679" y="2459312"/>
                  <a:ext cx="425889" cy="2486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889" h="248695" extrusionOk="0">
                      <a:moveTo>
                        <a:pt x="0" y="0"/>
                      </a:moveTo>
                      <a:lnTo>
                        <a:pt x="425889" y="0"/>
                      </a:lnTo>
                      <a:lnTo>
                        <a:pt x="425889" y="248696"/>
                      </a:lnTo>
                      <a:lnTo>
                        <a:pt x="0" y="248696"/>
                      </a:lnTo>
                      <a:close/>
                    </a:path>
                  </a:pathLst>
                </a:custGeom>
                <a:solidFill>
                  <a:srgbClr val="161D1E">
                    <a:alpha val="1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2" name="Google Shape;1352;p30"/>
                <p:cNvSpPr/>
                <p:nvPr/>
              </p:nvSpPr>
              <p:spPr>
                <a:xfrm>
                  <a:off x="4488798" y="2459312"/>
                  <a:ext cx="87781" cy="216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81" h="216920" extrusionOk="0">
                      <a:moveTo>
                        <a:pt x="0" y="0"/>
                      </a:moveTo>
                      <a:lnTo>
                        <a:pt x="87781" y="0"/>
                      </a:lnTo>
                      <a:lnTo>
                        <a:pt x="87781" y="216921"/>
                      </a:lnTo>
                      <a:lnTo>
                        <a:pt x="0" y="216921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3" name="Google Shape;1353;p30"/>
                <p:cNvSpPr/>
                <p:nvPr/>
              </p:nvSpPr>
              <p:spPr>
                <a:xfrm>
                  <a:off x="4250229" y="2458904"/>
                  <a:ext cx="60151" cy="216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151" h="216920" extrusionOk="0">
                      <a:moveTo>
                        <a:pt x="0" y="0"/>
                      </a:moveTo>
                      <a:lnTo>
                        <a:pt x="60152" y="0"/>
                      </a:lnTo>
                      <a:lnTo>
                        <a:pt x="60152" y="216921"/>
                      </a:lnTo>
                      <a:lnTo>
                        <a:pt x="0" y="216921"/>
                      </a:ln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4" name="Google Shape;1354;p30"/>
                <p:cNvSpPr/>
                <p:nvPr/>
              </p:nvSpPr>
              <p:spPr>
                <a:xfrm>
                  <a:off x="4423412" y="2335916"/>
                  <a:ext cx="153166" cy="123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166" h="123396" extrusionOk="0">
                      <a:moveTo>
                        <a:pt x="0" y="0"/>
                      </a:moveTo>
                      <a:lnTo>
                        <a:pt x="65385" y="123396"/>
                      </a:lnTo>
                      <a:lnTo>
                        <a:pt x="153167" y="123396"/>
                      </a:lnTo>
                      <a:lnTo>
                        <a:pt x="2242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5" name="Google Shape;1355;p30"/>
                <p:cNvSpPr/>
                <p:nvPr/>
              </p:nvSpPr>
              <p:spPr>
                <a:xfrm>
                  <a:off x="4250229" y="2335916"/>
                  <a:ext cx="114356" cy="122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56" h="122988" extrusionOk="0">
                      <a:moveTo>
                        <a:pt x="0" y="122989"/>
                      </a:moveTo>
                      <a:lnTo>
                        <a:pt x="114357" y="0"/>
                      </a:lnTo>
                      <a:lnTo>
                        <a:pt x="60186" y="122989"/>
                      </a:lnTo>
                      <a:lnTo>
                        <a:pt x="0" y="122989"/>
                      </a:ln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6" name="Google Shape;1356;p30"/>
                <p:cNvSpPr/>
                <p:nvPr/>
              </p:nvSpPr>
              <p:spPr>
                <a:xfrm>
                  <a:off x="4177741" y="2448267"/>
                  <a:ext cx="8394" cy="241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94" h="241219" extrusionOk="0">
                      <a:moveTo>
                        <a:pt x="0" y="0"/>
                      </a:moveTo>
                      <a:lnTo>
                        <a:pt x="8394" y="0"/>
                      </a:lnTo>
                      <a:lnTo>
                        <a:pt x="8394" y="241219"/>
                      </a:lnTo>
                      <a:lnTo>
                        <a:pt x="0" y="2412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7" name="Google Shape;1357;p30"/>
                <p:cNvSpPr/>
                <p:nvPr/>
              </p:nvSpPr>
              <p:spPr>
                <a:xfrm>
                  <a:off x="4627351" y="2449660"/>
                  <a:ext cx="8428" cy="241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28" h="241219" extrusionOk="0">
                      <a:moveTo>
                        <a:pt x="0" y="0"/>
                      </a:moveTo>
                      <a:lnTo>
                        <a:pt x="8428" y="0"/>
                      </a:lnTo>
                      <a:lnTo>
                        <a:pt x="8428" y="241219"/>
                      </a:lnTo>
                      <a:lnTo>
                        <a:pt x="0" y="2412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8" name="Google Shape;1358;p30"/>
                <p:cNvSpPr/>
                <p:nvPr/>
              </p:nvSpPr>
              <p:spPr>
                <a:xfrm>
                  <a:off x="4177809" y="2324463"/>
                  <a:ext cx="159657" cy="131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657" h="131858" extrusionOk="0">
                      <a:moveTo>
                        <a:pt x="0" y="125231"/>
                      </a:moveTo>
                      <a:lnTo>
                        <a:pt x="5166" y="131858"/>
                      </a:lnTo>
                      <a:lnTo>
                        <a:pt x="159658" y="10705"/>
                      </a:lnTo>
                      <a:lnTo>
                        <a:pt x="159658" y="0"/>
                      </a:lnTo>
                      <a:lnTo>
                        <a:pt x="0" y="12523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9" name="Google Shape;1359;p30"/>
                <p:cNvSpPr/>
                <p:nvPr/>
              </p:nvSpPr>
              <p:spPr>
                <a:xfrm>
                  <a:off x="4476086" y="2325890"/>
                  <a:ext cx="159623" cy="1318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623" h="131824" extrusionOk="0">
                      <a:moveTo>
                        <a:pt x="159623" y="125231"/>
                      </a:moveTo>
                      <a:lnTo>
                        <a:pt x="154458" y="131824"/>
                      </a:lnTo>
                      <a:lnTo>
                        <a:pt x="0" y="10671"/>
                      </a:lnTo>
                      <a:lnTo>
                        <a:pt x="0" y="0"/>
                      </a:lnTo>
                      <a:lnTo>
                        <a:pt x="159623" y="12523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0" name="Google Shape;1360;p30"/>
                <p:cNvSpPr/>
                <p:nvPr/>
              </p:nvSpPr>
              <p:spPr>
                <a:xfrm>
                  <a:off x="4337398" y="2324089"/>
                  <a:ext cx="138417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17" h="11690" extrusionOk="0">
                      <a:moveTo>
                        <a:pt x="0" y="0"/>
                      </a:moveTo>
                      <a:lnTo>
                        <a:pt x="138417" y="0"/>
                      </a:lnTo>
                      <a:lnTo>
                        <a:pt x="138417" y="11690"/>
                      </a:lnTo>
                      <a:lnTo>
                        <a:pt x="0" y="1169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1" name="Google Shape;1361;p30"/>
                <p:cNvSpPr/>
                <p:nvPr/>
              </p:nvSpPr>
              <p:spPr>
                <a:xfrm>
                  <a:off x="4337398" y="2302169"/>
                  <a:ext cx="138417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17" h="11690" extrusionOk="0">
                      <a:moveTo>
                        <a:pt x="0" y="0"/>
                      </a:moveTo>
                      <a:lnTo>
                        <a:pt x="138417" y="0"/>
                      </a:lnTo>
                      <a:lnTo>
                        <a:pt x="138417" y="11691"/>
                      </a:lnTo>
                      <a:lnTo>
                        <a:pt x="0" y="1169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2" name="Google Shape;1362;p30"/>
                <p:cNvSpPr/>
                <p:nvPr/>
              </p:nvSpPr>
              <p:spPr>
                <a:xfrm>
                  <a:off x="4168463" y="2676233"/>
                  <a:ext cx="472583" cy="439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583" h="43941" extrusionOk="0">
                      <a:moveTo>
                        <a:pt x="0" y="0"/>
                      </a:moveTo>
                      <a:lnTo>
                        <a:pt x="472584" y="0"/>
                      </a:lnTo>
                      <a:lnTo>
                        <a:pt x="472584" y="43942"/>
                      </a:lnTo>
                      <a:lnTo>
                        <a:pt x="0" y="43942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3" name="Google Shape;1363;p30"/>
                <p:cNvSpPr/>
                <p:nvPr/>
              </p:nvSpPr>
              <p:spPr>
                <a:xfrm>
                  <a:off x="4350549" y="2313010"/>
                  <a:ext cx="111162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62" h="11690" extrusionOk="0">
                      <a:moveTo>
                        <a:pt x="0" y="0"/>
                      </a:moveTo>
                      <a:lnTo>
                        <a:pt x="111162" y="0"/>
                      </a:lnTo>
                      <a:lnTo>
                        <a:pt x="111162" y="11691"/>
                      </a:lnTo>
                      <a:lnTo>
                        <a:pt x="0" y="1169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4" name="Google Shape;1364;p30"/>
                <p:cNvSpPr/>
                <p:nvPr/>
              </p:nvSpPr>
              <p:spPr>
                <a:xfrm>
                  <a:off x="4351049" y="2313010"/>
                  <a:ext cx="111162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62" h="11690" extrusionOk="0">
                      <a:moveTo>
                        <a:pt x="0" y="0"/>
                      </a:moveTo>
                      <a:lnTo>
                        <a:pt x="111162" y="0"/>
                      </a:lnTo>
                      <a:lnTo>
                        <a:pt x="111162" y="11691"/>
                      </a:lnTo>
                      <a:lnTo>
                        <a:pt x="0" y="11691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1365" name="Google Shape;1365;p30"/>
              <p:cNvGrpSpPr/>
              <p:nvPr/>
            </p:nvGrpSpPr>
            <p:grpSpPr>
              <a:xfrm flipH="1">
                <a:off x="6590802" y="3914640"/>
                <a:ext cx="328827" cy="429717"/>
                <a:chOff x="5612846" y="2845934"/>
                <a:chExt cx="147423" cy="192655"/>
              </a:xfrm>
            </p:grpSpPr>
            <p:sp>
              <p:nvSpPr>
                <p:cNvPr id="1366" name="Google Shape;1366;p30"/>
                <p:cNvSpPr/>
                <p:nvPr/>
              </p:nvSpPr>
              <p:spPr>
                <a:xfrm>
                  <a:off x="5632183" y="2939050"/>
                  <a:ext cx="108579" cy="75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9" h="75920" extrusionOk="0">
                      <a:moveTo>
                        <a:pt x="68" y="75920"/>
                      </a:moveTo>
                      <a:lnTo>
                        <a:pt x="25454" y="75920"/>
                      </a:lnTo>
                      <a:lnTo>
                        <a:pt x="25454" y="36873"/>
                      </a:lnTo>
                      <a:cubicBezTo>
                        <a:pt x="25454" y="29736"/>
                        <a:pt x="31333" y="23857"/>
                        <a:pt x="38470" y="23857"/>
                      </a:cubicBezTo>
                      <a:lnTo>
                        <a:pt x="70177" y="23857"/>
                      </a:lnTo>
                      <a:cubicBezTo>
                        <a:pt x="77314" y="23857"/>
                        <a:pt x="83193" y="29702"/>
                        <a:pt x="83193" y="36873"/>
                      </a:cubicBezTo>
                      <a:lnTo>
                        <a:pt x="83193" y="75920"/>
                      </a:lnTo>
                      <a:lnTo>
                        <a:pt x="108579" y="75920"/>
                      </a:lnTo>
                      <a:lnTo>
                        <a:pt x="108579" y="24469"/>
                      </a:lnTo>
                      <a:cubicBezTo>
                        <a:pt x="108579" y="11011"/>
                        <a:pt x="97568" y="0"/>
                        <a:pt x="84111" y="0"/>
                      </a:cubicBezTo>
                      <a:lnTo>
                        <a:pt x="24468" y="0"/>
                      </a:lnTo>
                      <a:cubicBezTo>
                        <a:pt x="11011" y="0"/>
                        <a:pt x="0" y="11011"/>
                        <a:pt x="0" y="24469"/>
                      </a:cubicBezTo>
                      <a:lnTo>
                        <a:pt x="0" y="7592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7" name="Google Shape;1367;p30"/>
                <p:cNvSpPr/>
                <p:nvPr/>
              </p:nvSpPr>
              <p:spPr>
                <a:xfrm>
                  <a:off x="5612846" y="3013305"/>
                  <a:ext cx="147423" cy="25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25284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603" y="0"/>
                        <a:pt x="147423" y="2821"/>
                        <a:pt x="147423" y="6321"/>
                      </a:cubicBezTo>
                      <a:lnTo>
                        <a:pt x="147423" y="18963"/>
                      </a:lnTo>
                      <a:cubicBezTo>
                        <a:pt x="147423" y="22430"/>
                        <a:pt x="144603" y="25284"/>
                        <a:pt x="141102" y="25284"/>
                      </a:cubicBezTo>
                      <a:lnTo>
                        <a:pt x="6321" y="25284"/>
                      </a:lnTo>
                      <a:cubicBezTo>
                        <a:pt x="2821" y="25284"/>
                        <a:pt x="0" y="22463"/>
                        <a:pt x="0" y="18963"/>
                      </a:cubicBezTo>
                      <a:lnTo>
                        <a:pt x="0" y="6355"/>
                      </a:lnTo>
                      <a:cubicBezTo>
                        <a:pt x="0" y="2855"/>
                        <a:pt x="2821" y="34"/>
                        <a:pt x="6321" y="3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8" name="Google Shape;1368;p30"/>
                <p:cNvSpPr/>
                <p:nvPr/>
              </p:nvSpPr>
              <p:spPr>
                <a:xfrm>
                  <a:off x="5612846" y="3013305"/>
                  <a:ext cx="147423" cy="11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11316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569" y="0"/>
                        <a:pt x="147423" y="2821"/>
                        <a:pt x="147423" y="6321"/>
                      </a:cubicBezTo>
                      <a:lnTo>
                        <a:pt x="147423" y="11317"/>
                      </a:lnTo>
                      <a:lnTo>
                        <a:pt x="0" y="11317"/>
                      </a:lnTo>
                      <a:lnTo>
                        <a:pt x="0" y="6321"/>
                      </a:lnTo>
                      <a:cubicBezTo>
                        <a:pt x="0" y="2855"/>
                        <a:pt x="2855" y="0"/>
                        <a:pt x="6321" y="0"/>
                      </a:cubicBez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9" name="Google Shape;1369;p30"/>
                <p:cNvSpPr/>
                <p:nvPr/>
              </p:nvSpPr>
              <p:spPr>
                <a:xfrm>
                  <a:off x="5673984" y="2868533"/>
                  <a:ext cx="25148" cy="70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48" h="70517" extrusionOk="0">
                      <a:moveTo>
                        <a:pt x="0" y="0"/>
                      </a:moveTo>
                      <a:lnTo>
                        <a:pt x="25148" y="0"/>
                      </a:lnTo>
                      <a:lnTo>
                        <a:pt x="25148" y="70517"/>
                      </a:lnTo>
                      <a:lnTo>
                        <a:pt x="0" y="70517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70" name="Google Shape;1370;p30"/>
                <p:cNvSpPr/>
                <p:nvPr/>
              </p:nvSpPr>
              <p:spPr>
                <a:xfrm>
                  <a:off x="5665148" y="2845934"/>
                  <a:ext cx="42819" cy="428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19" h="42820" extrusionOk="0">
                      <a:moveTo>
                        <a:pt x="21410" y="42820"/>
                      </a:moveTo>
                      <a:cubicBezTo>
                        <a:pt x="33203" y="42820"/>
                        <a:pt x="42820" y="33203"/>
                        <a:pt x="42820" y="21410"/>
                      </a:cubicBezTo>
                      <a:cubicBezTo>
                        <a:pt x="42820" y="9618"/>
                        <a:pt x="33203" y="0"/>
                        <a:pt x="21410" y="0"/>
                      </a:cubicBezTo>
                      <a:cubicBezTo>
                        <a:pt x="9618" y="0"/>
                        <a:pt x="0" y="9618"/>
                        <a:pt x="0" y="21410"/>
                      </a:cubicBezTo>
                      <a:cubicBezTo>
                        <a:pt x="0" y="33203"/>
                        <a:pt x="9618" y="42820"/>
                        <a:pt x="21410" y="4282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71" name="Google Shape;1371;p30"/>
                <p:cNvSpPr/>
                <p:nvPr/>
              </p:nvSpPr>
              <p:spPr>
                <a:xfrm>
                  <a:off x="5672692" y="2850488"/>
                  <a:ext cx="19405" cy="19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05" h="19438" extrusionOk="0">
                      <a:moveTo>
                        <a:pt x="9686" y="19439"/>
                      </a:moveTo>
                      <a:cubicBezTo>
                        <a:pt x="15055" y="19439"/>
                        <a:pt x="19405" y="15089"/>
                        <a:pt x="19405" y="9719"/>
                      </a:cubicBezTo>
                      <a:cubicBezTo>
                        <a:pt x="19405" y="4350"/>
                        <a:pt x="15055" y="0"/>
                        <a:pt x="9686" y="0"/>
                      </a:cubicBezTo>
                      <a:cubicBezTo>
                        <a:pt x="4316" y="0"/>
                        <a:pt x="0" y="4384"/>
                        <a:pt x="0" y="9719"/>
                      </a:cubicBezTo>
                      <a:cubicBezTo>
                        <a:pt x="0" y="15055"/>
                        <a:pt x="4350" y="19439"/>
                        <a:pt x="9686" y="1943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  <p:sp>
          <p:nvSpPr>
            <p:cNvPr id="1372" name="Google Shape;1372;p30"/>
            <p:cNvSpPr/>
            <p:nvPr/>
          </p:nvSpPr>
          <p:spPr>
            <a:xfrm flipH="1">
              <a:off x="9189886" y="4417130"/>
              <a:ext cx="345880" cy="718513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3" name="Google Shape;1373;p30"/>
            <p:cNvSpPr/>
            <p:nvPr/>
          </p:nvSpPr>
          <p:spPr>
            <a:xfrm flipH="1">
              <a:off x="7950907" y="4417130"/>
              <a:ext cx="345880" cy="718513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4" name="Google Shape;1374;p30"/>
            <p:cNvSpPr/>
            <p:nvPr/>
          </p:nvSpPr>
          <p:spPr>
            <a:xfrm flipH="1">
              <a:off x="8570359" y="4422664"/>
              <a:ext cx="345880" cy="718513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375" name="Google Shape;1375;p30"/>
            <p:cNvGrpSpPr/>
            <p:nvPr/>
          </p:nvGrpSpPr>
          <p:grpSpPr>
            <a:xfrm flipH="1">
              <a:off x="7133162" y="4525117"/>
              <a:ext cx="501352" cy="617327"/>
              <a:chOff x="5292342" y="3091129"/>
              <a:chExt cx="224771" cy="276766"/>
            </a:xfrm>
          </p:grpSpPr>
          <p:sp>
            <p:nvSpPr>
              <p:cNvPr id="1376" name="Google Shape;1376;p30"/>
              <p:cNvSpPr/>
              <p:nvPr/>
            </p:nvSpPr>
            <p:spPr>
              <a:xfrm>
                <a:off x="5378390" y="3254253"/>
                <a:ext cx="44247" cy="113642"/>
              </a:xfrm>
              <a:custGeom>
                <a:avLst/>
                <a:gdLst/>
                <a:ahLst/>
                <a:cxnLst/>
                <a:rect l="l" t="t" r="r" b="b"/>
                <a:pathLst>
                  <a:path w="44247" h="113642" extrusionOk="0">
                    <a:moveTo>
                      <a:pt x="0" y="0"/>
                    </a:moveTo>
                    <a:lnTo>
                      <a:pt x="44247" y="0"/>
                    </a:lnTo>
                    <a:lnTo>
                      <a:pt x="44247" y="113643"/>
                    </a:lnTo>
                    <a:lnTo>
                      <a:pt x="0" y="11364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77" name="Google Shape;1377;p30"/>
              <p:cNvSpPr/>
              <p:nvPr/>
            </p:nvSpPr>
            <p:spPr>
              <a:xfrm>
                <a:off x="5292342" y="3091129"/>
                <a:ext cx="224771" cy="224770"/>
              </a:xfrm>
              <a:custGeom>
                <a:avLst/>
                <a:gdLst/>
                <a:ahLst/>
                <a:cxnLst/>
                <a:rect l="l" t="t" r="r" b="b"/>
                <a:pathLst>
                  <a:path w="224771" h="224770" extrusionOk="0">
                    <a:moveTo>
                      <a:pt x="112385" y="224771"/>
                    </a:moveTo>
                    <a:cubicBezTo>
                      <a:pt x="174271" y="224771"/>
                      <a:pt x="224771" y="174305"/>
                      <a:pt x="224771" y="112386"/>
                    </a:cubicBezTo>
                    <a:cubicBezTo>
                      <a:pt x="224771" y="50466"/>
                      <a:pt x="174305" y="0"/>
                      <a:pt x="112385" y="0"/>
                    </a:cubicBezTo>
                    <a:cubicBezTo>
                      <a:pt x="50466" y="0"/>
                      <a:pt x="0" y="50500"/>
                      <a:pt x="0" y="112386"/>
                    </a:cubicBezTo>
                    <a:cubicBezTo>
                      <a:pt x="0" y="174271"/>
                      <a:pt x="50466" y="224771"/>
                      <a:pt x="112385" y="22477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78" name="Google Shape;1378;p30"/>
              <p:cNvSpPr/>
              <p:nvPr/>
            </p:nvSpPr>
            <p:spPr>
              <a:xfrm>
                <a:off x="5310116" y="3108903"/>
                <a:ext cx="189189" cy="189223"/>
              </a:xfrm>
              <a:custGeom>
                <a:avLst/>
                <a:gdLst/>
                <a:ahLst/>
                <a:cxnLst/>
                <a:rect l="l" t="t" r="r" b="b"/>
                <a:pathLst>
                  <a:path w="189189" h="189223" extrusionOk="0">
                    <a:moveTo>
                      <a:pt x="94612" y="189224"/>
                    </a:moveTo>
                    <a:cubicBezTo>
                      <a:pt x="146710" y="189224"/>
                      <a:pt x="189190" y="146744"/>
                      <a:pt x="189190" y="94612"/>
                    </a:cubicBezTo>
                    <a:cubicBezTo>
                      <a:pt x="189190" y="42480"/>
                      <a:pt x="146710" y="0"/>
                      <a:pt x="94612" y="0"/>
                    </a:cubicBezTo>
                    <a:cubicBezTo>
                      <a:pt x="42514" y="0"/>
                      <a:pt x="0" y="42514"/>
                      <a:pt x="0" y="94612"/>
                    </a:cubicBezTo>
                    <a:cubicBezTo>
                      <a:pt x="0" y="146709"/>
                      <a:pt x="42480" y="189224"/>
                      <a:pt x="94612" y="18922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79" name="Google Shape;1379;p30"/>
              <p:cNvSpPr/>
              <p:nvPr/>
            </p:nvSpPr>
            <p:spPr>
              <a:xfrm>
                <a:off x="5310116" y="3108937"/>
                <a:ext cx="189189" cy="98180"/>
              </a:xfrm>
              <a:custGeom>
                <a:avLst/>
                <a:gdLst/>
                <a:ahLst/>
                <a:cxnLst/>
                <a:rect l="l" t="t" r="r" b="b"/>
                <a:pathLst>
                  <a:path w="189189" h="98180" extrusionOk="0">
                    <a:moveTo>
                      <a:pt x="94578" y="0"/>
                    </a:moveTo>
                    <a:cubicBezTo>
                      <a:pt x="146845" y="0"/>
                      <a:pt x="189190" y="42378"/>
                      <a:pt x="189190" y="94612"/>
                    </a:cubicBezTo>
                    <a:cubicBezTo>
                      <a:pt x="189190" y="95801"/>
                      <a:pt x="189190" y="96991"/>
                      <a:pt x="189122" y="98180"/>
                    </a:cubicBezTo>
                    <a:lnTo>
                      <a:pt x="68" y="98180"/>
                    </a:lnTo>
                    <a:cubicBezTo>
                      <a:pt x="68" y="96991"/>
                      <a:pt x="0" y="95801"/>
                      <a:pt x="0" y="94612"/>
                    </a:cubicBezTo>
                    <a:cubicBezTo>
                      <a:pt x="0" y="42378"/>
                      <a:pt x="42378" y="0"/>
                      <a:pt x="9461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80" name="Google Shape;1380;p30"/>
              <p:cNvSpPr/>
              <p:nvPr/>
            </p:nvSpPr>
            <p:spPr>
              <a:xfrm>
                <a:off x="5402893" y="3125521"/>
                <a:ext cx="97853" cy="80440"/>
              </a:xfrm>
              <a:custGeom>
                <a:avLst/>
                <a:gdLst/>
                <a:ahLst/>
                <a:cxnLst/>
                <a:rect l="l" t="t" r="r" b="b"/>
                <a:pathLst>
                  <a:path w="97853" h="80440" extrusionOk="0">
                    <a:moveTo>
                      <a:pt x="88902" y="38810"/>
                    </a:moveTo>
                    <a:cubicBezTo>
                      <a:pt x="95223" y="52302"/>
                      <a:pt x="98078" y="66507"/>
                      <a:pt x="97840" y="80440"/>
                    </a:cubicBezTo>
                    <a:lnTo>
                      <a:pt x="0" y="80440"/>
                    </a:lnTo>
                    <a:lnTo>
                      <a:pt x="55428" y="0"/>
                    </a:lnTo>
                    <a:cubicBezTo>
                      <a:pt x="69497" y="9278"/>
                      <a:pt x="81256" y="22429"/>
                      <a:pt x="88902" y="3877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81" name="Google Shape;1381;p30"/>
              <p:cNvSpPr/>
              <p:nvPr/>
            </p:nvSpPr>
            <p:spPr>
              <a:xfrm>
                <a:off x="5362485" y="3109487"/>
                <a:ext cx="90873" cy="98173"/>
              </a:xfrm>
              <a:custGeom>
                <a:avLst/>
                <a:gdLst/>
                <a:ahLst/>
                <a:cxnLst/>
                <a:rect l="l" t="t" r="r" b="b"/>
                <a:pathLst>
                  <a:path w="90873" h="98173" extrusionOk="0">
                    <a:moveTo>
                      <a:pt x="50228" y="299"/>
                    </a:moveTo>
                    <a:cubicBezTo>
                      <a:pt x="65080" y="1455"/>
                      <a:pt x="78877" y="6008"/>
                      <a:pt x="90874" y="13111"/>
                    </a:cubicBezTo>
                    <a:lnTo>
                      <a:pt x="42548" y="98173"/>
                    </a:lnTo>
                    <a:lnTo>
                      <a:pt x="0" y="10257"/>
                    </a:lnTo>
                    <a:cubicBezTo>
                      <a:pt x="15055" y="2610"/>
                      <a:pt x="32217" y="-1128"/>
                      <a:pt x="50228" y="29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82" name="Google Shape;1382;p30"/>
              <p:cNvSpPr/>
              <p:nvPr/>
            </p:nvSpPr>
            <p:spPr>
              <a:xfrm>
                <a:off x="5311712" y="3126507"/>
                <a:ext cx="97738" cy="81629"/>
              </a:xfrm>
              <a:custGeom>
                <a:avLst/>
                <a:gdLst/>
                <a:ahLst/>
                <a:cxnLst/>
                <a:rect l="l" t="t" r="r" b="b"/>
                <a:pathLst>
                  <a:path w="97738" h="81629" extrusionOk="0">
                    <a:moveTo>
                      <a:pt x="11657" y="31775"/>
                    </a:moveTo>
                    <a:cubicBezTo>
                      <a:pt x="18862" y="18725"/>
                      <a:pt x="28649" y="8054"/>
                      <a:pt x="40068" y="0"/>
                    </a:cubicBezTo>
                    <a:lnTo>
                      <a:pt x="97739" y="79047"/>
                    </a:lnTo>
                    <a:lnTo>
                      <a:pt x="103" y="81630"/>
                    </a:lnTo>
                    <a:cubicBezTo>
                      <a:pt x="-679" y="64808"/>
                      <a:pt x="2991" y="47578"/>
                      <a:pt x="11691" y="3174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383" name="Google Shape;1383;p30"/>
              <p:cNvGrpSpPr/>
              <p:nvPr/>
            </p:nvGrpSpPr>
            <p:grpSpPr>
              <a:xfrm>
                <a:off x="5361045" y="3146273"/>
                <a:ext cx="64409" cy="79667"/>
                <a:chOff x="5361045" y="3146273"/>
                <a:chExt cx="64409" cy="79667"/>
              </a:xfrm>
            </p:grpSpPr>
            <p:sp>
              <p:nvSpPr>
                <p:cNvPr id="1384" name="Google Shape;1384;p30"/>
                <p:cNvSpPr/>
                <p:nvPr/>
              </p:nvSpPr>
              <p:spPr>
                <a:xfrm>
                  <a:off x="5382608" y="3183094"/>
                  <a:ext cx="42846" cy="42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46" h="42846" extrusionOk="0">
                      <a:moveTo>
                        <a:pt x="17328" y="404"/>
                      </a:moveTo>
                      <a:cubicBezTo>
                        <a:pt x="28951" y="-1873"/>
                        <a:pt x="40166" y="5705"/>
                        <a:pt x="42442" y="17328"/>
                      </a:cubicBezTo>
                      <a:cubicBezTo>
                        <a:pt x="44719" y="28951"/>
                        <a:pt x="37141" y="40199"/>
                        <a:pt x="25518" y="42442"/>
                      </a:cubicBezTo>
                      <a:cubicBezTo>
                        <a:pt x="13896" y="44719"/>
                        <a:pt x="2647" y="37141"/>
                        <a:pt x="404" y="25518"/>
                      </a:cubicBezTo>
                      <a:cubicBezTo>
                        <a:pt x="-1873" y="13930"/>
                        <a:pt x="5706" y="2681"/>
                        <a:pt x="17328" y="43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85" name="Google Shape;1385;p30"/>
                <p:cNvSpPr/>
                <p:nvPr/>
              </p:nvSpPr>
              <p:spPr>
                <a:xfrm>
                  <a:off x="5361045" y="3146273"/>
                  <a:ext cx="43376" cy="543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76" h="54353" extrusionOk="0">
                      <a:moveTo>
                        <a:pt x="30327" y="54353"/>
                      </a:moveTo>
                      <a:lnTo>
                        <a:pt x="43376" y="45348"/>
                      </a:lnTo>
                      <a:lnTo>
                        <a:pt x="14456" y="3411"/>
                      </a:lnTo>
                      <a:cubicBezTo>
                        <a:pt x="11975" y="-191"/>
                        <a:pt x="6980" y="-1075"/>
                        <a:pt x="3411" y="1406"/>
                      </a:cubicBezTo>
                      <a:lnTo>
                        <a:pt x="3411" y="1406"/>
                      </a:lnTo>
                      <a:cubicBezTo>
                        <a:pt x="-191" y="3853"/>
                        <a:pt x="-1075" y="8815"/>
                        <a:pt x="1406" y="12451"/>
                      </a:cubicBezTo>
                      <a:lnTo>
                        <a:pt x="30361" y="54353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</p:grpSp>
      <p:sp>
        <p:nvSpPr>
          <p:cNvPr id="3" name="TextBox 2"/>
          <p:cNvSpPr txBox="1"/>
          <p:nvPr/>
        </p:nvSpPr>
        <p:spPr>
          <a:xfrm>
            <a:off x="0" y="67423"/>
            <a:ext cx="2469454" cy="369332"/>
          </a:xfrm>
          <a:prstGeom prst="homePlate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algn="ctr"/>
            <a:r>
              <a:rPr lang="en-US" sz="1800" b="1" noProof="0" dirty="0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Core Questions</a:t>
            </a:r>
            <a:endParaRPr lang="en-US" sz="1800" b="1" noProof="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066800" y="691108"/>
            <a:ext cx="4200525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800" b="1" noProof="0" dirty="0">
                <a:solidFill>
                  <a:srgbClr val="03515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Focus</a:t>
            </a:r>
            <a:r>
              <a:rPr lang="en-US" sz="1800" noProof="0" dirty="0">
                <a:solidFill>
                  <a:srgbClr val="03515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:</a:t>
            </a:r>
          </a:p>
          <a:p>
            <a:r>
              <a:rPr lang="en-US" sz="1600" noProof="0" dirty="0">
                <a:solidFill>
                  <a:srgbClr val="0C373E"/>
                </a:solidFill>
                <a:latin typeface="Montserrat" panose="00000500000000000000" pitchFamily="2" charset="0"/>
                <a:cs typeface="+mj-cs"/>
              </a:rPr>
              <a:t>Relationships, patterns, root causes.</a:t>
            </a:r>
          </a:p>
          <a:p>
            <a:endParaRPr lang="en-US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1066799" y="1389842"/>
            <a:ext cx="8018721" cy="344709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800" b="1" noProof="0" dirty="0">
                <a:solidFill>
                  <a:srgbClr val="03515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Questions</a:t>
            </a:r>
          </a:p>
          <a:p>
            <a:endParaRPr lang="en-US" sz="1800" b="1" noProof="0" dirty="0">
              <a:solidFill>
                <a:srgbClr val="03515F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r>
              <a:rPr lang="en-US" noProof="0" dirty="0">
                <a:solidFill>
                  <a:srgbClr val="0C373E"/>
                </a:solidFill>
                <a:latin typeface="Montserrat" panose="00000500000000000000" pitchFamily="2" charset="0"/>
                <a:cs typeface="+mj-cs"/>
              </a:rPr>
              <a:t>1. Do certain operating conditions increase the risk of failure?</a:t>
            </a:r>
          </a:p>
          <a:p>
            <a:pPr marL="342900" indent="-342900">
              <a:buFont typeface="+mj-lt"/>
              <a:buAutoNum type="arabicPeriod"/>
            </a:pPr>
            <a:endParaRPr lang="en-US" noProof="0" dirty="0">
              <a:solidFill>
                <a:srgbClr val="0C373E"/>
              </a:solidFill>
              <a:latin typeface="Montserrat" panose="00000500000000000000" pitchFamily="2" charset="0"/>
              <a:cs typeface="+mj-cs"/>
            </a:endParaRPr>
          </a:p>
          <a:p>
            <a:r>
              <a:rPr lang="en-US" noProof="0" dirty="0">
                <a:solidFill>
                  <a:srgbClr val="0C373E"/>
                </a:solidFill>
                <a:latin typeface="Montserrat" panose="00000500000000000000" pitchFamily="2" charset="0"/>
                <a:cs typeface="+mj-cs"/>
              </a:rPr>
              <a:t>2. Which parameter is the strongest driver of failures?</a:t>
            </a:r>
          </a:p>
          <a:p>
            <a:pPr marL="342900" indent="-342900">
              <a:buFont typeface="+mj-lt"/>
              <a:buAutoNum type="arabicPeriod"/>
            </a:pPr>
            <a:endParaRPr lang="en-US" noProof="0" dirty="0">
              <a:solidFill>
                <a:srgbClr val="0C373E"/>
              </a:solidFill>
              <a:latin typeface="Montserrat" panose="00000500000000000000" pitchFamily="2" charset="0"/>
              <a:cs typeface="+mj-cs"/>
            </a:endParaRPr>
          </a:p>
          <a:p>
            <a:r>
              <a:rPr lang="en-US" noProof="0" dirty="0">
                <a:solidFill>
                  <a:srgbClr val="0C373E"/>
                </a:solidFill>
                <a:latin typeface="Montserrat" panose="00000500000000000000" pitchFamily="2" charset="0"/>
                <a:cs typeface="+mj-cs"/>
              </a:rPr>
              <a:t>3.  Are there patterns (after a tool wear threshold) where efficiency drops before failure?</a:t>
            </a:r>
          </a:p>
          <a:p>
            <a:pPr marL="342900" indent="-342900">
              <a:buFont typeface="+mj-lt"/>
              <a:buAutoNum type="arabicPeriod"/>
            </a:pPr>
            <a:endParaRPr lang="en-US" noProof="0" dirty="0">
              <a:solidFill>
                <a:srgbClr val="0C373E"/>
              </a:solidFill>
              <a:latin typeface="Montserrat" panose="00000500000000000000" pitchFamily="2" charset="0"/>
              <a:cs typeface="+mj-cs"/>
            </a:endParaRPr>
          </a:p>
          <a:p>
            <a:r>
              <a:rPr lang="en-US" noProof="0" dirty="0">
                <a:solidFill>
                  <a:srgbClr val="0C373E"/>
                </a:solidFill>
                <a:latin typeface="Montserrat" panose="00000500000000000000" pitchFamily="2" charset="0"/>
                <a:cs typeface="+mj-cs"/>
              </a:rPr>
              <a:t>4. Do some machines fail more often than others? Why?</a:t>
            </a:r>
          </a:p>
          <a:p>
            <a:endParaRPr lang="en-US" noProof="0" dirty="0">
              <a:solidFill>
                <a:srgbClr val="0C373E"/>
              </a:solidFill>
              <a:latin typeface="Montserrat" panose="00000500000000000000" pitchFamily="2" charset="0"/>
              <a:cs typeface="+mj-cs"/>
            </a:endParaRPr>
          </a:p>
          <a:p>
            <a:r>
              <a:rPr lang="en-US" noProof="0" dirty="0">
                <a:solidFill>
                  <a:srgbClr val="0C373E"/>
                </a:solidFill>
                <a:latin typeface="Montserrat" panose="00000500000000000000" pitchFamily="2" charset="0"/>
                <a:cs typeface="+mj-cs"/>
              </a:rPr>
              <a:t>5. Do certain failure types tend to happen together more often than by chance?</a:t>
            </a:r>
          </a:p>
          <a:p>
            <a:endParaRPr lang="en-US" noProof="0" dirty="0"/>
          </a:p>
          <a:p>
            <a:pPr marL="342900" indent="-342900">
              <a:buAutoNum type="arabicPeriod"/>
            </a:pPr>
            <a:endParaRPr lang="en-US" noProof="0" dirty="0"/>
          </a:p>
          <a:p>
            <a:pPr marL="342900" indent="-342900">
              <a:buAutoNum type="arabicPeriod"/>
            </a:pPr>
            <a:endParaRPr lang="en-US" noProof="0" dirty="0"/>
          </a:p>
          <a:p>
            <a:endParaRPr lang="en-US" noProof="0" dirty="0"/>
          </a:p>
        </p:txBody>
      </p:sp>
      <p:sp>
        <p:nvSpPr>
          <p:cNvPr id="2" name="TextBox 1"/>
          <p:cNvSpPr txBox="1"/>
          <p:nvPr/>
        </p:nvSpPr>
        <p:spPr>
          <a:xfrm>
            <a:off x="0" y="73792"/>
            <a:ext cx="3128211" cy="369332"/>
          </a:xfrm>
          <a:prstGeom prst="homePlate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800" b="1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noProof="0" dirty="0"/>
              <a:t>Diagnostic Questions</a:t>
            </a:r>
          </a:p>
        </p:txBody>
      </p:sp>
      <p:grpSp>
        <p:nvGrpSpPr>
          <p:cNvPr id="3" name="Google Shape;2470;p47"/>
          <p:cNvGrpSpPr/>
          <p:nvPr/>
        </p:nvGrpSpPr>
        <p:grpSpPr>
          <a:xfrm>
            <a:off x="7870433" y="0"/>
            <a:ext cx="1273567" cy="1263205"/>
            <a:chOff x="8601996" y="2456705"/>
            <a:chExt cx="820650" cy="813973"/>
          </a:xfrm>
        </p:grpSpPr>
        <p:sp>
          <p:nvSpPr>
            <p:cNvPr id="4" name="Google Shape;2471;p47"/>
            <p:cNvSpPr/>
            <p:nvPr/>
          </p:nvSpPr>
          <p:spPr>
            <a:xfrm>
              <a:off x="8601996" y="2456705"/>
              <a:ext cx="820649" cy="430810"/>
            </a:xfrm>
            <a:custGeom>
              <a:avLst/>
              <a:gdLst/>
              <a:ahLst/>
              <a:cxnLst/>
              <a:rect l="l" t="t" r="r" b="b"/>
              <a:pathLst>
                <a:path w="499634" h="262289" extrusionOk="0">
                  <a:moveTo>
                    <a:pt x="176718" y="262290"/>
                  </a:moveTo>
                  <a:lnTo>
                    <a:pt x="316019" y="262290"/>
                  </a:lnTo>
                  <a:lnTo>
                    <a:pt x="499635" y="117483"/>
                  </a:lnTo>
                  <a:lnTo>
                    <a:pt x="499635" y="0"/>
                  </a:lnTo>
                  <a:lnTo>
                    <a:pt x="0" y="0"/>
                  </a:lnTo>
                  <a:lnTo>
                    <a:pt x="0" y="117483"/>
                  </a:lnTo>
                  <a:lnTo>
                    <a:pt x="176718" y="26229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" name="Google Shape;2472;p47"/>
            <p:cNvSpPr/>
            <p:nvPr/>
          </p:nvSpPr>
          <p:spPr>
            <a:xfrm>
              <a:off x="8601998" y="2456705"/>
              <a:ext cx="820649" cy="193413"/>
            </a:xfrm>
            <a:custGeom>
              <a:avLst/>
              <a:gdLst/>
              <a:ahLst/>
              <a:cxnLst/>
              <a:rect l="l" t="t" r="r" b="b"/>
              <a:pathLst>
                <a:path w="499634" h="117755" extrusionOk="0">
                  <a:moveTo>
                    <a:pt x="0" y="0"/>
                  </a:moveTo>
                  <a:lnTo>
                    <a:pt x="499635" y="0"/>
                  </a:lnTo>
                  <a:lnTo>
                    <a:pt x="499635" y="117755"/>
                  </a:lnTo>
                  <a:lnTo>
                    <a:pt x="0" y="117755"/>
                  </a:lnTo>
                  <a:close/>
                </a:path>
              </a:pathLst>
            </a:custGeom>
            <a:solidFill>
              <a:srgbClr val="161D1E">
                <a:alpha val="1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" name="Google Shape;2473;p47"/>
            <p:cNvSpPr/>
            <p:nvPr/>
          </p:nvSpPr>
          <p:spPr>
            <a:xfrm>
              <a:off x="9171096" y="2456705"/>
              <a:ext cx="169186" cy="193357"/>
            </a:xfrm>
            <a:custGeom>
              <a:avLst/>
              <a:gdLst/>
              <a:ahLst/>
              <a:cxnLst/>
              <a:rect l="l" t="t" r="r" b="b"/>
              <a:pathLst>
                <a:path w="103005" h="117721" extrusionOk="0">
                  <a:moveTo>
                    <a:pt x="0" y="0"/>
                  </a:moveTo>
                  <a:lnTo>
                    <a:pt x="103006" y="0"/>
                  </a:lnTo>
                  <a:lnTo>
                    <a:pt x="103006" y="117721"/>
                  </a:lnTo>
                  <a:lnTo>
                    <a:pt x="0" y="117721"/>
                  </a:lnTo>
                  <a:close/>
                </a:path>
              </a:pathLst>
            </a:custGeom>
            <a:solidFill>
              <a:srgbClr val="161D1E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" name="Google Shape;2474;p47"/>
            <p:cNvSpPr/>
            <p:nvPr/>
          </p:nvSpPr>
          <p:spPr>
            <a:xfrm>
              <a:off x="8711092" y="2457096"/>
              <a:ext cx="115936" cy="193357"/>
            </a:xfrm>
            <a:custGeom>
              <a:avLst/>
              <a:gdLst/>
              <a:ahLst/>
              <a:cxnLst/>
              <a:rect l="l" t="t" r="r" b="b"/>
              <a:pathLst>
                <a:path w="70585" h="117721" extrusionOk="0">
                  <a:moveTo>
                    <a:pt x="0" y="0"/>
                  </a:moveTo>
                  <a:lnTo>
                    <a:pt x="70585" y="0"/>
                  </a:lnTo>
                  <a:lnTo>
                    <a:pt x="70585" y="117721"/>
                  </a:lnTo>
                  <a:lnTo>
                    <a:pt x="0" y="117721"/>
                  </a:lnTo>
                  <a:close/>
                </a:path>
              </a:pathLst>
            </a:custGeom>
            <a:solidFill>
              <a:srgbClr val="EFEFE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" name="Google Shape;2475;p47"/>
            <p:cNvSpPr/>
            <p:nvPr/>
          </p:nvSpPr>
          <p:spPr>
            <a:xfrm>
              <a:off x="9045077" y="2649812"/>
              <a:ext cx="295115" cy="237844"/>
            </a:xfrm>
            <a:custGeom>
              <a:avLst/>
              <a:gdLst/>
              <a:ahLst/>
              <a:cxnLst/>
              <a:rect l="l" t="t" r="r" b="b"/>
              <a:pathLst>
                <a:path w="179674" h="144806" extrusionOk="0">
                  <a:moveTo>
                    <a:pt x="0" y="144806"/>
                  </a:moveTo>
                  <a:lnTo>
                    <a:pt x="76668" y="0"/>
                  </a:lnTo>
                  <a:lnTo>
                    <a:pt x="179674" y="0"/>
                  </a:lnTo>
                  <a:lnTo>
                    <a:pt x="26270" y="144806"/>
                  </a:lnTo>
                  <a:lnTo>
                    <a:pt x="0" y="144806"/>
                  </a:lnTo>
                  <a:close/>
                </a:path>
              </a:pathLst>
            </a:custGeom>
            <a:solidFill>
              <a:srgbClr val="161D1E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" name="Google Shape;2476;p47"/>
            <p:cNvSpPr/>
            <p:nvPr/>
          </p:nvSpPr>
          <p:spPr>
            <a:xfrm>
              <a:off x="8711092" y="2650594"/>
              <a:ext cx="220317" cy="237062"/>
            </a:xfrm>
            <a:custGeom>
              <a:avLst/>
              <a:gdLst/>
              <a:ahLst/>
              <a:cxnLst/>
              <a:rect l="l" t="t" r="r" b="b"/>
              <a:pathLst>
                <a:path w="134135" h="144330" extrusionOk="0">
                  <a:moveTo>
                    <a:pt x="0" y="0"/>
                  </a:moveTo>
                  <a:lnTo>
                    <a:pt x="134135" y="144331"/>
                  </a:lnTo>
                  <a:lnTo>
                    <a:pt x="7058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EFE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" name="Google Shape;2477;p47"/>
            <p:cNvSpPr/>
            <p:nvPr/>
          </p:nvSpPr>
          <p:spPr>
            <a:xfrm>
              <a:off x="8879173" y="2886434"/>
              <a:ext cx="266703" cy="22494"/>
            </a:xfrm>
            <a:custGeom>
              <a:avLst/>
              <a:gdLst/>
              <a:ahLst/>
              <a:cxnLst/>
              <a:rect l="l" t="t" r="r" b="b"/>
              <a:pathLst>
                <a:path w="162376" h="13695" extrusionOk="0">
                  <a:moveTo>
                    <a:pt x="0" y="0"/>
                  </a:moveTo>
                  <a:lnTo>
                    <a:pt x="162376" y="0"/>
                  </a:lnTo>
                  <a:lnTo>
                    <a:pt x="162376" y="13696"/>
                  </a:lnTo>
                  <a:lnTo>
                    <a:pt x="0" y="1369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" name="Google Shape;2478;p47"/>
            <p:cNvSpPr/>
            <p:nvPr/>
          </p:nvSpPr>
          <p:spPr>
            <a:xfrm>
              <a:off x="8879173" y="2928664"/>
              <a:ext cx="266703" cy="22494"/>
            </a:xfrm>
            <a:custGeom>
              <a:avLst/>
              <a:gdLst/>
              <a:ahLst/>
              <a:cxnLst/>
              <a:rect l="l" t="t" r="r" b="b"/>
              <a:pathLst>
                <a:path w="162376" h="13695" extrusionOk="0">
                  <a:moveTo>
                    <a:pt x="0" y="0"/>
                  </a:moveTo>
                  <a:lnTo>
                    <a:pt x="162376" y="0"/>
                  </a:lnTo>
                  <a:lnTo>
                    <a:pt x="162376" y="13696"/>
                  </a:lnTo>
                  <a:lnTo>
                    <a:pt x="0" y="1369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" name="Google Shape;2479;p47"/>
            <p:cNvSpPr/>
            <p:nvPr/>
          </p:nvSpPr>
          <p:spPr>
            <a:xfrm>
              <a:off x="8904590" y="2907828"/>
              <a:ext cx="214177" cy="22494"/>
            </a:xfrm>
            <a:custGeom>
              <a:avLst/>
              <a:gdLst/>
              <a:ahLst/>
              <a:cxnLst/>
              <a:rect l="l" t="t" r="r" b="b"/>
              <a:pathLst>
                <a:path w="130397" h="13695" extrusionOk="0">
                  <a:moveTo>
                    <a:pt x="0" y="0"/>
                  </a:moveTo>
                  <a:lnTo>
                    <a:pt x="130397" y="0"/>
                  </a:lnTo>
                  <a:lnTo>
                    <a:pt x="130397" y="13696"/>
                  </a:lnTo>
                  <a:lnTo>
                    <a:pt x="0" y="1369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" name="Google Shape;2480;p47"/>
            <p:cNvSpPr/>
            <p:nvPr/>
          </p:nvSpPr>
          <p:spPr>
            <a:xfrm>
              <a:off x="8935312" y="2975697"/>
              <a:ext cx="148365" cy="166004"/>
            </a:xfrm>
            <a:custGeom>
              <a:avLst/>
              <a:gdLst/>
              <a:ahLst/>
              <a:cxnLst/>
              <a:rect l="l" t="t" r="r" b="b"/>
              <a:pathLst>
                <a:path w="90329" h="101068" extrusionOk="0">
                  <a:moveTo>
                    <a:pt x="0" y="0"/>
                  </a:moveTo>
                  <a:lnTo>
                    <a:pt x="90330" y="0"/>
                  </a:lnTo>
                  <a:lnTo>
                    <a:pt x="90330" y="101069"/>
                  </a:lnTo>
                  <a:lnTo>
                    <a:pt x="0" y="10106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" name="Google Shape;2481;p47"/>
            <p:cNvSpPr/>
            <p:nvPr/>
          </p:nvSpPr>
          <p:spPr>
            <a:xfrm>
              <a:off x="8954415" y="2975697"/>
              <a:ext cx="21210" cy="166004"/>
            </a:xfrm>
            <a:custGeom>
              <a:avLst/>
              <a:gdLst/>
              <a:ahLst/>
              <a:cxnLst/>
              <a:rect l="l" t="t" r="r" b="b"/>
              <a:pathLst>
                <a:path w="12913" h="101068" extrusionOk="0">
                  <a:moveTo>
                    <a:pt x="0" y="0"/>
                  </a:moveTo>
                  <a:lnTo>
                    <a:pt x="12914" y="0"/>
                  </a:lnTo>
                  <a:lnTo>
                    <a:pt x="12914" y="101069"/>
                  </a:lnTo>
                  <a:lnTo>
                    <a:pt x="0" y="101069"/>
                  </a:lnTo>
                  <a:close/>
                </a:path>
              </a:pathLst>
            </a:custGeom>
            <a:solidFill>
              <a:srgbClr val="161D1E">
                <a:alpha val="5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" name="Google Shape;2482;p47"/>
            <p:cNvSpPr/>
            <p:nvPr/>
          </p:nvSpPr>
          <p:spPr>
            <a:xfrm>
              <a:off x="8879117" y="2950282"/>
              <a:ext cx="266032" cy="47669"/>
            </a:xfrm>
            <a:custGeom>
              <a:avLst/>
              <a:gdLst/>
              <a:ahLst/>
              <a:cxnLst/>
              <a:rect l="l" t="t" r="r" b="b"/>
              <a:pathLst>
                <a:path w="161968" h="29022" extrusionOk="0">
                  <a:moveTo>
                    <a:pt x="0" y="0"/>
                  </a:moveTo>
                  <a:lnTo>
                    <a:pt x="0" y="14511"/>
                  </a:lnTo>
                  <a:cubicBezTo>
                    <a:pt x="0" y="22497"/>
                    <a:pt x="6525" y="29022"/>
                    <a:pt x="14511" y="29022"/>
                  </a:cubicBezTo>
                  <a:lnTo>
                    <a:pt x="147457" y="29022"/>
                  </a:lnTo>
                  <a:cubicBezTo>
                    <a:pt x="155443" y="29022"/>
                    <a:pt x="161968" y="22497"/>
                    <a:pt x="161968" y="14511"/>
                  </a:cubicBezTo>
                  <a:lnTo>
                    <a:pt x="161968" y="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" name="Google Shape;2483;p47"/>
            <p:cNvSpPr/>
            <p:nvPr/>
          </p:nvSpPr>
          <p:spPr>
            <a:xfrm>
              <a:off x="9002120" y="2950226"/>
              <a:ext cx="143063" cy="47669"/>
            </a:xfrm>
            <a:custGeom>
              <a:avLst/>
              <a:gdLst/>
              <a:ahLst/>
              <a:cxnLst/>
              <a:rect l="l" t="t" r="r" b="b"/>
              <a:pathLst>
                <a:path w="87101" h="29022" extrusionOk="0">
                  <a:moveTo>
                    <a:pt x="0" y="29023"/>
                  </a:moveTo>
                  <a:lnTo>
                    <a:pt x="72590" y="29023"/>
                  </a:lnTo>
                  <a:cubicBezTo>
                    <a:pt x="80576" y="29023"/>
                    <a:pt x="87101" y="22497"/>
                    <a:pt x="87101" y="14511"/>
                  </a:cubicBezTo>
                  <a:lnTo>
                    <a:pt x="87101" y="0"/>
                  </a:lnTo>
                  <a:lnTo>
                    <a:pt x="0" y="0"/>
                  </a:lnTo>
                  <a:lnTo>
                    <a:pt x="0" y="28989"/>
                  </a:lnTo>
                  <a:close/>
                </a:path>
              </a:pathLst>
            </a:custGeom>
            <a:solidFill>
              <a:srgbClr val="161D1E">
                <a:alpha val="5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" name="Google Shape;2484;p47"/>
            <p:cNvSpPr/>
            <p:nvPr/>
          </p:nvSpPr>
          <p:spPr>
            <a:xfrm>
              <a:off x="8956483" y="3141153"/>
              <a:ext cx="106055" cy="35166"/>
            </a:xfrm>
            <a:custGeom>
              <a:avLst/>
              <a:gdLst/>
              <a:ahLst/>
              <a:cxnLst/>
              <a:rect l="l" t="t" r="r" b="b"/>
              <a:pathLst>
                <a:path w="64569" h="21410" extrusionOk="0">
                  <a:moveTo>
                    <a:pt x="0" y="0"/>
                  </a:moveTo>
                  <a:lnTo>
                    <a:pt x="64570" y="0"/>
                  </a:lnTo>
                  <a:lnTo>
                    <a:pt x="64570" y="21410"/>
                  </a:lnTo>
                  <a:lnTo>
                    <a:pt x="0" y="2141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" name="Google Shape;2485;p47"/>
            <p:cNvSpPr/>
            <p:nvPr/>
          </p:nvSpPr>
          <p:spPr>
            <a:xfrm>
              <a:off x="8982403" y="3176121"/>
              <a:ext cx="54255" cy="94557"/>
            </a:xfrm>
            <a:custGeom>
              <a:avLst/>
              <a:gdLst/>
              <a:ahLst/>
              <a:cxnLst/>
              <a:rect l="l" t="t" r="r" b="b"/>
              <a:pathLst>
                <a:path w="33032" h="57569" extrusionOk="0">
                  <a:moveTo>
                    <a:pt x="0" y="0"/>
                  </a:moveTo>
                  <a:lnTo>
                    <a:pt x="33033" y="0"/>
                  </a:lnTo>
                  <a:lnTo>
                    <a:pt x="33033" y="57569"/>
                  </a:lnTo>
                  <a:lnTo>
                    <a:pt x="0" y="5756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" name="Google Shape;2486;p47"/>
            <p:cNvSpPr/>
            <p:nvPr/>
          </p:nvSpPr>
          <p:spPr>
            <a:xfrm>
              <a:off x="8905432" y="2907828"/>
              <a:ext cx="214177" cy="22494"/>
            </a:xfrm>
            <a:custGeom>
              <a:avLst/>
              <a:gdLst/>
              <a:ahLst/>
              <a:cxnLst/>
              <a:rect l="l" t="t" r="r" b="b"/>
              <a:pathLst>
                <a:path w="130397" h="13695" extrusionOk="0">
                  <a:moveTo>
                    <a:pt x="0" y="0"/>
                  </a:moveTo>
                  <a:lnTo>
                    <a:pt x="130397" y="0"/>
                  </a:lnTo>
                  <a:lnTo>
                    <a:pt x="130397" y="13696"/>
                  </a:lnTo>
                  <a:lnTo>
                    <a:pt x="0" y="13696"/>
                  </a:lnTo>
                  <a:close/>
                </a:path>
              </a:pathLst>
            </a:custGeom>
            <a:solidFill>
              <a:srgbClr val="161D1E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4"/>
          </p:nvPr>
        </p:nvSpPr>
        <p:spPr>
          <a:xfrm>
            <a:off x="724086" y="586807"/>
            <a:ext cx="4646175" cy="799200"/>
          </a:xfrm>
        </p:spPr>
        <p:txBody>
          <a:bodyPr/>
          <a:lstStyle/>
          <a:p>
            <a:pPr rtl="1"/>
            <a:r>
              <a:rPr lang="en-US" noProof="0" dirty="0">
                <a:solidFill>
                  <a:srgbClr val="03515F"/>
                </a:solidFill>
                <a:latin typeface="Montserrat" panose="00000500000000000000" pitchFamily="2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Focus : </a:t>
            </a:r>
          </a:p>
          <a:p>
            <a:pPr rtl="1"/>
            <a:r>
              <a:rPr lang="en-US" sz="1400" b="0" noProof="0" dirty="0">
                <a:solidFill>
                  <a:srgbClr val="0C373E"/>
                </a:solidFill>
                <a:latin typeface="Montserrat" panose="00000500000000000000" pitchFamily="2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Predictive + recommended actions.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086" y="1452790"/>
            <a:ext cx="7813858" cy="344709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800" b="1" noProof="0" dirty="0">
                <a:solidFill>
                  <a:srgbClr val="03515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Questions</a:t>
            </a:r>
            <a:r>
              <a:rPr lang="en-US" sz="1800" b="1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</a:t>
            </a:r>
          </a:p>
          <a:p>
            <a:endParaRPr lang="en-US" sz="1800" b="1" noProof="0" dirty="0">
              <a:solidFill>
                <a:srgbClr val="0C373E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noProof="0" dirty="0">
                <a:solidFill>
                  <a:srgbClr val="0C373E"/>
                </a:solidFill>
                <a:latin typeface="Montserrat" panose="00000500000000000000" pitchFamily="2" charset="0"/>
                <a:cs typeface="+mj-cs"/>
              </a:rPr>
              <a:t>Can we predict when the next failure is likely to happen?</a:t>
            </a:r>
          </a:p>
          <a:p>
            <a:pPr marL="342900" indent="-342900">
              <a:buFont typeface="+mj-lt"/>
              <a:buAutoNum type="arabicPeriod"/>
            </a:pPr>
            <a:endParaRPr lang="en-US" noProof="0" dirty="0">
              <a:solidFill>
                <a:srgbClr val="0C373E"/>
              </a:solidFill>
              <a:latin typeface="Montserrat" panose="00000500000000000000" pitchFamily="2" charset="0"/>
              <a:cs typeface="+mj-cs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noProof="0" dirty="0">
                <a:solidFill>
                  <a:srgbClr val="0C373E"/>
                </a:solidFill>
                <a:latin typeface="Montserrat" panose="00000500000000000000" pitchFamily="2" charset="0"/>
                <a:cs typeface="+mj-cs"/>
              </a:rPr>
              <a:t>What is the optimal time to perform maintenance before failures occur?</a:t>
            </a:r>
          </a:p>
          <a:p>
            <a:pPr marL="342900" indent="-342900">
              <a:buFont typeface="+mj-lt"/>
              <a:buAutoNum type="arabicPeriod"/>
            </a:pPr>
            <a:endParaRPr lang="en-US" noProof="0" dirty="0">
              <a:solidFill>
                <a:srgbClr val="0C373E"/>
              </a:solidFill>
              <a:latin typeface="Montserrat" panose="00000500000000000000" pitchFamily="2" charset="0"/>
              <a:cs typeface="+mj-cs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noProof="0" dirty="0">
                <a:solidFill>
                  <a:srgbClr val="0C373E"/>
                </a:solidFill>
                <a:latin typeface="Montserrat" panose="00000500000000000000" pitchFamily="2" charset="0"/>
                <a:cs typeface="+mj-cs"/>
              </a:rPr>
              <a:t>How many failures could be prevented if maintenance is scheduled proactively (e.g. after 200 min of tool wear)?</a:t>
            </a:r>
          </a:p>
          <a:p>
            <a:pPr marL="342900" indent="-342900">
              <a:buFont typeface="+mj-lt"/>
              <a:buAutoNum type="arabicPeriod"/>
            </a:pPr>
            <a:endParaRPr lang="en-US" noProof="0" dirty="0">
              <a:solidFill>
                <a:srgbClr val="0C373E"/>
              </a:solidFill>
              <a:latin typeface="Montserrat" panose="00000500000000000000" pitchFamily="2" charset="0"/>
              <a:cs typeface="+mj-cs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noProof="0" dirty="0">
                <a:solidFill>
                  <a:srgbClr val="0C373E"/>
                </a:solidFill>
                <a:latin typeface="Montserrat" panose="00000500000000000000" pitchFamily="2" charset="0"/>
                <a:cs typeface="+mj-cs"/>
              </a:rPr>
              <a:t> What is the probability of failure in the next 24 hours given current conditions?</a:t>
            </a:r>
          </a:p>
          <a:p>
            <a:pPr marL="342900" indent="-342900">
              <a:buFont typeface="+mj-lt"/>
              <a:buAutoNum type="arabicPeriod"/>
            </a:pPr>
            <a:endParaRPr lang="en-US" noProof="0" dirty="0">
              <a:solidFill>
                <a:srgbClr val="0C373E"/>
              </a:solidFill>
              <a:latin typeface="Montserrat" panose="00000500000000000000" pitchFamily="2" charset="0"/>
              <a:cs typeface="+mj-cs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noProof="0" dirty="0">
                <a:solidFill>
                  <a:srgbClr val="0C373E"/>
                </a:solidFill>
                <a:latin typeface="Montserrat" panose="00000500000000000000" pitchFamily="2" charset="0"/>
                <a:cs typeface="+mj-cs"/>
              </a:rPr>
              <a:t>Are there early warning signals (patterns in torque/air temperature) that could trigger alerts to avoid big breakdowns?</a:t>
            </a:r>
          </a:p>
          <a:p>
            <a:endParaRPr lang="en-US" noProof="0" dirty="0">
              <a:solidFill>
                <a:srgbClr val="0C373E"/>
              </a:solidFill>
              <a:latin typeface="Montserrat" panose="00000500000000000000" pitchFamily="2" charset="0"/>
              <a:cs typeface="+mj-cs"/>
            </a:endParaRPr>
          </a:p>
          <a:p>
            <a:endParaRPr lang="en-US" noProof="0" dirty="0">
              <a:solidFill>
                <a:srgbClr val="0C373E"/>
              </a:solidFill>
              <a:latin typeface="Montserrat" panose="00000500000000000000" pitchFamily="2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58946"/>
            <a:ext cx="3368842" cy="369332"/>
          </a:xfrm>
          <a:prstGeom prst="homePlate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1800" b="1">
                <a:solidFill>
                  <a:schemeClr val="bg1"/>
                </a:solidFill>
                <a:latin typeface="Montserrat" panose="00000500000000000000" pitchFamily="2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Perspective Questions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30"/>
          <p:cNvSpPr txBox="1">
            <a:spLocks noGrp="1"/>
          </p:cNvSpPr>
          <p:nvPr>
            <p:ph type="title"/>
          </p:nvPr>
        </p:nvSpPr>
        <p:spPr>
          <a:xfrm>
            <a:off x="1932314" y="1132048"/>
            <a:ext cx="4820508" cy="227420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400" noProof="0" dirty="0">
                <a:solidFill>
                  <a:srgbClr val="03515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Data Transformation Ideas</a:t>
            </a:r>
          </a:p>
        </p:txBody>
      </p:sp>
      <p:grpSp>
        <p:nvGrpSpPr>
          <p:cNvPr id="1268" name="Google Shape;1268;p30"/>
          <p:cNvGrpSpPr/>
          <p:nvPr/>
        </p:nvGrpSpPr>
        <p:grpSpPr>
          <a:xfrm>
            <a:off x="6590802" y="1205338"/>
            <a:ext cx="3180479" cy="3938442"/>
            <a:chOff x="6590802" y="1205338"/>
            <a:chExt cx="3180479" cy="3938442"/>
          </a:xfrm>
        </p:grpSpPr>
        <p:grpSp>
          <p:nvGrpSpPr>
            <p:cNvPr id="1269" name="Google Shape;1269;p30"/>
            <p:cNvGrpSpPr/>
            <p:nvPr/>
          </p:nvGrpSpPr>
          <p:grpSpPr>
            <a:xfrm>
              <a:off x="6590802" y="1205338"/>
              <a:ext cx="3180479" cy="3938442"/>
              <a:chOff x="6590802" y="1205338"/>
              <a:chExt cx="3180479" cy="3938442"/>
            </a:xfrm>
          </p:grpSpPr>
          <p:sp>
            <p:nvSpPr>
              <p:cNvPr id="1270" name="Google Shape;1270;p30"/>
              <p:cNvSpPr/>
              <p:nvPr/>
            </p:nvSpPr>
            <p:spPr>
              <a:xfrm flipH="1">
                <a:off x="8147676" y="3172468"/>
                <a:ext cx="289800" cy="213712"/>
              </a:xfrm>
              <a:custGeom>
                <a:avLst/>
                <a:gdLst/>
                <a:ahLst/>
                <a:cxnLst/>
                <a:rect l="l" t="t" r="r" b="b"/>
                <a:pathLst>
                  <a:path w="129955" h="95835" extrusionOk="0">
                    <a:moveTo>
                      <a:pt x="64978" y="95835"/>
                    </a:moveTo>
                    <a:cubicBezTo>
                      <a:pt x="100763" y="95835"/>
                      <a:pt x="129955" y="74323"/>
                      <a:pt x="129955" y="47918"/>
                    </a:cubicBezTo>
                    <a:cubicBezTo>
                      <a:pt x="129955" y="21512"/>
                      <a:pt x="100763" y="0"/>
                      <a:pt x="64978" y="0"/>
                    </a:cubicBezTo>
                    <a:cubicBezTo>
                      <a:pt x="29192" y="0"/>
                      <a:pt x="0" y="21546"/>
                      <a:pt x="0" y="47918"/>
                    </a:cubicBezTo>
                    <a:cubicBezTo>
                      <a:pt x="0" y="74289"/>
                      <a:pt x="29192" y="95835"/>
                      <a:pt x="64978" y="95835"/>
                    </a:cubicBezTo>
                    <a:close/>
                  </a:path>
                </a:pathLst>
              </a:custGeom>
              <a:solidFill>
                <a:srgbClr val="0057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1" name="Google Shape;1271;p30"/>
              <p:cNvSpPr/>
              <p:nvPr/>
            </p:nvSpPr>
            <p:spPr>
              <a:xfrm flipH="1">
                <a:off x="8148662" y="3265703"/>
                <a:ext cx="289724" cy="131789"/>
              </a:xfrm>
              <a:custGeom>
                <a:avLst/>
                <a:gdLst/>
                <a:ahLst/>
                <a:cxnLst/>
                <a:rect l="l" t="t" r="r" b="b"/>
                <a:pathLst>
                  <a:path w="129921" h="59098" extrusionOk="0">
                    <a:moveTo>
                      <a:pt x="0" y="0"/>
                    </a:moveTo>
                    <a:lnTo>
                      <a:pt x="129921" y="0"/>
                    </a:lnTo>
                    <a:lnTo>
                      <a:pt x="129921" y="59099"/>
                    </a:lnTo>
                    <a:lnTo>
                      <a:pt x="0" y="5909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2" name="Google Shape;1272;p30"/>
              <p:cNvSpPr/>
              <p:nvPr/>
            </p:nvSpPr>
            <p:spPr>
              <a:xfrm flipH="1">
                <a:off x="8099110" y="3217341"/>
                <a:ext cx="394079" cy="57822"/>
              </a:xfrm>
              <a:custGeom>
                <a:avLst/>
                <a:gdLst/>
                <a:ahLst/>
                <a:cxnLst/>
                <a:rect l="l" t="t" r="r" b="b"/>
                <a:pathLst>
                  <a:path w="176717" h="25929" extrusionOk="0">
                    <a:moveTo>
                      <a:pt x="163736" y="0"/>
                    </a:moveTo>
                    <a:lnTo>
                      <a:pt x="12982" y="0"/>
                    </a:lnTo>
                    <a:cubicBezTo>
                      <a:pt x="5845" y="0"/>
                      <a:pt x="0" y="5845"/>
                      <a:pt x="0" y="12982"/>
                    </a:cubicBezTo>
                    <a:lnTo>
                      <a:pt x="0" y="12982"/>
                    </a:lnTo>
                    <a:cubicBezTo>
                      <a:pt x="0" y="20119"/>
                      <a:pt x="5845" y="25930"/>
                      <a:pt x="12982" y="25930"/>
                    </a:cubicBezTo>
                    <a:lnTo>
                      <a:pt x="163736" y="25930"/>
                    </a:lnTo>
                    <a:cubicBezTo>
                      <a:pt x="170872" y="25930"/>
                      <a:pt x="176718" y="20085"/>
                      <a:pt x="176718" y="12948"/>
                    </a:cubicBezTo>
                    <a:lnTo>
                      <a:pt x="176718" y="12948"/>
                    </a:lnTo>
                    <a:cubicBezTo>
                      <a:pt x="176718" y="5811"/>
                      <a:pt x="170872" y="0"/>
                      <a:pt x="163736" y="0"/>
                    </a:cubicBezTo>
                    <a:close/>
                  </a:path>
                </a:pathLst>
              </a:custGeom>
              <a:solidFill>
                <a:srgbClr val="00495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3" name="Google Shape;1273;p30"/>
              <p:cNvSpPr/>
              <p:nvPr/>
            </p:nvSpPr>
            <p:spPr>
              <a:xfrm flipH="1">
                <a:off x="8394275" y="3275785"/>
                <a:ext cx="19247" cy="73965"/>
              </a:xfrm>
              <a:custGeom>
                <a:avLst/>
                <a:gdLst/>
                <a:ahLst/>
                <a:cxnLst/>
                <a:rect l="l" t="t" r="r" b="b"/>
                <a:pathLst>
                  <a:path w="8631" h="33168" extrusionOk="0">
                    <a:moveTo>
                      <a:pt x="0" y="0"/>
                    </a:moveTo>
                    <a:lnTo>
                      <a:pt x="8632" y="0"/>
                    </a:lnTo>
                    <a:lnTo>
                      <a:pt x="8632" y="33169"/>
                    </a:lnTo>
                    <a:lnTo>
                      <a:pt x="0" y="33169"/>
                    </a:ln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4" name="Google Shape;1274;p30"/>
              <p:cNvSpPr/>
              <p:nvPr/>
            </p:nvSpPr>
            <p:spPr>
              <a:xfrm flipH="1">
                <a:off x="9082312" y="3273815"/>
                <a:ext cx="289800" cy="131789"/>
              </a:xfrm>
              <a:custGeom>
                <a:avLst/>
                <a:gdLst/>
                <a:ahLst/>
                <a:cxnLst/>
                <a:rect l="l" t="t" r="r" b="b"/>
                <a:pathLst>
                  <a:path w="129955" h="59098" extrusionOk="0">
                    <a:moveTo>
                      <a:pt x="0" y="0"/>
                    </a:moveTo>
                    <a:lnTo>
                      <a:pt x="129955" y="0"/>
                    </a:lnTo>
                    <a:lnTo>
                      <a:pt x="129955" y="59099"/>
                    </a:lnTo>
                    <a:lnTo>
                      <a:pt x="0" y="5909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5" name="Google Shape;1275;p30"/>
              <p:cNvSpPr/>
              <p:nvPr/>
            </p:nvSpPr>
            <p:spPr>
              <a:xfrm flipH="1">
                <a:off x="9030259" y="3225453"/>
                <a:ext cx="393927" cy="57822"/>
              </a:xfrm>
              <a:custGeom>
                <a:avLst/>
                <a:gdLst/>
                <a:ahLst/>
                <a:cxnLst/>
                <a:rect l="l" t="t" r="r" b="b"/>
                <a:pathLst>
                  <a:path w="176649" h="25929" extrusionOk="0">
                    <a:moveTo>
                      <a:pt x="12948" y="0"/>
                    </a:moveTo>
                    <a:lnTo>
                      <a:pt x="163702" y="0"/>
                    </a:lnTo>
                    <a:cubicBezTo>
                      <a:pt x="170838" y="0"/>
                      <a:pt x="176650" y="5811"/>
                      <a:pt x="176650" y="12948"/>
                    </a:cubicBezTo>
                    <a:lnTo>
                      <a:pt x="176650" y="12948"/>
                    </a:lnTo>
                    <a:cubicBezTo>
                      <a:pt x="176650" y="20085"/>
                      <a:pt x="170838" y="25930"/>
                      <a:pt x="163702" y="25930"/>
                    </a:cubicBezTo>
                    <a:lnTo>
                      <a:pt x="12948" y="25930"/>
                    </a:lnTo>
                    <a:cubicBezTo>
                      <a:pt x="5811" y="25930"/>
                      <a:pt x="0" y="20085"/>
                      <a:pt x="0" y="12948"/>
                    </a:cubicBezTo>
                    <a:lnTo>
                      <a:pt x="0" y="12948"/>
                    </a:lnTo>
                    <a:cubicBezTo>
                      <a:pt x="0" y="5811"/>
                      <a:pt x="5811" y="0"/>
                      <a:pt x="129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6" name="Google Shape;1276;p30"/>
              <p:cNvSpPr/>
              <p:nvPr/>
            </p:nvSpPr>
            <p:spPr>
              <a:xfrm flipH="1">
                <a:off x="7715701" y="3357802"/>
                <a:ext cx="2055581" cy="865082"/>
              </a:xfrm>
              <a:custGeom>
                <a:avLst/>
                <a:gdLst/>
                <a:ahLst/>
                <a:cxnLst/>
                <a:rect l="l" t="t" r="r" b="b"/>
                <a:pathLst>
                  <a:path w="921785" h="387929" extrusionOk="0">
                    <a:moveTo>
                      <a:pt x="38776" y="34"/>
                    </a:moveTo>
                    <a:lnTo>
                      <a:pt x="883010" y="34"/>
                    </a:lnTo>
                    <a:cubicBezTo>
                      <a:pt x="904420" y="34"/>
                      <a:pt x="921786" y="17400"/>
                      <a:pt x="921786" y="38810"/>
                    </a:cubicBezTo>
                    <a:lnTo>
                      <a:pt x="921786" y="349153"/>
                    </a:lnTo>
                    <a:cubicBezTo>
                      <a:pt x="921786" y="370563"/>
                      <a:pt x="904420" y="387929"/>
                      <a:pt x="883010" y="387929"/>
                    </a:cubicBezTo>
                    <a:lnTo>
                      <a:pt x="38776" y="387929"/>
                    </a:lnTo>
                    <a:cubicBezTo>
                      <a:pt x="17366" y="387929"/>
                      <a:pt x="0" y="370563"/>
                      <a:pt x="0" y="349153"/>
                    </a:cubicBezTo>
                    <a:lnTo>
                      <a:pt x="0" y="38776"/>
                    </a:lnTo>
                    <a:cubicBezTo>
                      <a:pt x="0" y="17366"/>
                      <a:pt x="17366" y="0"/>
                      <a:pt x="387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7" name="Google Shape;1277;p30"/>
              <p:cNvSpPr/>
              <p:nvPr/>
            </p:nvSpPr>
            <p:spPr>
              <a:xfrm flipH="1">
                <a:off x="7715625" y="3766299"/>
                <a:ext cx="2055656" cy="373162"/>
              </a:xfrm>
              <a:custGeom>
                <a:avLst/>
                <a:gdLst/>
                <a:ahLst/>
                <a:cxnLst/>
                <a:rect l="l" t="t" r="r" b="b"/>
                <a:pathLst>
                  <a:path w="921819" h="167337" extrusionOk="0">
                    <a:moveTo>
                      <a:pt x="921786" y="0"/>
                    </a:moveTo>
                    <a:lnTo>
                      <a:pt x="921786" y="128528"/>
                    </a:lnTo>
                    <a:cubicBezTo>
                      <a:pt x="921786" y="149870"/>
                      <a:pt x="904318" y="167338"/>
                      <a:pt x="883010" y="167338"/>
                    </a:cubicBezTo>
                    <a:lnTo>
                      <a:pt x="38776" y="167338"/>
                    </a:lnTo>
                    <a:cubicBezTo>
                      <a:pt x="17434" y="167338"/>
                      <a:pt x="0" y="149870"/>
                      <a:pt x="0" y="128528"/>
                    </a:cubicBezTo>
                    <a:lnTo>
                      <a:pt x="0" y="0"/>
                    </a:lnTo>
                    <a:lnTo>
                      <a:pt x="921820" y="0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8" name="Google Shape;1278;p30"/>
              <p:cNvSpPr/>
              <p:nvPr/>
            </p:nvSpPr>
            <p:spPr>
              <a:xfrm flipH="1">
                <a:off x="9664275" y="3357878"/>
                <a:ext cx="107007" cy="865082"/>
              </a:xfrm>
              <a:custGeom>
                <a:avLst/>
                <a:gdLst/>
                <a:ahLst/>
                <a:cxnLst/>
                <a:rect l="l" t="t" r="r" b="b"/>
                <a:pathLst>
                  <a:path w="47985" h="387929" extrusionOk="0">
                    <a:moveTo>
                      <a:pt x="38776" y="0"/>
                    </a:moveTo>
                    <a:lnTo>
                      <a:pt x="47986" y="0"/>
                    </a:lnTo>
                    <a:lnTo>
                      <a:pt x="47986" y="387929"/>
                    </a:lnTo>
                    <a:lnTo>
                      <a:pt x="38776" y="387929"/>
                    </a:lnTo>
                    <a:cubicBezTo>
                      <a:pt x="17434" y="387929"/>
                      <a:pt x="0" y="370461"/>
                      <a:pt x="0" y="349153"/>
                    </a:cubicBezTo>
                    <a:lnTo>
                      <a:pt x="0" y="38810"/>
                    </a:lnTo>
                    <a:cubicBezTo>
                      <a:pt x="0" y="17468"/>
                      <a:pt x="17434" y="34"/>
                      <a:pt x="38776" y="3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9" name="Google Shape;1279;p30"/>
              <p:cNvSpPr/>
              <p:nvPr/>
            </p:nvSpPr>
            <p:spPr>
              <a:xfrm flipH="1">
                <a:off x="9664199" y="3766299"/>
                <a:ext cx="107082" cy="373088"/>
              </a:xfrm>
              <a:custGeom>
                <a:avLst/>
                <a:gdLst/>
                <a:ahLst/>
                <a:cxnLst/>
                <a:rect l="l" t="t" r="r" b="b"/>
                <a:pathLst>
                  <a:path w="48019" h="167304" extrusionOk="0">
                    <a:moveTo>
                      <a:pt x="47986" y="0"/>
                    </a:moveTo>
                    <a:lnTo>
                      <a:pt x="47986" y="167304"/>
                    </a:lnTo>
                    <a:lnTo>
                      <a:pt x="38776" y="167304"/>
                    </a:lnTo>
                    <a:cubicBezTo>
                      <a:pt x="17434" y="167304"/>
                      <a:pt x="0" y="149836"/>
                      <a:pt x="0" y="128528"/>
                    </a:cubicBezTo>
                    <a:lnTo>
                      <a:pt x="0" y="0"/>
                    </a:lnTo>
                    <a:lnTo>
                      <a:pt x="48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0" name="Google Shape;1280;p30"/>
              <p:cNvSpPr/>
              <p:nvPr/>
            </p:nvSpPr>
            <p:spPr>
              <a:xfrm flipH="1">
                <a:off x="7715263" y="3357878"/>
                <a:ext cx="107007" cy="865082"/>
              </a:xfrm>
              <a:custGeom>
                <a:avLst/>
                <a:gdLst/>
                <a:ahLst/>
                <a:cxnLst/>
                <a:rect l="l" t="t" r="r" b="b"/>
                <a:pathLst>
                  <a:path w="47985" h="387929" extrusionOk="0">
                    <a:moveTo>
                      <a:pt x="9210" y="387929"/>
                    </a:moveTo>
                    <a:lnTo>
                      <a:pt x="0" y="387929"/>
                    </a:lnTo>
                    <a:lnTo>
                      <a:pt x="0" y="0"/>
                    </a:lnTo>
                    <a:lnTo>
                      <a:pt x="9210" y="0"/>
                    </a:lnTo>
                    <a:cubicBezTo>
                      <a:pt x="30552" y="0"/>
                      <a:pt x="47986" y="17468"/>
                      <a:pt x="47986" y="38776"/>
                    </a:cubicBezTo>
                    <a:lnTo>
                      <a:pt x="47986" y="349119"/>
                    </a:lnTo>
                    <a:cubicBezTo>
                      <a:pt x="47986" y="370461"/>
                      <a:pt x="30518" y="387895"/>
                      <a:pt x="9210" y="38789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1" name="Google Shape;1281;p30"/>
              <p:cNvSpPr/>
              <p:nvPr/>
            </p:nvSpPr>
            <p:spPr>
              <a:xfrm flipH="1">
                <a:off x="7715188" y="3766374"/>
                <a:ext cx="107082" cy="373086"/>
              </a:xfrm>
              <a:custGeom>
                <a:avLst/>
                <a:gdLst/>
                <a:ahLst/>
                <a:cxnLst/>
                <a:rect l="l" t="t" r="r" b="b"/>
                <a:pathLst>
                  <a:path w="48019" h="167303" extrusionOk="0">
                    <a:moveTo>
                      <a:pt x="9210" y="167304"/>
                    </a:moveTo>
                    <a:lnTo>
                      <a:pt x="0" y="167304"/>
                    </a:lnTo>
                    <a:lnTo>
                      <a:pt x="0" y="0"/>
                    </a:lnTo>
                    <a:lnTo>
                      <a:pt x="48020" y="0"/>
                    </a:lnTo>
                    <a:lnTo>
                      <a:pt x="48020" y="128528"/>
                    </a:lnTo>
                    <a:cubicBezTo>
                      <a:pt x="48020" y="149870"/>
                      <a:pt x="30552" y="167304"/>
                      <a:pt x="9244" y="1673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2" name="Google Shape;1282;p30"/>
              <p:cNvSpPr/>
              <p:nvPr/>
            </p:nvSpPr>
            <p:spPr>
              <a:xfrm flipH="1">
                <a:off x="7912634" y="3457557"/>
                <a:ext cx="1728040" cy="75026"/>
              </a:xfrm>
              <a:custGeom>
                <a:avLst/>
                <a:gdLst/>
                <a:ahLst/>
                <a:cxnLst/>
                <a:rect l="l" t="t" r="r" b="b"/>
                <a:pathLst>
                  <a:path w="774906" h="33644" extrusionOk="0">
                    <a:moveTo>
                      <a:pt x="16822" y="0"/>
                    </a:moveTo>
                    <a:lnTo>
                      <a:pt x="758084" y="0"/>
                    </a:lnTo>
                    <a:cubicBezTo>
                      <a:pt x="767328" y="0"/>
                      <a:pt x="774907" y="7578"/>
                      <a:pt x="774907" y="16822"/>
                    </a:cubicBezTo>
                    <a:lnTo>
                      <a:pt x="774907" y="16822"/>
                    </a:lnTo>
                    <a:cubicBezTo>
                      <a:pt x="774907" y="26066"/>
                      <a:pt x="767328" y="33644"/>
                      <a:pt x="758084" y="33644"/>
                    </a:cubicBezTo>
                    <a:lnTo>
                      <a:pt x="16822" y="33644"/>
                    </a:lnTo>
                    <a:cubicBezTo>
                      <a:pt x="7545" y="33644"/>
                      <a:pt x="0" y="26066"/>
                      <a:pt x="0" y="16822"/>
                    </a:cubicBezTo>
                    <a:lnTo>
                      <a:pt x="0" y="16822"/>
                    </a:lnTo>
                    <a:cubicBezTo>
                      <a:pt x="0" y="7578"/>
                      <a:pt x="7579" y="0"/>
                      <a:pt x="16822" y="0"/>
                    </a:cubicBez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3" name="Google Shape;1283;p30"/>
              <p:cNvSpPr/>
              <p:nvPr/>
            </p:nvSpPr>
            <p:spPr>
              <a:xfrm flipH="1">
                <a:off x="9328001" y="3283897"/>
                <a:ext cx="19247" cy="73965"/>
              </a:xfrm>
              <a:custGeom>
                <a:avLst/>
                <a:gdLst/>
                <a:ahLst/>
                <a:cxnLst/>
                <a:rect l="l" t="t" r="r" b="b"/>
                <a:pathLst>
                  <a:path w="8631" h="33168" extrusionOk="0">
                    <a:moveTo>
                      <a:pt x="0" y="0"/>
                    </a:moveTo>
                    <a:lnTo>
                      <a:pt x="8632" y="0"/>
                    </a:lnTo>
                    <a:lnTo>
                      <a:pt x="8632" y="33168"/>
                    </a:lnTo>
                    <a:lnTo>
                      <a:pt x="0" y="33168"/>
                    </a:ln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284" name="Google Shape;1284;p30"/>
              <p:cNvGrpSpPr/>
              <p:nvPr/>
            </p:nvGrpSpPr>
            <p:grpSpPr>
              <a:xfrm flipH="1">
                <a:off x="7950758" y="3766296"/>
                <a:ext cx="1585011" cy="675315"/>
                <a:chOff x="4439952" y="2779427"/>
                <a:chExt cx="710608" cy="302764"/>
              </a:xfrm>
            </p:grpSpPr>
            <p:sp>
              <p:nvSpPr>
                <p:cNvPr id="1285" name="Google Shape;1285;p30"/>
                <p:cNvSpPr/>
                <p:nvPr/>
              </p:nvSpPr>
              <p:spPr>
                <a:xfrm>
                  <a:off x="4439952" y="2779427"/>
                  <a:ext cx="71060" cy="286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" h="286520" extrusionOk="0">
                      <a:moveTo>
                        <a:pt x="0" y="0"/>
                      </a:moveTo>
                      <a:lnTo>
                        <a:pt x="71061" y="0"/>
                      </a:lnTo>
                      <a:lnTo>
                        <a:pt x="71061" y="286520"/>
                      </a:lnTo>
                      <a:lnTo>
                        <a:pt x="0" y="28652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86" name="Google Shape;1286;p30"/>
                <p:cNvSpPr/>
                <p:nvPr/>
              </p:nvSpPr>
              <p:spPr>
                <a:xfrm>
                  <a:off x="5079499" y="2795671"/>
                  <a:ext cx="71060" cy="286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" h="286520" extrusionOk="0">
                      <a:moveTo>
                        <a:pt x="0" y="0"/>
                      </a:moveTo>
                      <a:lnTo>
                        <a:pt x="71061" y="0"/>
                      </a:lnTo>
                      <a:lnTo>
                        <a:pt x="71061" y="286520"/>
                      </a:lnTo>
                      <a:lnTo>
                        <a:pt x="0" y="28652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87" name="Google Shape;1287;p30"/>
                <p:cNvSpPr/>
                <p:nvPr/>
              </p:nvSpPr>
              <p:spPr>
                <a:xfrm>
                  <a:off x="4439952" y="3018743"/>
                  <a:ext cx="710608" cy="63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8" h="63448" extrusionOk="0">
                      <a:moveTo>
                        <a:pt x="0" y="0"/>
                      </a:moveTo>
                      <a:lnTo>
                        <a:pt x="710608" y="0"/>
                      </a:lnTo>
                      <a:lnTo>
                        <a:pt x="710608" y="63448"/>
                      </a:lnTo>
                      <a:lnTo>
                        <a:pt x="0" y="6344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sp>
            <p:nvSpPr>
              <p:cNvPr id="1288" name="Google Shape;1288;p30"/>
              <p:cNvSpPr/>
              <p:nvPr/>
            </p:nvSpPr>
            <p:spPr>
              <a:xfrm flipH="1">
                <a:off x="9376164" y="3695045"/>
                <a:ext cx="160663" cy="142475"/>
              </a:xfrm>
              <a:custGeom>
                <a:avLst/>
                <a:gdLst/>
                <a:ahLst/>
                <a:cxnLst/>
                <a:rect l="l" t="t" r="r" b="b"/>
                <a:pathLst>
                  <a:path w="72046" h="63890" extrusionOk="0">
                    <a:moveTo>
                      <a:pt x="36023" y="63890"/>
                    </a:moveTo>
                    <a:cubicBezTo>
                      <a:pt x="55870" y="63890"/>
                      <a:pt x="72046" y="49549"/>
                      <a:pt x="72046" y="31945"/>
                    </a:cubicBezTo>
                    <a:cubicBezTo>
                      <a:pt x="72046" y="14341"/>
                      <a:pt x="55870" y="0"/>
                      <a:pt x="36023" y="0"/>
                    </a:cubicBezTo>
                    <a:cubicBezTo>
                      <a:pt x="16176" y="0"/>
                      <a:pt x="0" y="14375"/>
                      <a:pt x="0" y="31945"/>
                    </a:cubicBezTo>
                    <a:cubicBezTo>
                      <a:pt x="0" y="49515"/>
                      <a:pt x="16176" y="63890"/>
                      <a:pt x="36023" y="6389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9" name="Google Shape;1289;p30"/>
              <p:cNvSpPr/>
              <p:nvPr/>
            </p:nvSpPr>
            <p:spPr>
              <a:xfrm flipH="1">
                <a:off x="7950790" y="3731353"/>
                <a:ext cx="160663" cy="142475"/>
              </a:xfrm>
              <a:custGeom>
                <a:avLst/>
                <a:gdLst/>
                <a:ahLst/>
                <a:cxnLst/>
                <a:rect l="l" t="t" r="r" b="b"/>
                <a:pathLst>
                  <a:path w="72046" h="63890" extrusionOk="0">
                    <a:moveTo>
                      <a:pt x="36023" y="63890"/>
                    </a:moveTo>
                    <a:cubicBezTo>
                      <a:pt x="55870" y="63890"/>
                      <a:pt x="72046" y="49549"/>
                      <a:pt x="72046" y="31945"/>
                    </a:cubicBezTo>
                    <a:cubicBezTo>
                      <a:pt x="72046" y="14341"/>
                      <a:pt x="55870" y="0"/>
                      <a:pt x="36023" y="0"/>
                    </a:cubicBezTo>
                    <a:cubicBezTo>
                      <a:pt x="16176" y="0"/>
                      <a:pt x="0" y="14341"/>
                      <a:pt x="0" y="31945"/>
                    </a:cubicBezTo>
                    <a:cubicBezTo>
                      <a:pt x="0" y="49549"/>
                      <a:pt x="16176" y="63890"/>
                      <a:pt x="36023" y="6389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290" name="Google Shape;1290;p30"/>
              <p:cNvGrpSpPr/>
              <p:nvPr/>
            </p:nvGrpSpPr>
            <p:grpSpPr>
              <a:xfrm flipH="1">
                <a:off x="7063250" y="1284726"/>
                <a:ext cx="506187" cy="975768"/>
                <a:chOff x="4380117" y="1824165"/>
                <a:chExt cx="226939" cy="437466"/>
              </a:xfrm>
            </p:grpSpPr>
            <p:sp>
              <p:nvSpPr>
                <p:cNvPr id="1291" name="Google Shape;1291;p30"/>
                <p:cNvSpPr/>
                <p:nvPr/>
              </p:nvSpPr>
              <p:spPr>
                <a:xfrm>
                  <a:off x="4469971" y="2216942"/>
                  <a:ext cx="57501" cy="446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501" h="44689" extrusionOk="0">
                      <a:moveTo>
                        <a:pt x="57501" y="0"/>
                      </a:moveTo>
                      <a:lnTo>
                        <a:pt x="0" y="0"/>
                      </a:lnTo>
                      <a:lnTo>
                        <a:pt x="18487" y="44689"/>
                      </a:lnTo>
                      <a:lnTo>
                        <a:pt x="38776" y="44689"/>
                      </a:lnTo>
                      <a:lnTo>
                        <a:pt x="5750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2" name="Google Shape;1292;p30"/>
                <p:cNvSpPr/>
                <p:nvPr/>
              </p:nvSpPr>
              <p:spPr>
                <a:xfrm>
                  <a:off x="4496614" y="2025306"/>
                  <a:ext cx="110442" cy="191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42" h="191602" extrusionOk="0">
                      <a:moveTo>
                        <a:pt x="48054" y="0"/>
                      </a:moveTo>
                      <a:cubicBezTo>
                        <a:pt x="48054" y="0"/>
                        <a:pt x="106234" y="59574"/>
                        <a:pt x="110279" y="62973"/>
                      </a:cubicBezTo>
                      <a:cubicBezTo>
                        <a:pt x="114323" y="66337"/>
                        <a:pt x="41937" y="191603"/>
                        <a:pt x="41937" y="191603"/>
                      </a:cubicBezTo>
                      <a:lnTo>
                        <a:pt x="0" y="191603"/>
                      </a:lnTo>
                      <a:lnTo>
                        <a:pt x="0" y="8564"/>
                      </a:lnTo>
                      <a:lnTo>
                        <a:pt x="480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3" name="Google Shape;1293;p30"/>
                <p:cNvSpPr/>
                <p:nvPr/>
              </p:nvSpPr>
              <p:spPr>
                <a:xfrm>
                  <a:off x="4388719" y="2025306"/>
                  <a:ext cx="110410" cy="191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10" h="191602" extrusionOk="0">
                      <a:moveTo>
                        <a:pt x="62391" y="0"/>
                      </a:moveTo>
                      <a:cubicBezTo>
                        <a:pt x="62391" y="0"/>
                        <a:pt x="4210" y="59574"/>
                        <a:pt x="166" y="62973"/>
                      </a:cubicBezTo>
                      <a:cubicBezTo>
                        <a:pt x="-3912" y="66337"/>
                        <a:pt x="68474" y="191603"/>
                        <a:pt x="68474" y="191603"/>
                      </a:cubicBezTo>
                      <a:lnTo>
                        <a:pt x="110410" y="191603"/>
                      </a:lnTo>
                      <a:lnTo>
                        <a:pt x="110410" y="8564"/>
                      </a:lnTo>
                      <a:lnTo>
                        <a:pt x="623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4" name="Google Shape;1294;p30"/>
                <p:cNvSpPr/>
                <p:nvPr/>
              </p:nvSpPr>
              <p:spPr>
                <a:xfrm>
                  <a:off x="4381340" y="1840704"/>
                  <a:ext cx="156938" cy="1811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938" h="181135" extrusionOk="0">
                      <a:moveTo>
                        <a:pt x="0" y="0"/>
                      </a:moveTo>
                      <a:lnTo>
                        <a:pt x="20152" y="0"/>
                      </a:lnTo>
                      <a:cubicBezTo>
                        <a:pt x="95359" y="0"/>
                        <a:pt x="156939" y="61545"/>
                        <a:pt x="156939" y="136786"/>
                      </a:cubicBezTo>
                      <a:lnTo>
                        <a:pt x="156939" y="181136"/>
                      </a:lnTo>
                      <a:lnTo>
                        <a:pt x="82309" y="181136"/>
                      </a:lnTo>
                      <a:lnTo>
                        <a:pt x="82309" y="162478"/>
                      </a:lnTo>
                      <a:cubicBezTo>
                        <a:pt x="82309" y="94646"/>
                        <a:pt x="48733" y="70143"/>
                        <a:pt x="34" y="71741"/>
                      </a:cubicBezTo>
                      <a:lnTo>
                        <a:pt x="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5" name="Google Shape;1295;p30"/>
                <p:cNvSpPr/>
                <p:nvPr/>
              </p:nvSpPr>
              <p:spPr>
                <a:xfrm>
                  <a:off x="4432079" y="2021024"/>
                  <a:ext cx="132436" cy="23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436" h="23721" extrusionOk="0">
                      <a:moveTo>
                        <a:pt x="0" y="23721"/>
                      </a:moveTo>
                      <a:lnTo>
                        <a:pt x="0" y="11861"/>
                      </a:lnTo>
                      <a:cubicBezTo>
                        <a:pt x="0" y="5336"/>
                        <a:pt x="5336" y="0"/>
                        <a:pt x="11860" y="0"/>
                      </a:cubicBezTo>
                      <a:lnTo>
                        <a:pt x="120576" y="0"/>
                      </a:lnTo>
                      <a:cubicBezTo>
                        <a:pt x="127101" y="0"/>
                        <a:pt x="132436" y="5336"/>
                        <a:pt x="132436" y="11861"/>
                      </a:cubicBezTo>
                      <a:lnTo>
                        <a:pt x="132436" y="23721"/>
                      </a:lnTo>
                      <a:lnTo>
                        <a:pt x="0" y="2372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6" name="Google Shape;1296;p30"/>
                <p:cNvSpPr/>
                <p:nvPr/>
              </p:nvSpPr>
              <p:spPr>
                <a:xfrm>
                  <a:off x="4493284" y="2021024"/>
                  <a:ext cx="71230" cy="23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230" h="23721" extrusionOk="0">
                      <a:moveTo>
                        <a:pt x="0" y="0"/>
                      </a:moveTo>
                      <a:lnTo>
                        <a:pt x="59370" y="0"/>
                      </a:lnTo>
                      <a:cubicBezTo>
                        <a:pt x="65895" y="0"/>
                        <a:pt x="71231" y="5336"/>
                        <a:pt x="71231" y="11861"/>
                      </a:cubicBezTo>
                      <a:lnTo>
                        <a:pt x="71231" y="23721"/>
                      </a:lnTo>
                      <a:lnTo>
                        <a:pt x="0" y="2372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7" name="Google Shape;1297;p30"/>
                <p:cNvSpPr/>
                <p:nvPr/>
              </p:nvSpPr>
              <p:spPr>
                <a:xfrm>
                  <a:off x="4453489" y="2009877"/>
                  <a:ext cx="99131" cy="11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31" h="11248" extrusionOk="0">
                      <a:moveTo>
                        <a:pt x="93524" y="0"/>
                      </a:moveTo>
                      <a:lnTo>
                        <a:pt x="5607" y="0"/>
                      </a:lnTo>
                      <a:cubicBezTo>
                        <a:pt x="2515" y="0"/>
                        <a:pt x="0" y="2515"/>
                        <a:pt x="0" y="5607"/>
                      </a:cubicBezTo>
                      <a:lnTo>
                        <a:pt x="0" y="5607"/>
                      </a:lnTo>
                      <a:cubicBezTo>
                        <a:pt x="0" y="8700"/>
                        <a:pt x="2515" y="11249"/>
                        <a:pt x="5607" y="11249"/>
                      </a:cubicBezTo>
                      <a:lnTo>
                        <a:pt x="93524" y="11249"/>
                      </a:lnTo>
                      <a:cubicBezTo>
                        <a:pt x="96617" y="11249"/>
                        <a:pt x="99131" y="8700"/>
                        <a:pt x="99131" y="5607"/>
                      </a:cubicBezTo>
                      <a:lnTo>
                        <a:pt x="99131" y="5607"/>
                      </a:lnTo>
                      <a:cubicBezTo>
                        <a:pt x="99131" y="2515"/>
                        <a:pt x="96583" y="0"/>
                        <a:pt x="935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8" name="Google Shape;1298;p30"/>
                <p:cNvSpPr/>
                <p:nvPr/>
              </p:nvSpPr>
              <p:spPr>
                <a:xfrm>
                  <a:off x="4451585" y="1992137"/>
                  <a:ext cx="99199" cy="11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99" h="11248" extrusionOk="0">
                      <a:moveTo>
                        <a:pt x="93558" y="34"/>
                      </a:moveTo>
                      <a:lnTo>
                        <a:pt x="5641" y="34"/>
                      </a:lnTo>
                      <a:cubicBezTo>
                        <a:pt x="2549" y="34"/>
                        <a:pt x="0" y="2549"/>
                        <a:pt x="0" y="5641"/>
                      </a:cubicBezTo>
                      <a:lnTo>
                        <a:pt x="0" y="5641"/>
                      </a:lnTo>
                      <a:cubicBezTo>
                        <a:pt x="0" y="8734"/>
                        <a:pt x="2549" y="11249"/>
                        <a:pt x="5641" y="11249"/>
                      </a:cubicBezTo>
                      <a:lnTo>
                        <a:pt x="93558" y="11249"/>
                      </a:lnTo>
                      <a:cubicBezTo>
                        <a:pt x="96651" y="11249"/>
                        <a:pt x="99200" y="8700"/>
                        <a:pt x="99200" y="5607"/>
                      </a:cubicBezTo>
                      <a:lnTo>
                        <a:pt x="99200" y="5607"/>
                      </a:lnTo>
                      <a:cubicBezTo>
                        <a:pt x="99200" y="2515"/>
                        <a:pt x="96685" y="0"/>
                        <a:pt x="9355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9" name="Google Shape;1299;p30"/>
                <p:cNvSpPr/>
                <p:nvPr/>
              </p:nvSpPr>
              <p:spPr>
                <a:xfrm>
                  <a:off x="4449751" y="1974466"/>
                  <a:ext cx="99165" cy="11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65" h="11214" extrusionOk="0">
                      <a:moveTo>
                        <a:pt x="93524" y="0"/>
                      </a:moveTo>
                      <a:lnTo>
                        <a:pt x="5607" y="0"/>
                      </a:lnTo>
                      <a:cubicBezTo>
                        <a:pt x="2515" y="0"/>
                        <a:pt x="0" y="2515"/>
                        <a:pt x="0" y="5607"/>
                      </a:cubicBezTo>
                      <a:lnTo>
                        <a:pt x="0" y="5607"/>
                      </a:lnTo>
                      <a:cubicBezTo>
                        <a:pt x="0" y="8700"/>
                        <a:pt x="2515" y="11215"/>
                        <a:pt x="5607" y="11215"/>
                      </a:cubicBezTo>
                      <a:lnTo>
                        <a:pt x="93524" y="11215"/>
                      </a:lnTo>
                      <a:cubicBezTo>
                        <a:pt x="96617" y="11215"/>
                        <a:pt x="99165" y="8666"/>
                        <a:pt x="99165" y="5607"/>
                      </a:cubicBezTo>
                      <a:lnTo>
                        <a:pt x="99165" y="5607"/>
                      </a:lnTo>
                      <a:cubicBezTo>
                        <a:pt x="99165" y="2515"/>
                        <a:pt x="96651" y="0"/>
                        <a:pt x="935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0" name="Google Shape;1300;p30"/>
                <p:cNvSpPr/>
                <p:nvPr/>
              </p:nvSpPr>
              <p:spPr>
                <a:xfrm>
                  <a:off x="4447881" y="1956760"/>
                  <a:ext cx="99131" cy="11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31" h="11214" extrusionOk="0">
                      <a:moveTo>
                        <a:pt x="93524" y="0"/>
                      </a:moveTo>
                      <a:lnTo>
                        <a:pt x="5607" y="0"/>
                      </a:lnTo>
                      <a:cubicBezTo>
                        <a:pt x="2515" y="0"/>
                        <a:pt x="0" y="2515"/>
                        <a:pt x="0" y="5607"/>
                      </a:cubicBezTo>
                      <a:lnTo>
                        <a:pt x="0" y="5607"/>
                      </a:lnTo>
                      <a:cubicBezTo>
                        <a:pt x="0" y="8700"/>
                        <a:pt x="2549" y="11215"/>
                        <a:pt x="5607" y="11215"/>
                      </a:cubicBezTo>
                      <a:lnTo>
                        <a:pt x="93524" y="11215"/>
                      </a:lnTo>
                      <a:cubicBezTo>
                        <a:pt x="96617" y="11215"/>
                        <a:pt x="99132" y="8700"/>
                        <a:pt x="99132" y="5607"/>
                      </a:cubicBezTo>
                      <a:lnTo>
                        <a:pt x="99132" y="5607"/>
                      </a:lnTo>
                      <a:cubicBezTo>
                        <a:pt x="99132" y="2515"/>
                        <a:pt x="96617" y="0"/>
                        <a:pt x="935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1" name="Google Shape;1301;p30"/>
                <p:cNvSpPr/>
                <p:nvPr/>
              </p:nvSpPr>
              <p:spPr>
                <a:xfrm>
                  <a:off x="4446074" y="1936907"/>
                  <a:ext cx="99074" cy="15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74" h="15507" extrusionOk="0">
                      <a:moveTo>
                        <a:pt x="93156" y="6"/>
                      </a:moveTo>
                      <a:lnTo>
                        <a:pt x="5341" y="4288"/>
                      </a:lnTo>
                      <a:cubicBezTo>
                        <a:pt x="2249" y="4424"/>
                        <a:pt x="-130" y="7074"/>
                        <a:pt x="6" y="10167"/>
                      </a:cubicBezTo>
                      <a:lnTo>
                        <a:pt x="6" y="10167"/>
                      </a:lnTo>
                      <a:cubicBezTo>
                        <a:pt x="142" y="13259"/>
                        <a:pt x="2792" y="15638"/>
                        <a:pt x="5885" y="15502"/>
                      </a:cubicBezTo>
                      <a:lnTo>
                        <a:pt x="93734" y="11220"/>
                      </a:lnTo>
                      <a:cubicBezTo>
                        <a:pt x="96826" y="11084"/>
                        <a:pt x="99205" y="8434"/>
                        <a:pt x="99069" y="5341"/>
                      </a:cubicBezTo>
                      <a:lnTo>
                        <a:pt x="99069" y="5341"/>
                      </a:lnTo>
                      <a:cubicBezTo>
                        <a:pt x="98899" y="2249"/>
                        <a:pt x="96283" y="-130"/>
                        <a:pt x="93190" y="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2" name="Google Shape;1302;p30"/>
                <p:cNvSpPr/>
                <p:nvPr/>
              </p:nvSpPr>
              <p:spPr>
                <a:xfrm>
                  <a:off x="4437315" y="1910952"/>
                  <a:ext cx="97595" cy="2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595" h="27725" extrusionOk="0">
                      <a:moveTo>
                        <a:pt x="90939" y="99"/>
                      </a:moveTo>
                      <a:lnTo>
                        <a:pt x="4551" y="16582"/>
                      </a:lnTo>
                      <a:cubicBezTo>
                        <a:pt x="1526" y="17159"/>
                        <a:pt x="-479" y="20116"/>
                        <a:pt x="99" y="23175"/>
                      </a:cubicBezTo>
                      <a:lnTo>
                        <a:pt x="99" y="23175"/>
                      </a:lnTo>
                      <a:cubicBezTo>
                        <a:pt x="677" y="26199"/>
                        <a:pt x="3633" y="28204"/>
                        <a:pt x="6658" y="27626"/>
                      </a:cubicBezTo>
                      <a:lnTo>
                        <a:pt x="93012" y="11110"/>
                      </a:lnTo>
                      <a:cubicBezTo>
                        <a:pt x="96036" y="10532"/>
                        <a:pt x="98075" y="7576"/>
                        <a:pt x="97498" y="4551"/>
                      </a:cubicBezTo>
                      <a:lnTo>
                        <a:pt x="97498" y="4551"/>
                      </a:lnTo>
                      <a:cubicBezTo>
                        <a:pt x="96920" y="1526"/>
                        <a:pt x="93963" y="-478"/>
                        <a:pt x="90939" y="9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3" name="Google Shape;1303;p30"/>
                <p:cNvSpPr/>
                <p:nvPr/>
              </p:nvSpPr>
              <p:spPr>
                <a:xfrm>
                  <a:off x="4429531" y="1882948"/>
                  <a:ext cx="90598" cy="49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598" h="49035" extrusionOk="0">
                      <a:moveTo>
                        <a:pt x="82580" y="542"/>
                      </a:moveTo>
                      <a:lnTo>
                        <a:pt x="3193" y="38366"/>
                      </a:lnTo>
                      <a:cubicBezTo>
                        <a:pt x="406" y="39692"/>
                        <a:pt x="-783" y="43056"/>
                        <a:pt x="542" y="45843"/>
                      </a:cubicBezTo>
                      <a:lnTo>
                        <a:pt x="542" y="45843"/>
                      </a:lnTo>
                      <a:cubicBezTo>
                        <a:pt x="1867" y="48630"/>
                        <a:pt x="5232" y="49819"/>
                        <a:pt x="8018" y="48494"/>
                      </a:cubicBezTo>
                      <a:lnTo>
                        <a:pt x="87405" y="10669"/>
                      </a:lnTo>
                      <a:cubicBezTo>
                        <a:pt x="90192" y="9344"/>
                        <a:pt x="91382" y="5980"/>
                        <a:pt x="90056" y="3193"/>
                      </a:cubicBezTo>
                      <a:lnTo>
                        <a:pt x="90056" y="3193"/>
                      </a:lnTo>
                      <a:cubicBezTo>
                        <a:pt x="88731" y="406"/>
                        <a:pt x="85332" y="-783"/>
                        <a:pt x="82546" y="542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4" name="Google Shape;1304;p30"/>
                <p:cNvSpPr/>
                <p:nvPr/>
              </p:nvSpPr>
              <p:spPr>
                <a:xfrm>
                  <a:off x="4422838" y="1855265"/>
                  <a:ext cx="71972" cy="7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972" h="74814" extrusionOk="0">
                      <a:moveTo>
                        <a:pt x="62324" y="1718"/>
                      </a:moveTo>
                      <a:lnTo>
                        <a:pt x="1560" y="65302"/>
                      </a:lnTo>
                      <a:cubicBezTo>
                        <a:pt x="-581" y="67545"/>
                        <a:pt x="-513" y="71113"/>
                        <a:pt x="1730" y="73254"/>
                      </a:cubicBezTo>
                      <a:lnTo>
                        <a:pt x="1730" y="73254"/>
                      </a:lnTo>
                      <a:cubicBezTo>
                        <a:pt x="3973" y="75395"/>
                        <a:pt x="7541" y="75327"/>
                        <a:pt x="9682" y="73085"/>
                      </a:cubicBezTo>
                      <a:lnTo>
                        <a:pt x="70412" y="9500"/>
                      </a:lnTo>
                      <a:cubicBezTo>
                        <a:pt x="72553" y="7257"/>
                        <a:pt x="72485" y="3689"/>
                        <a:pt x="70242" y="1548"/>
                      </a:cubicBezTo>
                      <a:lnTo>
                        <a:pt x="70242" y="1548"/>
                      </a:lnTo>
                      <a:cubicBezTo>
                        <a:pt x="67999" y="-593"/>
                        <a:pt x="64431" y="-491"/>
                        <a:pt x="62324" y="171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5" name="Google Shape;1305;p30"/>
                <p:cNvSpPr/>
                <p:nvPr/>
              </p:nvSpPr>
              <p:spPr>
                <a:xfrm>
                  <a:off x="4416185" y="1835374"/>
                  <a:ext cx="45386" cy="922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86" h="92221" extrusionOk="0">
                      <a:moveTo>
                        <a:pt x="34619" y="3427"/>
                      </a:moveTo>
                      <a:lnTo>
                        <a:pt x="431" y="84445"/>
                      </a:lnTo>
                      <a:cubicBezTo>
                        <a:pt x="-758" y="87299"/>
                        <a:pt x="601" y="90596"/>
                        <a:pt x="3422" y="91785"/>
                      </a:cubicBezTo>
                      <a:lnTo>
                        <a:pt x="3422" y="91785"/>
                      </a:lnTo>
                      <a:cubicBezTo>
                        <a:pt x="6277" y="92975"/>
                        <a:pt x="9573" y="91649"/>
                        <a:pt x="10762" y="88795"/>
                      </a:cubicBezTo>
                      <a:lnTo>
                        <a:pt x="44951" y="7777"/>
                      </a:lnTo>
                      <a:cubicBezTo>
                        <a:pt x="46140" y="4956"/>
                        <a:pt x="44815" y="1625"/>
                        <a:pt x="41960" y="436"/>
                      </a:cubicBezTo>
                      <a:lnTo>
                        <a:pt x="41960" y="436"/>
                      </a:lnTo>
                      <a:cubicBezTo>
                        <a:pt x="39105" y="-753"/>
                        <a:pt x="35809" y="572"/>
                        <a:pt x="34585" y="342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6" name="Google Shape;1306;p30"/>
                <p:cNvSpPr/>
                <p:nvPr/>
              </p:nvSpPr>
              <p:spPr>
                <a:xfrm>
                  <a:off x="4407685" y="1824165"/>
                  <a:ext cx="19556" cy="98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56" h="98768" extrusionOk="0">
                      <a:moveTo>
                        <a:pt x="8354" y="5086"/>
                      </a:moveTo>
                      <a:lnTo>
                        <a:pt x="28" y="92629"/>
                      </a:lnTo>
                      <a:cubicBezTo>
                        <a:pt x="-279" y="95722"/>
                        <a:pt x="1999" y="98440"/>
                        <a:pt x="5091" y="98746"/>
                      </a:cubicBezTo>
                      <a:lnTo>
                        <a:pt x="5091" y="98746"/>
                      </a:lnTo>
                      <a:cubicBezTo>
                        <a:pt x="8149" y="99018"/>
                        <a:pt x="10902" y="96775"/>
                        <a:pt x="11208" y="93683"/>
                      </a:cubicBezTo>
                      <a:lnTo>
                        <a:pt x="19534" y="6140"/>
                      </a:lnTo>
                      <a:cubicBezTo>
                        <a:pt x="19806" y="3047"/>
                        <a:pt x="17563" y="294"/>
                        <a:pt x="14471" y="22"/>
                      </a:cubicBezTo>
                      <a:lnTo>
                        <a:pt x="14471" y="22"/>
                      </a:lnTo>
                      <a:cubicBezTo>
                        <a:pt x="11378" y="-250"/>
                        <a:pt x="8625" y="1993"/>
                        <a:pt x="8320" y="508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7" name="Google Shape;1307;p30"/>
                <p:cNvSpPr/>
                <p:nvPr/>
              </p:nvSpPr>
              <p:spPr>
                <a:xfrm>
                  <a:off x="4380117" y="1825037"/>
                  <a:ext cx="11486" cy="991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86" h="99165" extrusionOk="0">
                      <a:moveTo>
                        <a:pt x="238" y="5607"/>
                      </a:moveTo>
                      <a:lnTo>
                        <a:pt x="0" y="93524"/>
                      </a:lnTo>
                      <a:cubicBezTo>
                        <a:pt x="0" y="96617"/>
                        <a:pt x="2515" y="99166"/>
                        <a:pt x="5607" y="99166"/>
                      </a:cubicBezTo>
                      <a:lnTo>
                        <a:pt x="5607" y="99166"/>
                      </a:lnTo>
                      <a:cubicBezTo>
                        <a:pt x="8700" y="99166"/>
                        <a:pt x="11249" y="96651"/>
                        <a:pt x="11249" y="93558"/>
                      </a:cubicBezTo>
                      <a:lnTo>
                        <a:pt x="11486" y="5641"/>
                      </a:lnTo>
                      <a:cubicBezTo>
                        <a:pt x="11486" y="2549"/>
                        <a:pt x="8971" y="34"/>
                        <a:pt x="5879" y="0"/>
                      </a:cubicBezTo>
                      <a:lnTo>
                        <a:pt x="5879" y="0"/>
                      </a:lnTo>
                      <a:cubicBezTo>
                        <a:pt x="2787" y="0"/>
                        <a:pt x="272" y="2515"/>
                        <a:pt x="238" y="560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1308" name="Google Shape;1308;p30"/>
              <p:cNvGrpSpPr/>
              <p:nvPr/>
            </p:nvGrpSpPr>
            <p:grpSpPr>
              <a:xfrm flipH="1">
                <a:off x="8101743" y="3785367"/>
                <a:ext cx="1282941" cy="330190"/>
                <a:chOff x="2195175" y="2564277"/>
                <a:chExt cx="575181" cy="148034"/>
              </a:xfrm>
            </p:grpSpPr>
            <p:sp>
              <p:nvSpPr>
                <p:cNvPr id="1309" name="Google Shape;1309;p30"/>
                <p:cNvSpPr/>
                <p:nvPr/>
              </p:nvSpPr>
              <p:spPr>
                <a:xfrm>
                  <a:off x="2692873" y="2596358"/>
                  <a:ext cx="63822" cy="79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7982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79829"/>
                      </a:lnTo>
                      <a:lnTo>
                        <a:pt x="0" y="798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0" name="Google Shape;1310;p30"/>
                <p:cNvSpPr/>
                <p:nvPr/>
              </p:nvSpPr>
              <p:spPr>
                <a:xfrm>
                  <a:off x="2692873" y="2606622"/>
                  <a:ext cx="63822" cy="11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11384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11385"/>
                      </a:lnTo>
                      <a:lnTo>
                        <a:pt x="0" y="11385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1" name="Google Shape;1311;p30"/>
                <p:cNvSpPr/>
                <p:nvPr/>
              </p:nvSpPr>
              <p:spPr>
                <a:xfrm>
                  <a:off x="2744731" y="2566146"/>
                  <a:ext cx="25624" cy="14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4" h="143107" extrusionOk="0">
                      <a:moveTo>
                        <a:pt x="25624" y="0"/>
                      </a:moveTo>
                      <a:lnTo>
                        <a:pt x="12812" y="0"/>
                      </a:lnTo>
                      <a:cubicBezTo>
                        <a:pt x="5777" y="0"/>
                        <a:pt x="0" y="5777"/>
                        <a:pt x="0" y="12812"/>
                      </a:cubicBezTo>
                      <a:lnTo>
                        <a:pt x="0" y="130295"/>
                      </a:lnTo>
                      <a:cubicBezTo>
                        <a:pt x="0" y="137330"/>
                        <a:pt x="5777" y="143107"/>
                        <a:pt x="12812" y="143107"/>
                      </a:cubicBezTo>
                      <a:lnTo>
                        <a:pt x="25624" y="143107"/>
                      </a:lnTo>
                      <a:lnTo>
                        <a:pt x="256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2" name="Google Shape;1312;p30"/>
                <p:cNvSpPr/>
                <p:nvPr/>
              </p:nvSpPr>
              <p:spPr>
                <a:xfrm>
                  <a:off x="2744731" y="2632280"/>
                  <a:ext cx="25624" cy="76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4" h="76974" extrusionOk="0">
                      <a:moveTo>
                        <a:pt x="0" y="0"/>
                      </a:moveTo>
                      <a:lnTo>
                        <a:pt x="0" y="64162"/>
                      </a:lnTo>
                      <a:cubicBezTo>
                        <a:pt x="0" y="71197"/>
                        <a:pt x="5777" y="76974"/>
                        <a:pt x="12812" y="76974"/>
                      </a:cubicBezTo>
                      <a:lnTo>
                        <a:pt x="25624" y="76974"/>
                      </a:lnTo>
                      <a:lnTo>
                        <a:pt x="2562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3" name="Google Shape;1313;p30"/>
                <p:cNvSpPr/>
                <p:nvPr/>
              </p:nvSpPr>
              <p:spPr>
                <a:xfrm>
                  <a:off x="2272625" y="2564277"/>
                  <a:ext cx="423680" cy="1480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680" h="148034" extrusionOk="0">
                      <a:moveTo>
                        <a:pt x="14341" y="0"/>
                      </a:moveTo>
                      <a:lnTo>
                        <a:pt x="409339" y="0"/>
                      </a:lnTo>
                      <a:cubicBezTo>
                        <a:pt x="417257" y="0"/>
                        <a:pt x="423680" y="6661"/>
                        <a:pt x="423680" y="14783"/>
                      </a:cubicBezTo>
                      <a:lnTo>
                        <a:pt x="423680" y="133252"/>
                      </a:lnTo>
                      <a:cubicBezTo>
                        <a:pt x="423680" y="141408"/>
                        <a:pt x="417257" y="148035"/>
                        <a:pt x="409339" y="148035"/>
                      </a:cubicBezTo>
                      <a:lnTo>
                        <a:pt x="14341" y="148035"/>
                      </a:lnTo>
                      <a:cubicBezTo>
                        <a:pt x="6457" y="148035"/>
                        <a:pt x="0" y="141374"/>
                        <a:pt x="0" y="133252"/>
                      </a:cubicBezTo>
                      <a:lnTo>
                        <a:pt x="0" y="14783"/>
                      </a:lnTo>
                      <a:cubicBezTo>
                        <a:pt x="0" y="6661"/>
                        <a:pt x="6457" y="0"/>
                        <a:pt x="1434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4" name="Google Shape;1314;p30"/>
                <p:cNvSpPr/>
                <p:nvPr/>
              </p:nvSpPr>
              <p:spPr>
                <a:xfrm>
                  <a:off x="2285267" y="2573283"/>
                  <a:ext cx="397954" cy="130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954" h="130295" extrusionOk="0">
                      <a:moveTo>
                        <a:pt x="12608" y="0"/>
                      </a:moveTo>
                      <a:lnTo>
                        <a:pt x="385312" y="0"/>
                      </a:lnTo>
                      <a:cubicBezTo>
                        <a:pt x="392245" y="0"/>
                        <a:pt x="397954" y="5845"/>
                        <a:pt x="397954" y="13016"/>
                      </a:cubicBezTo>
                      <a:lnTo>
                        <a:pt x="397954" y="117279"/>
                      </a:lnTo>
                      <a:cubicBezTo>
                        <a:pt x="397954" y="124416"/>
                        <a:pt x="392245" y="130295"/>
                        <a:pt x="385312" y="130295"/>
                      </a:cubicBezTo>
                      <a:lnTo>
                        <a:pt x="12608" y="130295"/>
                      </a:lnTo>
                      <a:cubicBezTo>
                        <a:pt x="5675" y="130295"/>
                        <a:pt x="0" y="124416"/>
                        <a:pt x="0" y="117279"/>
                      </a:cubicBezTo>
                      <a:lnTo>
                        <a:pt x="0" y="13016"/>
                      </a:lnTo>
                      <a:cubicBezTo>
                        <a:pt x="0" y="5845"/>
                        <a:pt x="5675" y="0"/>
                        <a:pt x="12608" y="0"/>
                      </a:cubicBez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grpSp>
              <p:nvGrpSpPr>
                <p:cNvPr id="1315" name="Google Shape;1315;p30"/>
                <p:cNvGrpSpPr/>
                <p:nvPr/>
              </p:nvGrpSpPr>
              <p:grpSpPr>
                <a:xfrm>
                  <a:off x="2445264" y="2583716"/>
                  <a:ext cx="207540" cy="106166"/>
                  <a:chOff x="2445264" y="2583716"/>
                  <a:chExt cx="207540" cy="106166"/>
                </a:xfrm>
              </p:grpSpPr>
              <p:sp>
                <p:nvSpPr>
                  <p:cNvPr id="1316" name="Google Shape;1316;p30"/>
                  <p:cNvSpPr/>
                  <p:nvPr/>
                </p:nvSpPr>
                <p:spPr>
                  <a:xfrm>
                    <a:off x="2445264" y="2628813"/>
                    <a:ext cx="53694" cy="20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694" h="20900" extrusionOk="0">
                        <a:moveTo>
                          <a:pt x="0" y="0"/>
                        </a:moveTo>
                        <a:lnTo>
                          <a:pt x="53695" y="0"/>
                        </a:lnTo>
                        <a:lnTo>
                          <a:pt x="53695" y="20900"/>
                        </a:lnTo>
                        <a:lnTo>
                          <a:pt x="0" y="2090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17" name="Google Shape;1317;p30"/>
                  <p:cNvSpPr/>
                  <p:nvPr/>
                </p:nvSpPr>
                <p:spPr>
                  <a:xfrm>
                    <a:off x="2599110" y="2627216"/>
                    <a:ext cx="53694" cy="20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694" h="20900" extrusionOk="0">
                        <a:moveTo>
                          <a:pt x="0" y="0"/>
                        </a:moveTo>
                        <a:lnTo>
                          <a:pt x="53695" y="0"/>
                        </a:lnTo>
                        <a:lnTo>
                          <a:pt x="53695" y="20900"/>
                        </a:lnTo>
                        <a:lnTo>
                          <a:pt x="0" y="2090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18" name="Google Shape;1318;p30"/>
                  <p:cNvSpPr/>
                  <p:nvPr/>
                </p:nvSpPr>
                <p:spPr>
                  <a:xfrm>
                    <a:off x="2494643" y="2583716"/>
                    <a:ext cx="106166" cy="1061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166" h="106166" extrusionOk="0">
                        <a:moveTo>
                          <a:pt x="53083" y="106166"/>
                        </a:moveTo>
                        <a:cubicBezTo>
                          <a:pt x="82309" y="106166"/>
                          <a:pt x="106166" y="82309"/>
                          <a:pt x="106166" y="53083"/>
                        </a:cubicBezTo>
                        <a:cubicBezTo>
                          <a:pt x="106166" y="23857"/>
                          <a:pt x="82309" y="0"/>
                          <a:pt x="53083" y="0"/>
                        </a:cubicBezTo>
                        <a:cubicBezTo>
                          <a:pt x="23857" y="0"/>
                          <a:pt x="0" y="23857"/>
                          <a:pt x="0" y="53083"/>
                        </a:cubicBezTo>
                        <a:cubicBezTo>
                          <a:pt x="0" y="82309"/>
                          <a:pt x="23823" y="106166"/>
                          <a:pt x="53083" y="106166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19" name="Google Shape;1319;p30"/>
                  <p:cNvSpPr/>
                  <p:nvPr/>
                </p:nvSpPr>
                <p:spPr>
                  <a:xfrm>
                    <a:off x="2503037" y="2592110"/>
                    <a:ext cx="89378" cy="893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378" h="89378" extrusionOk="0">
                        <a:moveTo>
                          <a:pt x="44689" y="89378"/>
                        </a:moveTo>
                        <a:cubicBezTo>
                          <a:pt x="69328" y="89378"/>
                          <a:pt x="89378" y="69294"/>
                          <a:pt x="89378" y="44689"/>
                        </a:cubicBezTo>
                        <a:cubicBezTo>
                          <a:pt x="89378" y="20085"/>
                          <a:pt x="69294" y="0"/>
                          <a:pt x="44689" y="0"/>
                        </a:cubicBezTo>
                        <a:cubicBezTo>
                          <a:pt x="20085" y="0"/>
                          <a:pt x="0" y="20085"/>
                          <a:pt x="0" y="44689"/>
                        </a:cubicBezTo>
                        <a:cubicBezTo>
                          <a:pt x="0" y="69294"/>
                          <a:pt x="20085" y="89378"/>
                          <a:pt x="44689" y="8937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0" name="Google Shape;1320;p30"/>
                  <p:cNvSpPr/>
                  <p:nvPr/>
                </p:nvSpPr>
                <p:spPr>
                  <a:xfrm>
                    <a:off x="2503037" y="2592110"/>
                    <a:ext cx="89378" cy="463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378" h="46388" extrusionOk="0">
                        <a:moveTo>
                          <a:pt x="44689" y="0"/>
                        </a:moveTo>
                        <a:cubicBezTo>
                          <a:pt x="69362" y="0"/>
                          <a:pt x="89378" y="20017"/>
                          <a:pt x="89378" y="44689"/>
                        </a:cubicBezTo>
                        <a:cubicBezTo>
                          <a:pt x="89378" y="45267"/>
                          <a:pt x="89378" y="45811"/>
                          <a:pt x="89310" y="46388"/>
                        </a:cubicBezTo>
                        <a:lnTo>
                          <a:pt x="34" y="46388"/>
                        </a:lnTo>
                        <a:cubicBezTo>
                          <a:pt x="34" y="45811"/>
                          <a:pt x="0" y="45267"/>
                          <a:pt x="0" y="44689"/>
                        </a:cubicBezTo>
                        <a:cubicBezTo>
                          <a:pt x="0" y="20017"/>
                          <a:pt x="20017" y="0"/>
                          <a:pt x="44689" y="0"/>
                        </a:cubicBezTo>
                        <a:close/>
                      </a:path>
                    </a:pathLst>
                  </a:custGeom>
                  <a:solidFill>
                    <a:srgbClr val="74D9E8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1" name="Google Shape;1321;p30"/>
                  <p:cNvSpPr/>
                  <p:nvPr/>
                </p:nvSpPr>
                <p:spPr>
                  <a:xfrm>
                    <a:off x="2546877" y="2599961"/>
                    <a:ext cx="46223" cy="379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223" h="37994" extrusionOk="0">
                        <a:moveTo>
                          <a:pt x="42004" y="18318"/>
                        </a:moveTo>
                        <a:cubicBezTo>
                          <a:pt x="44961" y="24673"/>
                          <a:pt x="46320" y="31401"/>
                          <a:pt x="46218" y="37994"/>
                        </a:cubicBezTo>
                        <a:lnTo>
                          <a:pt x="0" y="37994"/>
                        </a:lnTo>
                        <a:lnTo>
                          <a:pt x="26168" y="0"/>
                        </a:lnTo>
                        <a:cubicBezTo>
                          <a:pt x="32829" y="4384"/>
                          <a:pt x="38368" y="10603"/>
                          <a:pt x="42004" y="18318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2" name="Google Shape;1322;p30"/>
                  <p:cNvSpPr/>
                  <p:nvPr/>
                </p:nvSpPr>
                <p:spPr>
                  <a:xfrm>
                    <a:off x="2527812" y="2592375"/>
                    <a:ext cx="42887" cy="463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887" h="46361" extrusionOk="0">
                        <a:moveTo>
                          <a:pt x="23687" y="143"/>
                        </a:moveTo>
                        <a:cubicBezTo>
                          <a:pt x="30722" y="687"/>
                          <a:pt x="37212" y="2828"/>
                          <a:pt x="42888" y="6193"/>
                        </a:cubicBezTo>
                        <a:lnTo>
                          <a:pt x="20085" y="46362"/>
                        </a:lnTo>
                        <a:lnTo>
                          <a:pt x="0" y="4833"/>
                        </a:lnTo>
                        <a:cubicBezTo>
                          <a:pt x="7069" y="1231"/>
                          <a:pt x="15225" y="-536"/>
                          <a:pt x="23721" y="14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3" name="Google Shape;1323;p30"/>
                  <p:cNvSpPr/>
                  <p:nvPr/>
                </p:nvSpPr>
                <p:spPr>
                  <a:xfrm>
                    <a:off x="2503770" y="2600402"/>
                    <a:ext cx="46199" cy="385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199" h="38572" extrusionOk="0">
                        <a:moveTo>
                          <a:pt x="5554" y="15021"/>
                        </a:moveTo>
                        <a:cubicBezTo>
                          <a:pt x="8953" y="8836"/>
                          <a:pt x="13540" y="3806"/>
                          <a:pt x="18944" y="0"/>
                        </a:cubicBezTo>
                        <a:lnTo>
                          <a:pt x="46199" y="37349"/>
                        </a:lnTo>
                        <a:lnTo>
                          <a:pt x="49" y="38572"/>
                        </a:lnTo>
                        <a:cubicBezTo>
                          <a:pt x="-325" y="30620"/>
                          <a:pt x="1442" y="22497"/>
                          <a:pt x="5520" y="1502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grpSp>
                <p:nvGrpSpPr>
                  <p:cNvPr id="1324" name="Google Shape;1324;p30"/>
                  <p:cNvGrpSpPr/>
                  <p:nvPr/>
                </p:nvGrpSpPr>
                <p:grpSpPr>
                  <a:xfrm>
                    <a:off x="2527089" y="2609748"/>
                    <a:ext cx="30439" cy="37610"/>
                    <a:chOff x="4840276" y="2840598"/>
                    <a:chExt cx="30439" cy="37610"/>
                  </a:xfrm>
                </p:grpSpPr>
                <p:sp>
                  <p:nvSpPr>
                    <p:cNvPr id="1325" name="Google Shape;1325;p30"/>
                    <p:cNvSpPr/>
                    <p:nvPr/>
                  </p:nvSpPr>
                  <p:spPr>
                    <a:xfrm>
                      <a:off x="4850500" y="2857984"/>
                      <a:ext cx="20215" cy="202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215" h="20224" extrusionOk="0">
                          <a:moveTo>
                            <a:pt x="8171" y="184"/>
                          </a:moveTo>
                          <a:cubicBezTo>
                            <a:pt x="13642" y="-869"/>
                            <a:pt x="18978" y="2699"/>
                            <a:pt x="20031" y="8171"/>
                          </a:cubicBezTo>
                          <a:cubicBezTo>
                            <a:pt x="21085" y="13642"/>
                            <a:pt x="17516" y="18944"/>
                            <a:pt x="12045" y="20031"/>
                          </a:cubicBezTo>
                          <a:cubicBezTo>
                            <a:pt x="6573" y="21119"/>
                            <a:pt x="1238" y="17516"/>
                            <a:pt x="184" y="12045"/>
                          </a:cubicBezTo>
                          <a:cubicBezTo>
                            <a:pt x="-869" y="6573"/>
                            <a:pt x="2699" y="1238"/>
                            <a:pt x="8171" y="184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noProof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p:txBody>
                </p:sp>
                <p:sp>
                  <p:nvSpPr>
                    <p:cNvPr id="1326" name="Google Shape;1326;p30"/>
                    <p:cNvSpPr/>
                    <p:nvPr/>
                  </p:nvSpPr>
                  <p:spPr>
                    <a:xfrm>
                      <a:off x="4840276" y="2840598"/>
                      <a:ext cx="20501" cy="2569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501" h="25692" extrusionOk="0">
                          <a:moveTo>
                            <a:pt x="14351" y="25692"/>
                          </a:moveTo>
                          <a:lnTo>
                            <a:pt x="20502" y="21410"/>
                          </a:lnTo>
                          <a:lnTo>
                            <a:pt x="6806" y="1597"/>
                          </a:lnTo>
                          <a:cubicBezTo>
                            <a:pt x="5651" y="-68"/>
                            <a:pt x="3306" y="-510"/>
                            <a:pt x="1606" y="646"/>
                          </a:cubicBezTo>
                          <a:lnTo>
                            <a:pt x="1606" y="646"/>
                          </a:lnTo>
                          <a:cubicBezTo>
                            <a:pt x="-93" y="1835"/>
                            <a:pt x="-501" y="4180"/>
                            <a:pt x="655" y="5845"/>
                          </a:cubicBezTo>
                          <a:lnTo>
                            <a:pt x="14317" y="25658"/>
                          </a:ln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noProof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p:txBody>
                </p:sp>
              </p:grpSp>
            </p:grpSp>
            <p:sp>
              <p:nvSpPr>
                <p:cNvPr id="1327" name="Google Shape;1327;p30"/>
                <p:cNvSpPr/>
                <p:nvPr/>
              </p:nvSpPr>
              <p:spPr>
                <a:xfrm>
                  <a:off x="2310041" y="2586265"/>
                  <a:ext cx="102360" cy="102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360" h="102360" extrusionOk="0">
                      <a:moveTo>
                        <a:pt x="51180" y="0"/>
                      </a:moveTo>
                      <a:cubicBezTo>
                        <a:pt x="79421" y="0"/>
                        <a:pt x="102360" y="22939"/>
                        <a:pt x="102360" y="51180"/>
                      </a:cubicBezTo>
                      <a:cubicBezTo>
                        <a:pt x="102360" y="79421"/>
                        <a:pt x="79421" y="102360"/>
                        <a:pt x="51180" y="102360"/>
                      </a:cubicBezTo>
                      <a:cubicBezTo>
                        <a:pt x="22939" y="102360"/>
                        <a:pt x="0" y="79421"/>
                        <a:pt x="0" y="51180"/>
                      </a:cubicBezTo>
                      <a:cubicBezTo>
                        <a:pt x="0" y="22939"/>
                        <a:pt x="22939" y="0"/>
                        <a:pt x="51180" y="0"/>
                      </a:cubicBezTo>
                      <a:lnTo>
                        <a:pt x="51180" y="0"/>
                      </a:lnTo>
                      <a:close/>
                      <a:moveTo>
                        <a:pt x="51180" y="41936"/>
                      </a:moveTo>
                      <a:cubicBezTo>
                        <a:pt x="46048" y="41936"/>
                        <a:pt x="41903" y="46082"/>
                        <a:pt x="41903" y="51180"/>
                      </a:cubicBezTo>
                      <a:cubicBezTo>
                        <a:pt x="41903" y="56278"/>
                        <a:pt x="46048" y="60458"/>
                        <a:pt x="51180" y="60458"/>
                      </a:cubicBezTo>
                      <a:cubicBezTo>
                        <a:pt x="56312" y="60458"/>
                        <a:pt x="60458" y="56312"/>
                        <a:pt x="60458" y="51180"/>
                      </a:cubicBezTo>
                      <a:cubicBezTo>
                        <a:pt x="60458" y="46048"/>
                        <a:pt x="56312" y="41936"/>
                        <a:pt x="51180" y="41936"/>
                      </a:cubicBezTo>
                      <a:lnTo>
                        <a:pt x="51180" y="41936"/>
                      </a:lnTo>
                      <a:close/>
                      <a:moveTo>
                        <a:pt x="57263" y="30110"/>
                      </a:moveTo>
                      <a:cubicBezTo>
                        <a:pt x="64502" y="32183"/>
                        <a:pt x="70177" y="37892"/>
                        <a:pt x="72284" y="45097"/>
                      </a:cubicBezTo>
                      <a:lnTo>
                        <a:pt x="89073" y="45097"/>
                      </a:lnTo>
                      <a:cubicBezTo>
                        <a:pt x="86490" y="28784"/>
                        <a:pt x="73576" y="15905"/>
                        <a:pt x="57297" y="13322"/>
                      </a:cubicBezTo>
                      <a:lnTo>
                        <a:pt x="57297" y="30110"/>
                      </a:lnTo>
                      <a:lnTo>
                        <a:pt x="57297" y="30110"/>
                      </a:lnTo>
                      <a:close/>
                      <a:moveTo>
                        <a:pt x="72284" y="57263"/>
                      </a:moveTo>
                      <a:cubicBezTo>
                        <a:pt x="70177" y="64502"/>
                        <a:pt x="64502" y="70177"/>
                        <a:pt x="57263" y="72284"/>
                      </a:cubicBezTo>
                      <a:lnTo>
                        <a:pt x="57263" y="89072"/>
                      </a:lnTo>
                      <a:cubicBezTo>
                        <a:pt x="73576" y="86456"/>
                        <a:pt x="86456" y="73576"/>
                        <a:pt x="89038" y="57263"/>
                      </a:cubicBezTo>
                      <a:lnTo>
                        <a:pt x="72250" y="57263"/>
                      </a:lnTo>
                      <a:close/>
                      <a:moveTo>
                        <a:pt x="45131" y="72284"/>
                      </a:moveTo>
                      <a:cubicBezTo>
                        <a:pt x="37926" y="70177"/>
                        <a:pt x="32217" y="64502"/>
                        <a:pt x="30144" y="57263"/>
                      </a:cubicBezTo>
                      <a:lnTo>
                        <a:pt x="13356" y="57263"/>
                      </a:lnTo>
                      <a:cubicBezTo>
                        <a:pt x="15939" y="73576"/>
                        <a:pt x="28853" y="86456"/>
                        <a:pt x="45131" y="89072"/>
                      </a:cubicBezTo>
                      <a:lnTo>
                        <a:pt x="45131" y="72284"/>
                      </a:lnTo>
                      <a:lnTo>
                        <a:pt x="45131" y="72284"/>
                      </a:lnTo>
                      <a:close/>
                      <a:moveTo>
                        <a:pt x="30144" y="45131"/>
                      </a:moveTo>
                      <a:cubicBezTo>
                        <a:pt x="32217" y="37892"/>
                        <a:pt x="37926" y="32217"/>
                        <a:pt x="45131" y="30144"/>
                      </a:cubicBezTo>
                      <a:lnTo>
                        <a:pt x="45131" y="13356"/>
                      </a:lnTo>
                      <a:cubicBezTo>
                        <a:pt x="28853" y="15939"/>
                        <a:pt x="15939" y="28853"/>
                        <a:pt x="13356" y="45131"/>
                      </a:cubicBezTo>
                      <a:lnTo>
                        <a:pt x="30144" y="4513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28" name="Google Shape;1328;p30"/>
                <p:cNvSpPr/>
                <p:nvPr/>
              </p:nvSpPr>
              <p:spPr>
                <a:xfrm>
                  <a:off x="2208836" y="2598499"/>
                  <a:ext cx="63822" cy="79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7982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79829"/>
                      </a:lnTo>
                      <a:lnTo>
                        <a:pt x="0" y="798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29" name="Google Shape;1329;p30"/>
                <p:cNvSpPr/>
                <p:nvPr/>
              </p:nvSpPr>
              <p:spPr>
                <a:xfrm>
                  <a:off x="2208836" y="2608729"/>
                  <a:ext cx="63822" cy="11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1141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11419"/>
                      </a:lnTo>
                      <a:lnTo>
                        <a:pt x="0" y="11419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30" name="Google Shape;1330;p30"/>
                <p:cNvSpPr/>
                <p:nvPr/>
              </p:nvSpPr>
              <p:spPr>
                <a:xfrm>
                  <a:off x="2195175" y="2568219"/>
                  <a:ext cx="25623" cy="14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3" h="143107" extrusionOk="0">
                      <a:moveTo>
                        <a:pt x="0" y="34"/>
                      </a:moveTo>
                      <a:lnTo>
                        <a:pt x="12812" y="34"/>
                      </a:lnTo>
                      <a:cubicBezTo>
                        <a:pt x="19847" y="34"/>
                        <a:pt x="25624" y="5811"/>
                        <a:pt x="25624" y="12846"/>
                      </a:cubicBezTo>
                      <a:lnTo>
                        <a:pt x="25624" y="130295"/>
                      </a:lnTo>
                      <a:cubicBezTo>
                        <a:pt x="25624" y="137330"/>
                        <a:pt x="19847" y="143107"/>
                        <a:pt x="12812" y="143107"/>
                      </a:cubicBezTo>
                      <a:lnTo>
                        <a:pt x="0" y="14310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31" name="Google Shape;1331;p30"/>
                <p:cNvSpPr/>
                <p:nvPr/>
              </p:nvSpPr>
              <p:spPr>
                <a:xfrm>
                  <a:off x="2195175" y="2634387"/>
                  <a:ext cx="25623" cy="76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3" h="76974" extrusionOk="0">
                      <a:moveTo>
                        <a:pt x="25624" y="0"/>
                      </a:moveTo>
                      <a:lnTo>
                        <a:pt x="25624" y="64162"/>
                      </a:lnTo>
                      <a:cubicBezTo>
                        <a:pt x="25624" y="71197"/>
                        <a:pt x="19847" y="76974"/>
                        <a:pt x="12812" y="76974"/>
                      </a:cubicBezTo>
                      <a:lnTo>
                        <a:pt x="0" y="76974"/>
                      </a:lnTo>
                      <a:lnTo>
                        <a:pt x="0" y="0"/>
                      </a:lnTo>
                      <a:lnTo>
                        <a:pt x="25624" y="0"/>
                      </a:lnTo>
                      <a:close/>
                    </a:path>
                  </a:pathLst>
                </a:custGeom>
                <a:solidFill>
                  <a:srgbClr val="161D1E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32" name="Google Shape;1332;p30"/>
                <p:cNvSpPr/>
                <p:nvPr/>
              </p:nvSpPr>
              <p:spPr>
                <a:xfrm>
                  <a:off x="2350924" y="2627556"/>
                  <a:ext cx="19982" cy="19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48" extrusionOk="0">
                      <a:moveTo>
                        <a:pt x="9991" y="19949"/>
                      </a:moveTo>
                      <a:cubicBezTo>
                        <a:pt x="15463" y="19949"/>
                        <a:pt x="19983" y="15463"/>
                        <a:pt x="19983" y="9958"/>
                      </a:cubicBezTo>
                      <a:cubicBezTo>
                        <a:pt x="19983" y="4452"/>
                        <a:pt x="15497" y="0"/>
                        <a:pt x="9991" y="0"/>
                      </a:cubicBezTo>
                      <a:cubicBezTo>
                        <a:pt x="4486" y="0"/>
                        <a:pt x="0" y="4486"/>
                        <a:pt x="0" y="9958"/>
                      </a:cubicBezTo>
                      <a:cubicBezTo>
                        <a:pt x="0" y="15429"/>
                        <a:pt x="4486" y="19949"/>
                        <a:pt x="9991" y="1994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sp>
            <p:nvSpPr>
              <p:cNvPr id="1333" name="Google Shape;1333;p30"/>
              <p:cNvSpPr/>
              <p:nvPr/>
            </p:nvSpPr>
            <p:spPr>
              <a:xfrm flipH="1">
                <a:off x="8083202" y="3204759"/>
                <a:ext cx="432653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94015" h="34731" extrusionOk="0">
                    <a:moveTo>
                      <a:pt x="0" y="34732"/>
                    </a:moveTo>
                    <a:lnTo>
                      <a:pt x="0" y="17366"/>
                    </a:lnTo>
                    <a:cubicBezTo>
                      <a:pt x="0" y="7816"/>
                      <a:pt x="7816" y="0"/>
                      <a:pt x="17366" y="0"/>
                    </a:cubicBezTo>
                    <a:lnTo>
                      <a:pt x="176650" y="0"/>
                    </a:lnTo>
                    <a:cubicBezTo>
                      <a:pt x="186199" y="0"/>
                      <a:pt x="194016" y="7816"/>
                      <a:pt x="194016" y="17366"/>
                    </a:cubicBezTo>
                    <a:lnTo>
                      <a:pt x="194016" y="34732"/>
                    </a:lnTo>
                    <a:lnTo>
                      <a:pt x="0" y="3473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4" name="Google Shape;1334;p30"/>
              <p:cNvSpPr/>
              <p:nvPr/>
            </p:nvSpPr>
            <p:spPr>
              <a:xfrm flipH="1">
                <a:off x="8083155" y="3204683"/>
                <a:ext cx="232734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04365" h="34731" extrusionOk="0">
                    <a:moveTo>
                      <a:pt x="0" y="0"/>
                    </a:moveTo>
                    <a:lnTo>
                      <a:pt x="86999" y="0"/>
                    </a:lnTo>
                    <a:cubicBezTo>
                      <a:pt x="96549" y="0"/>
                      <a:pt x="104365" y="7816"/>
                      <a:pt x="104365" y="17366"/>
                    </a:cubicBezTo>
                    <a:lnTo>
                      <a:pt x="104365" y="34732"/>
                    </a:lnTo>
                    <a:lnTo>
                      <a:pt x="0" y="347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5" name="Google Shape;1335;p30"/>
              <p:cNvSpPr/>
              <p:nvPr/>
            </p:nvSpPr>
            <p:spPr>
              <a:xfrm flipH="1">
                <a:off x="8173818" y="1893996"/>
                <a:ext cx="241297" cy="1310466"/>
              </a:xfrm>
              <a:custGeom>
                <a:avLst/>
                <a:gdLst/>
                <a:ahLst/>
                <a:cxnLst/>
                <a:rect l="l" t="t" r="r" b="b"/>
                <a:pathLst>
                  <a:path w="108205" h="587653" extrusionOk="0">
                    <a:moveTo>
                      <a:pt x="0" y="0"/>
                    </a:moveTo>
                    <a:lnTo>
                      <a:pt x="108206" y="0"/>
                    </a:lnTo>
                    <a:lnTo>
                      <a:pt x="108206" y="587654"/>
                    </a:lnTo>
                    <a:lnTo>
                      <a:pt x="0" y="58765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6" name="Google Shape;1336;p30"/>
              <p:cNvSpPr/>
              <p:nvPr/>
            </p:nvSpPr>
            <p:spPr>
              <a:xfrm flipH="1">
                <a:off x="8349631" y="1893996"/>
                <a:ext cx="34480" cy="1310466"/>
              </a:xfrm>
              <a:custGeom>
                <a:avLst/>
                <a:gdLst/>
                <a:ahLst/>
                <a:cxnLst/>
                <a:rect l="l" t="t" r="r" b="b"/>
                <a:pathLst>
                  <a:path w="15462" h="587653" extrusionOk="0">
                    <a:moveTo>
                      <a:pt x="0" y="0"/>
                    </a:moveTo>
                    <a:lnTo>
                      <a:pt x="15463" y="0"/>
                    </a:lnTo>
                    <a:lnTo>
                      <a:pt x="15463" y="587654"/>
                    </a:lnTo>
                    <a:lnTo>
                      <a:pt x="0" y="587654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7" name="Google Shape;1337;p30"/>
              <p:cNvSpPr/>
              <p:nvPr/>
            </p:nvSpPr>
            <p:spPr>
              <a:xfrm flipH="1">
                <a:off x="8073120" y="1957215"/>
                <a:ext cx="432653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94015" h="34731" extrusionOk="0">
                    <a:moveTo>
                      <a:pt x="0" y="0"/>
                    </a:moveTo>
                    <a:lnTo>
                      <a:pt x="0" y="17366"/>
                    </a:lnTo>
                    <a:cubicBezTo>
                      <a:pt x="0" y="26915"/>
                      <a:pt x="7816" y="34732"/>
                      <a:pt x="17366" y="34732"/>
                    </a:cubicBezTo>
                    <a:lnTo>
                      <a:pt x="176650" y="34732"/>
                    </a:lnTo>
                    <a:cubicBezTo>
                      <a:pt x="186199" y="34732"/>
                      <a:pt x="194015" y="26915"/>
                      <a:pt x="194015" y="17366"/>
                    </a:cubicBezTo>
                    <a:lnTo>
                      <a:pt x="19401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8" name="Google Shape;1338;p30"/>
              <p:cNvSpPr/>
              <p:nvPr/>
            </p:nvSpPr>
            <p:spPr>
              <a:xfrm flipH="1">
                <a:off x="8073073" y="1957291"/>
                <a:ext cx="232734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04365" h="34731" extrusionOk="0">
                    <a:moveTo>
                      <a:pt x="34" y="34732"/>
                    </a:moveTo>
                    <a:lnTo>
                      <a:pt x="86999" y="34732"/>
                    </a:lnTo>
                    <a:cubicBezTo>
                      <a:pt x="96549" y="34732"/>
                      <a:pt x="104365" y="26915"/>
                      <a:pt x="104365" y="17366"/>
                    </a:cubicBezTo>
                    <a:lnTo>
                      <a:pt x="104365" y="0"/>
                    </a:lnTo>
                    <a:lnTo>
                      <a:pt x="0" y="0"/>
                    </a:lnTo>
                    <a:lnTo>
                      <a:pt x="0" y="34732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9" name="Google Shape;1339;p30"/>
              <p:cNvSpPr/>
              <p:nvPr/>
            </p:nvSpPr>
            <p:spPr>
              <a:xfrm flipH="1">
                <a:off x="7910239" y="1296679"/>
                <a:ext cx="510257" cy="588921"/>
              </a:xfrm>
              <a:custGeom>
                <a:avLst/>
                <a:gdLst/>
                <a:ahLst/>
                <a:cxnLst/>
                <a:rect l="l" t="t" r="r" b="b"/>
                <a:pathLst>
                  <a:path w="228815" h="264090" extrusionOk="0">
                    <a:moveTo>
                      <a:pt x="228781" y="0"/>
                    </a:moveTo>
                    <a:lnTo>
                      <a:pt x="199419" y="0"/>
                    </a:lnTo>
                    <a:cubicBezTo>
                      <a:pt x="89718" y="0"/>
                      <a:pt x="0" y="89718"/>
                      <a:pt x="0" y="199419"/>
                    </a:cubicBezTo>
                    <a:lnTo>
                      <a:pt x="0" y="264091"/>
                    </a:lnTo>
                    <a:lnTo>
                      <a:pt x="108817" y="264091"/>
                    </a:lnTo>
                    <a:lnTo>
                      <a:pt x="108817" y="236904"/>
                    </a:lnTo>
                    <a:cubicBezTo>
                      <a:pt x="108817" y="140491"/>
                      <a:pt x="157754" y="102258"/>
                      <a:pt x="228815" y="104603"/>
                    </a:cubicBezTo>
                    <a:lnTo>
                      <a:pt x="228815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0" name="Google Shape;1340;p30"/>
              <p:cNvSpPr/>
              <p:nvPr/>
            </p:nvSpPr>
            <p:spPr>
              <a:xfrm flipH="1">
                <a:off x="7910215" y="1381587"/>
                <a:ext cx="403173" cy="504107"/>
              </a:xfrm>
              <a:custGeom>
                <a:avLst/>
                <a:gdLst/>
                <a:ahLst/>
                <a:cxnLst/>
                <a:rect l="l" t="t" r="r" b="b"/>
                <a:pathLst>
                  <a:path w="180795" h="226057" extrusionOk="0">
                    <a:moveTo>
                      <a:pt x="0" y="226024"/>
                    </a:moveTo>
                    <a:lnTo>
                      <a:pt x="60797" y="226024"/>
                    </a:lnTo>
                    <a:lnTo>
                      <a:pt x="60797" y="198836"/>
                    </a:lnTo>
                    <a:cubicBezTo>
                      <a:pt x="60797" y="102423"/>
                      <a:pt x="109735" y="64191"/>
                      <a:pt x="180796" y="66536"/>
                    </a:cubicBezTo>
                    <a:lnTo>
                      <a:pt x="180796" y="29"/>
                    </a:lnTo>
                    <a:cubicBezTo>
                      <a:pt x="25420" y="-1908"/>
                      <a:pt x="34" y="93214"/>
                      <a:pt x="34" y="198599"/>
                    </a:cubicBezTo>
                    <a:lnTo>
                      <a:pt x="34" y="226058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1" name="Google Shape;1341;p30"/>
              <p:cNvSpPr/>
              <p:nvPr/>
            </p:nvSpPr>
            <p:spPr>
              <a:xfrm flipH="1">
                <a:off x="8075319" y="1883080"/>
                <a:ext cx="430606" cy="77147"/>
              </a:xfrm>
              <a:custGeom>
                <a:avLst/>
                <a:gdLst/>
                <a:ahLst/>
                <a:cxnLst/>
                <a:rect l="l" t="t" r="r" b="b"/>
                <a:pathLst>
                  <a:path w="193097" h="34595" extrusionOk="0">
                    <a:moveTo>
                      <a:pt x="0" y="34596"/>
                    </a:moveTo>
                    <a:lnTo>
                      <a:pt x="0" y="17298"/>
                    </a:lnTo>
                    <a:cubicBezTo>
                      <a:pt x="0" y="7783"/>
                      <a:pt x="7782" y="0"/>
                      <a:pt x="17298" y="0"/>
                    </a:cubicBezTo>
                    <a:lnTo>
                      <a:pt x="175800" y="0"/>
                    </a:lnTo>
                    <a:cubicBezTo>
                      <a:pt x="185316" y="0"/>
                      <a:pt x="193098" y="7783"/>
                      <a:pt x="193098" y="17298"/>
                    </a:cubicBezTo>
                    <a:lnTo>
                      <a:pt x="193098" y="34596"/>
                    </a:lnTo>
                    <a:lnTo>
                      <a:pt x="0" y="3459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2" name="Google Shape;1342;p30"/>
              <p:cNvSpPr/>
              <p:nvPr/>
            </p:nvSpPr>
            <p:spPr>
              <a:xfrm flipH="1">
                <a:off x="8075272" y="1883080"/>
                <a:ext cx="231597" cy="77147"/>
              </a:xfrm>
              <a:custGeom>
                <a:avLst/>
                <a:gdLst/>
                <a:ahLst/>
                <a:cxnLst/>
                <a:rect l="l" t="t" r="r" b="b"/>
                <a:pathLst>
                  <a:path w="103855" h="34595" extrusionOk="0">
                    <a:moveTo>
                      <a:pt x="0" y="0"/>
                    </a:moveTo>
                    <a:lnTo>
                      <a:pt x="86558" y="0"/>
                    </a:lnTo>
                    <a:cubicBezTo>
                      <a:pt x="96073" y="0"/>
                      <a:pt x="103856" y="7783"/>
                      <a:pt x="103856" y="17298"/>
                    </a:cubicBezTo>
                    <a:lnTo>
                      <a:pt x="103856" y="34596"/>
                    </a:lnTo>
                    <a:lnTo>
                      <a:pt x="0" y="34596"/>
                    </a:lnTo>
                    <a:lnTo>
                      <a:pt x="0" y="34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 flipH="1">
                <a:off x="7833734" y="1205338"/>
                <a:ext cx="77147" cy="430606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93097" extrusionOk="0">
                    <a:moveTo>
                      <a:pt x="34596" y="0"/>
                    </a:moveTo>
                    <a:lnTo>
                      <a:pt x="17298" y="0"/>
                    </a:lnTo>
                    <a:cubicBezTo>
                      <a:pt x="7782" y="0"/>
                      <a:pt x="0" y="7782"/>
                      <a:pt x="0" y="17298"/>
                    </a:cubicBezTo>
                    <a:lnTo>
                      <a:pt x="0" y="175800"/>
                    </a:lnTo>
                    <a:cubicBezTo>
                      <a:pt x="0" y="185315"/>
                      <a:pt x="7782" y="193098"/>
                      <a:pt x="17298" y="193098"/>
                    </a:cubicBezTo>
                    <a:lnTo>
                      <a:pt x="34596" y="193098"/>
                    </a:lnTo>
                    <a:lnTo>
                      <a:pt x="3459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 flipH="1">
                <a:off x="7833734" y="1404394"/>
                <a:ext cx="77147" cy="231597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03855" extrusionOk="0">
                    <a:moveTo>
                      <a:pt x="0" y="0"/>
                    </a:moveTo>
                    <a:lnTo>
                      <a:pt x="0" y="86558"/>
                    </a:lnTo>
                    <a:cubicBezTo>
                      <a:pt x="0" y="96073"/>
                      <a:pt x="7782" y="103856"/>
                      <a:pt x="17298" y="103856"/>
                    </a:cubicBezTo>
                    <a:lnTo>
                      <a:pt x="34596" y="103856"/>
                    </a:lnTo>
                    <a:lnTo>
                      <a:pt x="3459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5" name="Google Shape;1345;p30"/>
              <p:cNvSpPr/>
              <p:nvPr/>
            </p:nvSpPr>
            <p:spPr>
              <a:xfrm flipH="1">
                <a:off x="7573432" y="1207461"/>
                <a:ext cx="77147" cy="430606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93097" extrusionOk="0">
                    <a:moveTo>
                      <a:pt x="0" y="0"/>
                    </a:moveTo>
                    <a:lnTo>
                      <a:pt x="17298" y="0"/>
                    </a:lnTo>
                    <a:cubicBezTo>
                      <a:pt x="26814" y="0"/>
                      <a:pt x="34596" y="7782"/>
                      <a:pt x="34596" y="17298"/>
                    </a:cubicBezTo>
                    <a:lnTo>
                      <a:pt x="34596" y="175800"/>
                    </a:lnTo>
                    <a:cubicBezTo>
                      <a:pt x="34596" y="185316"/>
                      <a:pt x="26814" y="193098"/>
                      <a:pt x="17298" y="193098"/>
                    </a:cubicBezTo>
                    <a:lnTo>
                      <a:pt x="0" y="1930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6" name="Google Shape;1346;p30"/>
              <p:cNvSpPr/>
              <p:nvPr/>
            </p:nvSpPr>
            <p:spPr>
              <a:xfrm flipH="1">
                <a:off x="7573432" y="1406516"/>
                <a:ext cx="77147" cy="231597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03855" extrusionOk="0">
                    <a:moveTo>
                      <a:pt x="34596" y="0"/>
                    </a:moveTo>
                    <a:lnTo>
                      <a:pt x="34596" y="86558"/>
                    </a:lnTo>
                    <a:cubicBezTo>
                      <a:pt x="34596" y="96073"/>
                      <a:pt x="26814" y="103856"/>
                      <a:pt x="17298" y="103856"/>
                    </a:cubicBezTo>
                    <a:lnTo>
                      <a:pt x="0" y="103856"/>
                    </a:lnTo>
                    <a:lnTo>
                      <a:pt x="0" y="0"/>
                    </a:lnTo>
                    <a:lnTo>
                      <a:pt x="34562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7" name="Google Shape;1347;p30"/>
              <p:cNvSpPr/>
              <p:nvPr/>
            </p:nvSpPr>
            <p:spPr>
              <a:xfrm flipH="1">
                <a:off x="7637967" y="1298423"/>
                <a:ext cx="203632" cy="241373"/>
              </a:xfrm>
              <a:custGeom>
                <a:avLst/>
                <a:gdLst/>
                <a:ahLst/>
                <a:cxnLst/>
                <a:rect l="l" t="t" r="r" b="b"/>
                <a:pathLst>
                  <a:path w="91315" h="108239" extrusionOk="0">
                    <a:moveTo>
                      <a:pt x="0" y="0"/>
                    </a:moveTo>
                    <a:lnTo>
                      <a:pt x="91315" y="0"/>
                    </a:lnTo>
                    <a:lnTo>
                      <a:pt x="91315" y="108240"/>
                    </a:lnTo>
                    <a:lnTo>
                      <a:pt x="0" y="10824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8" name="Google Shape;1348;p30"/>
              <p:cNvSpPr/>
              <p:nvPr/>
            </p:nvSpPr>
            <p:spPr>
              <a:xfrm flipH="1">
                <a:off x="7118158" y="3283892"/>
                <a:ext cx="423711" cy="1859887"/>
              </a:xfrm>
              <a:custGeom>
                <a:avLst/>
                <a:gdLst/>
                <a:ahLst/>
                <a:cxnLst/>
                <a:rect l="l" t="t" r="r" b="b"/>
                <a:pathLst>
                  <a:path w="190005" h="822959" extrusionOk="0">
                    <a:moveTo>
                      <a:pt x="0" y="0"/>
                    </a:moveTo>
                    <a:lnTo>
                      <a:pt x="190005" y="0"/>
                    </a:lnTo>
                    <a:lnTo>
                      <a:pt x="190005" y="822960"/>
                    </a:lnTo>
                    <a:lnTo>
                      <a:pt x="0" y="82296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349" name="Google Shape;1349;p30"/>
              <p:cNvGrpSpPr/>
              <p:nvPr/>
            </p:nvGrpSpPr>
            <p:grpSpPr>
              <a:xfrm flipH="1">
                <a:off x="6779665" y="2350914"/>
                <a:ext cx="1054096" cy="932360"/>
                <a:chOff x="4168463" y="2302169"/>
                <a:chExt cx="472583" cy="418005"/>
              </a:xfrm>
            </p:grpSpPr>
            <p:sp>
              <p:nvSpPr>
                <p:cNvPr id="1350" name="Google Shape;1350;p30"/>
                <p:cNvSpPr/>
                <p:nvPr/>
              </p:nvSpPr>
              <p:spPr>
                <a:xfrm>
                  <a:off x="4193679" y="2335916"/>
                  <a:ext cx="425889" cy="372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889" h="372126" extrusionOk="0">
                      <a:moveTo>
                        <a:pt x="150618" y="0"/>
                      </a:moveTo>
                      <a:lnTo>
                        <a:pt x="269324" y="0"/>
                      </a:lnTo>
                      <a:lnTo>
                        <a:pt x="425889" y="123396"/>
                      </a:lnTo>
                      <a:lnTo>
                        <a:pt x="425889" y="372126"/>
                      </a:lnTo>
                      <a:lnTo>
                        <a:pt x="0" y="372126"/>
                      </a:lnTo>
                      <a:lnTo>
                        <a:pt x="0" y="123396"/>
                      </a:lnTo>
                      <a:lnTo>
                        <a:pt x="150618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1" name="Google Shape;1351;p30"/>
                <p:cNvSpPr/>
                <p:nvPr/>
              </p:nvSpPr>
              <p:spPr>
                <a:xfrm>
                  <a:off x="4193679" y="2459312"/>
                  <a:ext cx="425889" cy="2486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889" h="248695" extrusionOk="0">
                      <a:moveTo>
                        <a:pt x="0" y="0"/>
                      </a:moveTo>
                      <a:lnTo>
                        <a:pt x="425889" y="0"/>
                      </a:lnTo>
                      <a:lnTo>
                        <a:pt x="425889" y="248696"/>
                      </a:lnTo>
                      <a:lnTo>
                        <a:pt x="0" y="248696"/>
                      </a:lnTo>
                      <a:close/>
                    </a:path>
                  </a:pathLst>
                </a:custGeom>
                <a:solidFill>
                  <a:srgbClr val="161D1E">
                    <a:alpha val="1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2" name="Google Shape;1352;p30"/>
                <p:cNvSpPr/>
                <p:nvPr/>
              </p:nvSpPr>
              <p:spPr>
                <a:xfrm>
                  <a:off x="4488798" y="2459312"/>
                  <a:ext cx="87781" cy="216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81" h="216920" extrusionOk="0">
                      <a:moveTo>
                        <a:pt x="0" y="0"/>
                      </a:moveTo>
                      <a:lnTo>
                        <a:pt x="87781" y="0"/>
                      </a:lnTo>
                      <a:lnTo>
                        <a:pt x="87781" y="216921"/>
                      </a:lnTo>
                      <a:lnTo>
                        <a:pt x="0" y="216921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3" name="Google Shape;1353;p30"/>
                <p:cNvSpPr/>
                <p:nvPr/>
              </p:nvSpPr>
              <p:spPr>
                <a:xfrm>
                  <a:off x="4250229" y="2458904"/>
                  <a:ext cx="60151" cy="216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151" h="216920" extrusionOk="0">
                      <a:moveTo>
                        <a:pt x="0" y="0"/>
                      </a:moveTo>
                      <a:lnTo>
                        <a:pt x="60152" y="0"/>
                      </a:lnTo>
                      <a:lnTo>
                        <a:pt x="60152" y="216921"/>
                      </a:lnTo>
                      <a:lnTo>
                        <a:pt x="0" y="216921"/>
                      </a:ln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4" name="Google Shape;1354;p30"/>
                <p:cNvSpPr/>
                <p:nvPr/>
              </p:nvSpPr>
              <p:spPr>
                <a:xfrm>
                  <a:off x="4423412" y="2335916"/>
                  <a:ext cx="153166" cy="123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166" h="123396" extrusionOk="0">
                      <a:moveTo>
                        <a:pt x="0" y="0"/>
                      </a:moveTo>
                      <a:lnTo>
                        <a:pt x="65385" y="123396"/>
                      </a:lnTo>
                      <a:lnTo>
                        <a:pt x="153167" y="123396"/>
                      </a:lnTo>
                      <a:lnTo>
                        <a:pt x="2242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5" name="Google Shape;1355;p30"/>
                <p:cNvSpPr/>
                <p:nvPr/>
              </p:nvSpPr>
              <p:spPr>
                <a:xfrm>
                  <a:off x="4250229" y="2335916"/>
                  <a:ext cx="114356" cy="122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56" h="122988" extrusionOk="0">
                      <a:moveTo>
                        <a:pt x="0" y="122989"/>
                      </a:moveTo>
                      <a:lnTo>
                        <a:pt x="114357" y="0"/>
                      </a:lnTo>
                      <a:lnTo>
                        <a:pt x="60186" y="122989"/>
                      </a:lnTo>
                      <a:lnTo>
                        <a:pt x="0" y="122989"/>
                      </a:ln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6" name="Google Shape;1356;p30"/>
                <p:cNvSpPr/>
                <p:nvPr/>
              </p:nvSpPr>
              <p:spPr>
                <a:xfrm>
                  <a:off x="4177741" y="2448267"/>
                  <a:ext cx="8394" cy="241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94" h="241219" extrusionOk="0">
                      <a:moveTo>
                        <a:pt x="0" y="0"/>
                      </a:moveTo>
                      <a:lnTo>
                        <a:pt x="8394" y="0"/>
                      </a:lnTo>
                      <a:lnTo>
                        <a:pt x="8394" y="241219"/>
                      </a:lnTo>
                      <a:lnTo>
                        <a:pt x="0" y="2412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7" name="Google Shape;1357;p30"/>
                <p:cNvSpPr/>
                <p:nvPr/>
              </p:nvSpPr>
              <p:spPr>
                <a:xfrm>
                  <a:off x="4627351" y="2449660"/>
                  <a:ext cx="8428" cy="241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28" h="241219" extrusionOk="0">
                      <a:moveTo>
                        <a:pt x="0" y="0"/>
                      </a:moveTo>
                      <a:lnTo>
                        <a:pt x="8428" y="0"/>
                      </a:lnTo>
                      <a:lnTo>
                        <a:pt x="8428" y="241219"/>
                      </a:lnTo>
                      <a:lnTo>
                        <a:pt x="0" y="2412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8" name="Google Shape;1358;p30"/>
                <p:cNvSpPr/>
                <p:nvPr/>
              </p:nvSpPr>
              <p:spPr>
                <a:xfrm>
                  <a:off x="4177809" y="2324463"/>
                  <a:ext cx="159657" cy="131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657" h="131858" extrusionOk="0">
                      <a:moveTo>
                        <a:pt x="0" y="125231"/>
                      </a:moveTo>
                      <a:lnTo>
                        <a:pt x="5166" y="131858"/>
                      </a:lnTo>
                      <a:lnTo>
                        <a:pt x="159658" y="10705"/>
                      </a:lnTo>
                      <a:lnTo>
                        <a:pt x="159658" y="0"/>
                      </a:lnTo>
                      <a:lnTo>
                        <a:pt x="0" y="12523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9" name="Google Shape;1359;p30"/>
                <p:cNvSpPr/>
                <p:nvPr/>
              </p:nvSpPr>
              <p:spPr>
                <a:xfrm>
                  <a:off x="4476086" y="2325890"/>
                  <a:ext cx="159623" cy="1318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623" h="131824" extrusionOk="0">
                      <a:moveTo>
                        <a:pt x="159623" y="125231"/>
                      </a:moveTo>
                      <a:lnTo>
                        <a:pt x="154458" y="131824"/>
                      </a:lnTo>
                      <a:lnTo>
                        <a:pt x="0" y="10671"/>
                      </a:lnTo>
                      <a:lnTo>
                        <a:pt x="0" y="0"/>
                      </a:lnTo>
                      <a:lnTo>
                        <a:pt x="159623" y="12523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0" name="Google Shape;1360;p30"/>
                <p:cNvSpPr/>
                <p:nvPr/>
              </p:nvSpPr>
              <p:spPr>
                <a:xfrm>
                  <a:off x="4337398" y="2324089"/>
                  <a:ext cx="138417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17" h="11690" extrusionOk="0">
                      <a:moveTo>
                        <a:pt x="0" y="0"/>
                      </a:moveTo>
                      <a:lnTo>
                        <a:pt x="138417" y="0"/>
                      </a:lnTo>
                      <a:lnTo>
                        <a:pt x="138417" y="11690"/>
                      </a:lnTo>
                      <a:lnTo>
                        <a:pt x="0" y="1169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1" name="Google Shape;1361;p30"/>
                <p:cNvSpPr/>
                <p:nvPr/>
              </p:nvSpPr>
              <p:spPr>
                <a:xfrm>
                  <a:off x="4337398" y="2302169"/>
                  <a:ext cx="138417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17" h="11690" extrusionOk="0">
                      <a:moveTo>
                        <a:pt x="0" y="0"/>
                      </a:moveTo>
                      <a:lnTo>
                        <a:pt x="138417" y="0"/>
                      </a:lnTo>
                      <a:lnTo>
                        <a:pt x="138417" y="11691"/>
                      </a:lnTo>
                      <a:lnTo>
                        <a:pt x="0" y="1169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2" name="Google Shape;1362;p30"/>
                <p:cNvSpPr/>
                <p:nvPr/>
              </p:nvSpPr>
              <p:spPr>
                <a:xfrm>
                  <a:off x="4168463" y="2676233"/>
                  <a:ext cx="472583" cy="439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583" h="43941" extrusionOk="0">
                      <a:moveTo>
                        <a:pt x="0" y="0"/>
                      </a:moveTo>
                      <a:lnTo>
                        <a:pt x="472584" y="0"/>
                      </a:lnTo>
                      <a:lnTo>
                        <a:pt x="472584" y="43942"/>
                      </a:lnTo>
                      <a:lnTo>
                        <a:pt x="0" y="43942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3" name="Google Shape;1363;p30"/>
                <p:cNvSpPr/>
                <p:nvPr/>
              </p:nvSpPr>
              <p:spPr>
                <a:xfrm>
                  <a:off x="4350549" y="2313010"/>
                  <a:ext cx="111162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62" h="11690" extrusionOk="0">
                      <a:moveTo>
                        <a:pt x="0" y="0"/>
                      </a:moveTo>
                      <a:lnTo>
                        <a:pt x="111162" y="0"/>
                      </a:lnTo>
                      <a:lnTo>
                        <a:pt x="111162" y="11691"/>
                      </a:lnTo>
                      <a:lnTo>
                        <a:pt x="0" y="1169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4" name="Google Shape;1364;p30"/>
                <p:cNvSpPr/>
                <p:nvPr/>
              </p:nvSpPr>
              <p:spPr>
                <a:xfrm>
                  <a:off x="4351049" y="2313010"/>
                  <a:ext cx="111162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62" h="11690" extrusionOk="0">
                      <a:moveTo>
                        <a:pt x="0" y="0"/>
                      </a:moveTo>
                      <a:lnTo>
                        <a:pt x="111162" y="0"/>
                      </a:lnTo>
                      <a:lnTo>
                        <a:pt x="111162" y="11691"/>
                      </a:lnTo>
                      <a:lnTo>
                        <a:pt x="0" y="11691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1365" name="Google Shape;1365;p30"/>
              <p:cNvGrpSpPr/>
              <p:nvPr/>
            </p:nvGrpSpPr>
            <p:grpSpPr>
              <a:xfrm flipH="1">
                <a:off x="6590802" y="3914640"/>
                <a:ext cx="328827" cy="429717"/>
                <a:chOff x="5612846" y="2845934"/>
                <a:chExt cx="147423" cy="192655"/>
              </a:xfrm>
            </p:grpSpPr>
            <p:sp>
              <p:nvSpPr>
                <p:cNvPr id="1366" name="Google Shape;1366;p30"/>
                <p:cNvSpPr/>
                <p:nvPr/>
              </p:nvSpPr>
              <p:spPr>
                <a:xfrm>
                  <a:off x="5632183" y="2939050"/>
                  <a:ext cx="108579" cy="75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9" h="75920" extrusionOk="0">
                      <a:moveTo>
                        <a:pt x="68" y="75920"/>
                      </a:moveTo>
                      <a:lnTo>
                        <a:pt x="25454" y="75920"/>
                      </a:lnTo>
                      <a:lnTo>
                        <a:pt x="25454" y="36873"/>
                      </a:lnTo>
                      <a:cubicBezTo>
                        <a:pt x="25454" y="29736"/>
                        <a:pt x="31333" y="23857"/>
                        <a:pt x="38470" y="23857"/>
                      </a:cubicBezTo>
                      <a:lnTo>
                        <a:pt x="70177" y="23857"/>
                      </a:lnTo>
                      <a:cubicBezTo>
                        <a:pt x="77314" y="23857"/>
                        <a:pt x="83193" y="29702"/>
                        <a:pt x="83193" y="36873"/>
                      </a:cubicBezTo>
                      <a:lnTo>
                        <a:pt x="83193" y="75920"/>
                      </a:lnTo>
                      <a:lnTo>
                        <a:pt x="108579" y="75920"/>
                      </a:lnTo>
                      <a:lnTo>
                        <a:pt x="108579" y="24469"/>
                      </a:lnTo>
                      <a:cubicBezTo>
                        <a:pt x="108579" y="11011"/>
                        <a:pt x="97568" y="0"/>
                        <a:pt x="84111" y="0"/>
                      </a:cubicBezTo>
                      <a:lnTo>
                        <a:pt x="24468" y="0"/>
                      </a:lnTo>
                      <a:cubicBezTo>
                        <a:pt x="11011" y="0"/>
                        <a:pt x="0" y="11011"/>
                        <a:pt x="0" y="24469"/>
                      </a:cubicBezTo>
                      <a:lnTo>
                        <a:pt x="0" y="7592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7" name="Google Shape;1367;p30"/>
                <p:cNvSpPr/>
                <p:nvPr/>
              </p:nvSpPr>
              <p:spPr>
                <a:xfrm>
                  <a:off x="5612846" y="3013305"/>
                  <a:ext cx="147423" cy="25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25284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603" y="0"/>
                        <a:pt x="147423" y="2821"/>
                        <a:pt x="147423" y="6321"/>
                      </a:cubicBezTo>
                      <a:lnTo>
                        <a:pt x="147423" y="18963"/>
                      </a:lnTo>
                      <a:cubicBezTo>
                        <a:pt x="147423" y="22430"/>
                        <a:pt x="144603" y="25284"/>
                        <a:pt x="141102" y="25284"/>
                      </a:cubicBezTo>
                      <a:lnTo>
                        <a:pt x="6321" y="25284"/>
                      </a:lnTo>
                      <a:cubicBezTo>
                        <a:pt x="2821" y="25284"/>
                        <a:pt x="0" y="22463"/>
                        <a:pt x="0" y="18963"/>
                      </a:cubicBezTo>
                      <a:lnTo>
                        <a:pt x="0" y="6355"/>
                      </a:lnTo>
                      <a:cubicBezTo>
                        <a:pt x="0" y="2855"/>
                        <a:pt x="2821" y="34"/>
                        <a:pt x="6321" y="3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8" name="Google Shape;1368;p30"/>
                <p:cNvSpPr/>
                <p:nvPr/>
              </p:nvSpPr>
              <p:spPr>
                <a:xfrm>
                  <a:off x="5612846" y="3013305"/>
                  <a:ext cx="147423" cy="11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11316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569" y="0"/>
                        <a:pt x="147423" y="2821"/>
                        <a:pt x="147423" y="6321"/>
                      </a:cubicBezTo>
                      <a:lnTo>
                        <a:pt x="147423" y="11317"/>
                      </a:lnTo>
                      <a:lnTo>
                        <a:pt x="0" y="11317"/>
                      </a:lnTo>
                      <a:lnTo>
                        <a:pt x="0" y="6321"/>
                      </a:lnTo>
                      <a:cubicBezTo>
                        <a:pt x="0" y="2855"/>
                        <a:pt x="2855" y="0"/>
                        <a:pt x="6321" y="0"/>
                      </a:cubicBez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9" name="Google Shape;1369;p30"/>
                <p:cNvSpPr/>
                <p:nvPr/>
              </p:nvSpPr>
              <p:spPr>
                <a:xfrm>
                  <a:off x="5673984" y="2868533"/>
                  <a:ext cx="25148" cy="70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48" h="70517" extrusionOk="0">
                      <a:moveTo>
                        <a:pt x="0" y="0"/>
                      </a:moveTo>
                      <a:lnTo>
                        <a:pt x="25148" y="0"/>
                      </a:lnTo>
                      <a:lnTo>
                        <a:pt x="25148" y="70517"/>
                      </a:lnTo>
                      <a:lnTo>
                        <a:pt x="0" y="70517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70" name="Google Shape;1370;p30"/>
                <p:cNvSpPr/>
                <p:nvPr/>
              </p:nvSpPr>
              <p:spPr>
                <a:xfrm>
                  <a:off x="5665148" y="2845934"/>
                  <a:ext cx="42819" cy="428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19" h="42820" extrusionOk="0">
                      <a:moveTo>
                        <a:pt x="21410" y="42820"/>
                      </a:moveTo>
                      <a:cubicBezTo>
                        <a:pt x="33203" y="42820"/>
                        <a:pt x="42820" y="33203"/>
                        <a:pt x="42820" y="21410"/>
                      </a:cubicBezTo>
                      <a:cubicBezTo>
                        <a:pt x="42820" y="9618"/>
                        <a:pt x="33203" y="0"/>
                        <a:pt x="21410" y="0"/>
                      </a:cubicBezTo>
                      <a:cubicBezTo>
                        <a:pt x="9618" y="0"/>
                        <a:pt x="0" y="9618"/>
                        <a:pt x="0" y="21410"/>
                      </a:cubicBezTo>
                      <a:cubicBezTo>
                        <a:pt x="0" y="33203"/>
                        <a:pt x="9618" y="42820"/>
                        <a:pt x="21410" y="4282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71" name="Google Shape;1371;p30"/>
                <p:cNvSpPr/>
                <p:nvPr/>
              </p:nvSpPr>
              <p:spPr>
                <a:xfrm>
                  <a:off x="5672692" y="2850488"/>
                  <a:ext cx="19405" cy="19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05" h="19438" extrusionOk="0">
                      <a:moveTo>
                        <a:pt x="9686" y="19439"/>
                      </a:moveTo>
                      <a:cubicBezTo>
                        <a:pt x="15055" y="19439"/>
                        <a:pt x="19405" y="15089"/>
                        <a:pt x="19405" y="9719"/>
                      </a:cubicBezTo>
                      <a:cubicBezTo>
                        <a:pt x="19405" y="4350"/>
                        <a:pt x="15055" y="0"/>
                        <a:pt x="9686" y="0"/>
                      </a:cubicBezTo>
                      <a:cubicBezTo>
                        <a:pt x="4316" y="0"/>
                        <a:pt x="0" y="4384"/>
                        <a:pt x="0" y="9719"/>
                      </a:cubicBezTo>
                      <a:cubicBezTo>
                        <a:pt x="0" y="15055"/>
                        <a:pt x="4350" y="19439"/>
                        <a:pt x="9686" y="1943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  <p:sp>
          <p:nvSpPr>
            <p:cNvPr id="1372" name="Google Shape;1372;p30"/>
            <p:cNvSpPr/>
            <p:nvPr/>
          </p:nvSpPr>
          <p:spPr>
            <a:xfrm flipH="1">
              <a:off x="9189886" y="4417130"/>
              <a:ext cx="345880" cy="718513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3" name="Google Shape;1373;p30"/>
            <p:cNvSpPr/>
            <p:nvPr/>
          </p:nvSpPr>
          <p:spPr>
            <a:xfrm flipH="1">
              <a:off x="7950907" y="4417130"/>
              <a:ext cx="345880" cy="718513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4" name="Google Shape;1374;p30"/>
            <p:cNvSpPr/>
            <p:nvPr/>
          </p:nvSpPr>
          <p:spPr>
            <a:xfrm flipH="1">
              <a:off x="8570359" y="4422664"/>
              <a:ext cx="345880" cy="718513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375" name="Google Shape;1375;p30"/>
            <p:cNvGrpSpPr/>
            <p:nvPr/>
          </p:nvGrpSpPr>
          <p:grpSpPr>
            <a:xfrm flipH="1">
              <a:off x="7133162" y="4525117"/>
              <a:ext cx="501352" cy="617327"/>
              <a:chOff x="5292342" y="3091129"/>
              <a:chExt cx="224771" cy="276766"/>
            </a:xfrm>
          </p:grpSpPr>
          <p:sp>
            <p:nvSpPr>
              <p:cNvPr id="1376" name="Google Shape;1376;p30"/>
              <p:cNvSpPr/>
              <p:nvPr/>
            </p:nvSpPr>
            <p:spPr>
              <a:xfrm>
                <a:off x="5378390" y="3254253"/>
                <a:ext cx="44247" cy="113642"/>
              </a:xfrm>
              <a:custGeom>
                <a:avLst/>
                <a:gdLst/>
                <a:ahLst/>
                <a:cxnLst/>
                <a:rect l="l" t="t" r="r" b="b"/>
                <a:pathLst>
                  <a:path w="44247" h="113642" extrusionOk="0">
                    <a:moveTo>
                      <a:pt x="0" y="0"/>
                    </a:moveTo>
                    <a:lnTo>
                      <a:pt x="44247" y="0"/>
                    </a:lnTo>
                    <a:lnTo>
                      <a:pt x="44247" y="113643"/>
                    </a:lnTo>
                    <a:lnTo>
                      <a:pt x="0" y="11364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77" name="Google Shape;1377;p30"/>
              <p:cNvSpPr/>
              <p:nvPr/>
            </p:nvSpPr>
            <p:spPr>
              <a:xfrm>
                <a:off x="5292342" y="3091129"/>
                <a:ext cx="224771" cy="224770"/>
              </a:xfrm>
              <a:custGeom>
                <a:avLst/>
                <a:gdLst/>
                <a:ahLst/>
                <a:cxnLst/>
                <a:rect l="l" t="t" r="r" b="b"/>
                <a:pathLst>
                  <a:path w="224771" h="224770" extrusionOk="0">
                    <a:moveTo>
                      <a:pt x="112385" y="224771"/>
                    </a:moveTo>
                    <a:cubicBezTo>
                      <a:pt x="174271" y="224771"/>
                      <a:pt x="224771" y="174305"/>
                      <a:pt x="224771" y="112386"/>
                    </a:cubicBezTo>
                    <a:cubicBezTo>
                      <a:pt x="224771" y="50466"/>
                      <a:pt x="174305" y="0"/>
                      <a:pt x="112385" y="0"/>
                    </a:cubicBezTo>
                    <a:cubicBezTo>
                      <a:pt x="50466" y="0"/>
                      <a:pt x="0" y="50500"/>
                      <a:pt x="0" y="112386"/>
                    </a:cubicBezTo>
                    <a:cubicBezTo>
                      <a:pt x="0" y="174271"/>
                      <a:pt x="50466" y="224771"/>
                      <a:pt x="112385" y="22477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78" name="Google Shape;1378;p30"/>
              <p:cNvSpPr/>
              <p:nvPr/>
            </p:nvSpPr>
            <p:spPr>
              <a:xfrm>
                <a:off x="5310116" y="3108903"/>
                <a:ext cx="189189" cy="189223"/>
              </a:xfrm>
              <a:custGeom>
                <a:avLst/>
                <a:gdLst/>
                <a:ahLst/>
                <a:cxnLst/>
                <a:rect l="l" t="t" r="r" b="b"/>
                <a:pathLst>
                  <a:path w="189189" h="189223" extrusionOk="0">
                    <a:moveTo>
                      <a:pt x="94612" y="189224"/>
                    </a:moveTo>
                    <a:cubicBezTo>
                      <a:pt x="146710" y="189224"/>
                      <a:pt x="189190" y="146744"/>
                      <a:pt x="189190" y="94612"/>
                    </a:cubicBezTo>
                    <a:cubicBezTo>
                      <a:pt x="189190" y="42480"/>
                      <a:pt x="146710" y="0"/>
                      <a:pt x="94612" y="0"/>
                    </a:cubicBezTo>
                    <a:cubicBezTo>
                      <a:pt x="42514" y="0"/>
                      <a:pt x="0" y="42514"/>
                      <a:pt x="0" y="94612"/>
                    </a:cubicBezTo>
                    <a:cubicBezTo>
                      <a:pt x="0" y="146709"/>
                      <a:pt x="42480" y="189224"/>
                      <a:pt x="94612" y="18922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79" name="Google Shape;1379;p30"/>
              <p:cNvSpPr/>
              <p:nvPr/>
            </p:nvSpPr>
            <p:spPr>
              <a:xfrm>
                <a:off x="5310116" y="3108937"/>
                <a:ext cx="189189" cy="98180"/>
              </a:xfrm>
              <a:custGeom>
                <a:avLst/>
                <a:gdLst/>
                <a:ahLst/>
                <a:cxnLst/>
                <a:rect l="l" t="t" r="r" b="b"/>
                <a:pathLst>
                  <a:path w="189189" h="98180" extrusionOk="0">
                    <a:moveTo>
                      <a:pt x="94578" y="0"/>
                    </a:moveTo>
                    <a:cubicBezTo>
                      <a:pt x="146845" y="0"/>
                      <a:pt x="189190" y="42378"/>
                      <a:pt x="189190" y="94612"/>
                    </a:cubicBezTo>
                    <a:cubicBezTo>
                      <a:pt x="189190" y="95801"/>
                      <a:pt x="189190" y="96991"/>
                      <a:pt x="189122" y="98180"/>
                    </a:cubicBezTo>
                    <a:lnTo>
                      <a:pt x="68" y="98180"/>
                    </a:lnTo>
                    <a:cubicBezTo>
                      <a:pt x="68" y="96991"/>
                      <a:pt x="0" y="95801"/>
                      <a:pt x="0" y="94612"/>
                    </a:cubicBezTo>
                    <a:cubicBezTo>
                      <a:pt x="0" y="42378"/>
                      <a:pt x="42378" y="0"/>
                      <a:pt x="9461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80" name="Google Shape;1380;p30"/>
              <p:cNvSpPr/>
              <p:nvPr/>
            </p:nvSpPr>
            <p:spPr>
              <a:xfrm>
                <a:off x="5402893" y="3125521"/>
                <a:ext cx="97853" cy="80440"/>
              </a:xfrm>
              <a:custGeom>
                <a:avLst/>
                <a:gdLst/>
                <a:ahLst/>
                <a:cxnLst/>
                <a:rect l="l" t="t" r="r" b="b"/>
                <a:pathLst>
                  <a:path w="97853" h="80440" extrusionOk="0">
                    <a:moveTo>
                      <a:pt x="88902" y="38810"/>
                    </a:moveTo>
                    <a:cubicBezTo>
                      <a:pt x="95223" y="52302"/>
                      <a:pt x="98078" y="66507"/>
                      <a:pt x="97840" y="80440"/>
                    </a:cubicBezTo>
                    <a:lnTo>
                      <a:pt x="0" y="80440"/>
                    </a:lnTo>
                    <a:lnTo>
                      <a:pt x="55428" y="0"/>
                    </a:lnTo>
                    <a:cubicBezTo>
                      <a:pt x="69497" y="9278"/>
                      <a:pt x="81256" y="22429"/>
                      <a:pt x="88902" y="3877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81" name="Google Shape;1381;p30"/>
              <p:cNvSpPr/>
              <p:nvPr/>
            </p:nvSpPr>
            <p:spPr>
              <a:xfrm>
                <a:off x="5362485" y="3109487"/>
                <a:ext cx="90873" cy="98173"/>
              </a:xfrm>
              <a:custGeom>
                <a:avLst/>
                <a:gdLst/>
                <a:ahLst/>
                <a:cxnLst/>
                <a:rect l="l" t="t" r="r" b="b"/>
                <a:pathLst>
                  <a:path w="90873" h="98173" extrusionOk="0">
                    <a:moveTo>
                      <a:pt x="50228" y="299"/>
                    </a:moveTo>
                    <a:cubicBezTo>
                      <a:pt x="65080" y="1455"/>
                      <a:pt x="78877" y="6008"/>
                      <a:pt x="90874" y="13111"/>
                    </a:cubicBezTo>
                    <a:lnTo>
                      <a:pt x="42548" y="98173"/>
                    </a:lnTo>
                    <a:lnTo>
                      <a:pt x="0" y="10257"/>
                    </a:lnTo>
                    <a:cubicBezTo>
                      <a:pt x="15055" y="2610"/>
                      <a:pt x="32217" y="-1128"/>
                      <a:pt x="50228" y="29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82" name="Google Shape;1382;p30"/>
              <p:cNvSpPr/>
              <p:nvPr/>
            </p:nvSpPr>
            <p:spPr>
              <a:xfrm>
                <a:off x="5311712" y="3126507"/>
                <a:ext cx="97738" cy="81629"/>
              </a:xfrm>
              <a:custGeom>
                <a:avLst/>
                <a:gdLst/>
                <a:ahLst/>
                <a:cxnLst/>
                <a:rect l="l" t="t" r="r" b="b"/>
                <a:pathLst>
                  <a:path w="97738" h="81629" extrusionOk="0">
                    <a:moveTo>
                      <a:pt x="11657" y="31775"/>
                    </a:moveTo>
                    <a:cubicBezTo>
                      <a:pt x="18862" y="18725"/>
                      <a:pt x="28649" y="8054"/>
                      <a:pt x="40068" y="0"/>
                    </a:cubicBezTo>
                    <a:lnTo>
                      <a:pt x="97739" y="79047"/>
                    </a:lnTo>
                    <a:lnTo>
                      <a:pt x="103" y="81630"/>
                    </a:lnTo>
                    <a:cubicBezTo>
                      <a:pt x="-679" y="64808"/>
                      <a:pt x="2991" y="47578"/>
                      <a:pt x="11691" y="3174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383" name="Google Shape;1383;p30"/>
              <p:cNvGrpSpPr/>
              <p:nvPr/>
            </p:nvGrpSpPr>
            <p:grpSpPr>
              <a:xfrm>
                <a:off x="5361045" y="3146273"/>
                <a:ext cx="64409" cy="79667"/>
                <a:chOff x="5361045" y="3146273"/>
                <a:chExt cx="64409" cy="79667"/>
              </a:xfrm>
            </p:grpSpPr>
            <p:sp>
              <p:nvSpPr>
                <p:cNvPr id="1384" name="Google Shape;1384;p30"/>
                <p:cNvSpPr/>
                <p:nvPr/>
              </p:nvSpPr>
              <p:spPr>
                <a:xfrm>
                  <a:off x="5382608" y="3183094"/>
                  <a:ext cx="42846" cy="42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46" h="42846" extrusionOk="0">
                      <a:moveTo>
                        <a:pt x="17328" y="404"/>
                      </a:moveTo>
                      <a:cubicBezTo>
                        <a:pt x="28951" y="-1873"/>
                        <a:pt x="40166" y="5705"/>
                        <a:pt x="42442" y="17328"/>
                      </a:cubicBezTo>
                      <a:cubicBezTo>
                        <a:pt x="44719" y="28951"/>
                        <a:pt x="37141" y="40199"/>
                        <a:pt x="25518" y="42442"/>
                      </a:cubicBezTo>
                      <a:cubicBezTo>
                        <a:pt x="13896" y="44719"/>
                        <a:pt x="2647" y="37141"/>
                        <a:pt x="404" y="25518"/>
                      </a:cubicBezTo>
                      <a:cubicBezTo>
                        <a:pt x="-1873" y="13930"/>
                        <a:pt x="5706" y="2681"/>
                        <a:pt x="17328" y="43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85" name="Google Shape;1385;p30"/>
                <p:cNvSpPr/>
                <p:nvPr/>
              </p:nvSpPr>
              <p:spPr>
                <a:xfrm>
                  <a:off x="5361045" y="3146273"/>
                  <a:ext cx="43376" cy="543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76" h="54353" extrusionOk="0">
                      <a:moveTo>
                        <a:pt x="30327" y="54353"/>
                      </a:moveTo>
                      <a:lnTo>
                        <a:pt x="43376" y="45348"/>
                      </a:lnTo>
                      <a:lnTo>
                        <a:pt x="14456" y="3411"/>
                      </a:lnTo>
                      <a:cubicBezTo>
                        <a:pt x="11975" y="-191"/>
                        <a:pt x="6980" y="-1075"/>
                        <a:pt x="3411" y="1406"/>
                      </a:cubicBezTo>
                      <a:lnTo>
                        <a:pt x="3411" y="1406"/>
                      </a:lnTo>
                      <a:cubicBezTo>
                        <a:pt x="-191" y="3853"/>
                        <a:pt x="-1075" y="8815"/>
                        <a:pt x="1406" y="12451"/>
                      </a:cubicBezTo>
                      <a:lnTo>
                        <a:pt x="30361" y="54353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</p:grpSp>
      <p:grpSp>
        <p:nvGrpSpPr>
          <p:cNvPr id="1386" name="Google Shape;1386;p30"/>
          <p:cNvGrpSpPr/>
          <p:nvPr/>
        </p:nvGrpSpPr>
        <p:grpSpPr>
          <a:xfrm>
            <a:off x="944190" y="-76097"/>
            <a:ext cx="1392653" cy="3806820"/>
            <a:chOff x="7569444" y="2914051"/>
            <a:chExt cx="456473" cy="1247769"/>
          </a:xfrm>
        </p:grpSpPr>
        <p:sp>
          <p:nvSpPr>
            <p:cNvPr id="1387" name="Google Shape;1387;p30"/>
            <p:cNvSpPr/>
            <p:nvPr/>
          </p:nvSpPr>
          <p:spPr>
            <a:xfrm>
              <a:off x="7774605" y="2946357"/>
              <a:ext cx="43737" cy="824553"/>
            </a:xfrm>
            <a:custGeom>
              <a:avLst/>
              <a:gdLst/>
              <a:ahLst/>
              <a:cxnLst/>
              <a:rect l="l" t="t" r="r" b="b"/>
              <a:pathLst>
                <a:path w="43737" h="349017" extrusionOk="0">
                  <a:moveTo>
                    <a:pt x="0" y="0"/>
                  </a:moveTo>
                  <a:lnTo>
                    <a:pt x="43738" y="0"/>
                  </a:lnTo>
                  <a:lnTo>
                    <a:pt x="43738" y="349017"/>
                  </a:lnTo>
                  <a:lnTo>
                    <a:pt x="0" y="34901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88" name="Google Shape;1388;p30"/>
            <p:cNvSpPr/>
            <p:nvPr/>
          </p:nvSpPr>
          <p:spPr>
            <a:xfrm>
              <a:off x="7705754" y="2914051"/>
              <a:ext cx="181440" cy="72386"/>
            </a:xfrm>
            <a:custGeom>
              <a:avLst/>
              <a:gdLst/>
              <a:ahLst/>
              <a:cxnLst/>
              <a:rect l="l" t="t" r="r" b="b"/>
              <a:pathLst>
                <a:path w="181440" h="72386" extrusionOk="0">
                  <a:moveTo>
                    <a:pt x="36193" y="0"/>
                  </a:moveTo>
                  <a:lnTo>
                    <a:pt x="145248" y="0"/>
                  </a:lnTo>
                  <a:cubicBezTo>
                    <a:pt x="165162" y="0"/>
                    <a:pt x="181441" y="16278"/>
                    <a:pt x="181441" y="36193"/>
                  </a:cubicBezTo>
                  <a:lnTo>
                    <a:pt x="181441" y="36193"/>
                  </a:lnTo>
                  <a:cubicBezTo>
                    <a:pt x="181441" y="56108"/>
                    <a:pt x="165162" y="72386"/>
                    <a:pt x="145248" y="72386"/>
                  </a:cubicBezTo>
                  <a:lnTo>
                    <a:pt x="36193" y="72386"/>
                  </a:lnTo>
                  <a:cubicBezTo>
                    <a:pt x="16279" y="72386"/>
                    <a:pt x="0" y="56108"/>
                    <a:pt x="0" y="36193"/>
                  </a:cubicBezTo>
                  <a:lnTo>
                    <a:pt x="0" y="36193"/>
                  </a:lnTo>
                  <a:cubicBezTo>
                    <a:pt x="0" y="16278"/>
                    <a:pt x="16279" y="0"/>
                    <a:pt x="36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89" name="Google Shape;1389;p30"/>
            <p:cNvSpPr/>
            <p:nvPr/>
          </p:nvSpPr>
          <p:spPr>
            <a:xfrm>
              <a:off x="7735761" y="3795302"/>
              <a:ext cx="122717" cy="69735"/>
            </a:xfrm>
            <a:custGeom>
              <a:avLst/>
              <a:gdLst/>
              <a:ahLst/>
              <a:cxnLst/>
              <a:rect l="l" t="t" r="r" b="b"/>
              <a:pathLst>
                <a:path w="122717" h="69735" extrusionOk="0">
                  <a:moveTo>
                    <a:pt x="0" y="69736"/>
                  </a:moveTo>
                  <a:lnTo>
                    <a:pt x="122717" y="69736"/>
                  </a:lnTo>
                  <a:lnTo>
                    <a:pt x="122717" y="9924"/>
                  </a:lnTo>
                  <a:cubicBezTo>
                    <a:pt x="122717" y="4452"/>
                    <a:pt x="118231" y="0"/>
                    <a:pt x="112794" y="0"/>
                  </a:cubicBezTo>
                  <a:lnTo>
                    <a:pt x="9924" y="0"/>
                  </a:lnTo>
                  <a:cubicBezTo>
                    <a:pt x="4452" y="0"/>
                    <a:pt x="0" y="4486"/>
                    <a:pt x="0" y="9924"/>
                  </a:cubicBezTo>
                  <a:lnTo>
                    <a:pt x="0" y="697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0" name="Google Shape;1390;p30"/>
            <p:cNvSpPr/>
            <p:nvPr/>
          </p:nvSpPr>
          <p:spPr>
            <a:xfrm>
              <a:off x="7735897" y="3795268"/>
              <a:ext cx="122444" cy="8292"/>
            </a:xfrm>
            <a:custGeom>
              <a:avLst/>
              <a:gdLst/>
              <a:ahLst/>
              <a:cxnLst/>
              <a:rect l="l" t="t" r="r" b="b"/>
              <a:pathLst>
                <a:path w="122444" h="8292" extrusionOk="0">
                  <a:moveTo>
                    <a:pt x="122445" y="8292"/>
                  </a:moveTo>
                  <a:cubicBezTo>
                    <a:pt x="121663" y="3603"/>
                    <a:pt x="117551" y="0"/>
                    <a:pt x="112658" y="0"/>
                  </a:cubicBezTo>
                  <a:lnTo>
                    <a:pt x="9788" y="0"/>
                  </a:lnTo>
                  <a:cubicBezTo>
                    <a:pt x="4894" y="0"/>
                    <a:pt x="782" y="3603"/>
                    <a:pt x="0" y="8292"/>
                  </a:cubicBezTo>
                  <a:lnTo>
                    <a:pt x="122445" y="82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1" name="Google Shape;1391;p30"/>
            <p:cNvSpPr/>
            <p:nvPr/>
          </p:nvSpPr>
          <p:spPr>
            <a:xfrm>
              <a:off x="7761249" y="3757172"/>
              <a:ext cx="71740" cy="39727"/>
            </a:xfrm>
            <a:custGeom>
              <a:avLst/>
              <a:gdLst/>
              <a:ahLst/>
              <a:cxnLst/>
              <a:rect l="l" t="t" r="r" b="b"/>
              <a:pathLst>
                <a:path w="71740" h="39727" extrusionOk="0">
                  <a:moveTo>
                    <a:pt x="0" y="39727"/>
                  </a:moveTo>
                  <a:lnTo>
                    <a:pt x="71741" y="39727"/>
                  </a:lnTo>
                  <a:lnTo>
                    <a:pt x="71741" y="9923"/>
                  </a:lnTo>
                  <a:cubicBezTo>
                    <a:pt x="71741" y="4452"/>
                    <a:pt x="67289" y="0"/>
                    <a:pt x="61818" y="0"/>
                  </a:cubicBezTo>
                  <a:lnTo>
                    <a:pt x="9958" y="0"/>
                  </a:lnTo>
                  <a:cubicBezTo>
                    <a:pt x="4486" y="0"/>
                    <a:pt x="34" y="4452"/>
                    <a:pt x="34" y="9923"/>
                  </a:cubicBezTo>
                  <a:lnTo>
                    <a:pt x="34" y="397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2" name="Google Shape;1392;p30"/>
            <p:cNvSpPr/>
            <p:nvPr/>
          </p:nvSpPr>
          <p:spPr>
            <a:xfrm>
              <a:off x="7761556" y="3757138"/>
              <a:ext cx="71196" cy="7646"/>
            </a:xfrm>
            <a:custGeom>
              <a:avLst/>
              <a:gdLst/>
              <a:ahLst/>
              <a:cxnLst/>
              <a:rect l="l" t="t" r="r" b="b"/>
              <a:pathLst>
                <a:path w="71196" h="7646" extrusionOk="0">
                  <a:moveTo>
                    <a:pt x="71163" y="7646"/>
                  </a:moveTo>
                  <a:cubicBezTo>
                    <a:pt x="70110" y="3262"/>
                    <a:pt x="66167" y="0"/>
                    <a:pt x="61512" y="0"/>
                  </a:cubicBezTo>
                  <a:lnTo>
                    <a:pt x="9652" y="0"/>
                  </a:lnTo>
                  <a:cubicBezTo>
                    <a:pt x="4996" y="0"/>
                    <a:pt x="1020" y="3262"/>
                    <a:pt x="0" y="7646"/>
                  </a:cubicBezTo>
                  <a:lnTo>
                    <a:pt x="71197" y="76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3" name="Google Shape;1393;p30"/>
            <p:cNvSpPr/>
            <p:nvPr/>
          </p:nvSpPr>
          <p:spPr>
            <a:xfrm>
              <a:off x="7578755" y="3861231"/>
              <a:ext cx="171280" cy="178790"/>
            </a:xfrm>
            <a:custGeom>
              <a:avLst/>
              <a:gdLst/>
              <a:ahLst/>
              <a:cxnLst/>
              <a:rect l="l" t="t" r="r" b="b"/>
              <a:pathLst>
                <a:path w="171280" h="178790" extrusionOk="0">
                  <a:moveTo>
                    <a:pt x="112216" y="0"/>
                  </a:moveTo>
                  <a:lnTo>
                    <a:pt x="171281" y="54850"/>
                  </a:lnTo>
                  <a:lnTo>
                    <a:pt x="28750" y="178791"/>
                  </a:lnTo>
                  <a:lnTo>
                    <a:pt x="0" y="152079"/>
                  </a:lnTo>
                  <a:lnTo>
                    <a:pt x="112250" y="0"/>
                  </a:lnTo>
                  <a:lnTo>
                    <a:pt x="112250" y="0"/>
                  </a:lnTo>
                  <a:close/>
                  <a:moveTo>
                    <a:pt x="108410" y="63312"/>
                  </a:moveTo>
                  <a:cubicBezTo>
                    <a:pt x="105419" y="60458"/>
                    <a:pt x="100593" y="60594"/>
                    <a:pt x="97738" y="63584"/>
                  </a:cubicBezTo>
                  <a:lnTo>
                    <a:pt x="51996" y="111910"/>
                  </a:lnTo>
                  <a:cubicBezTo>
                    <a:pt x="49141" y="114900"/>
                    <a:pt x="49277" y="119726"/>
                    <a:pt x="52302" y="122581"/>
                  </a:cubicBezTo>
                  <a:lnTo>
                    <a:pt x="52302" y="122581"/>
                  </a:lnTo>
                  <a:cubicBezTo>
                    <a:pt x="55326" y="125436"/>
                    <a:pt x="60119" y="125300"/>
                    <a:pt x="62973" y="122309"/>
                  </a:cubicBezTo>
                  <a:lnTo>
                    <a:pt x="108715" y="73984"/>
                  </a:lnTo>
                  <a:cubicBezTo>
                    <a:pt x="111570" y="70959"/>
                    <a:pt x="111434" y="66167"/>
                    <a:pt x="108444" y="63312"/>
                  </a:cubicBezTo>
                  <a:lnTo>
                    <a:pt x="108444" y="633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4" name="Google Shape;1394;p30"/>
            <p:cNvSpPr/>
            <p:nvPr/>
          </p:nvSpPr>
          <p:spPr>
            <a:xfrm>
              <a:off x="7845327" y="3860042"/>
              <a:ext cx="171279" cy="178824"/>
            </a:xfrm>
            <a:custGeom>
              <a:avLst/>
              <a:gdLst/>
              <a:ahLst/>
              <a:cxnLst/>
              <a:rect l="l" t="t" r="r" b="b"/>
              <a:pathLst>
                <a:path w="171279" h="178824" extrusionOk="0">
                  <a:moveTo>
                    <a:pt x="59064" y="0"/>
                  </a:moveTo>
                  <a:lnTo>
                    <a:pt x="0" y="54850"/>
                  </a:lnTo>
                  <a:lnTo>
                    <a:pt x="142529" y="178825"/>
                  </a:lnTo>
                  <a:lnTo>
                    <a:pt x="171280" y="152113"/>
                  </a:lnTo>
                  <a:lnTo>
                    <a:pt x="59030" y="34"/>
                  </a:lnTo>
                  <a:lnTo>
                    <a:pt x="59030" y="34"/>
                  </a:lnTo>
                  <a:close/>
                  <a:moveTo>
                    <a:pt x="62871" y="63312"/>
                  </a:moveTo>
                  <a:cubicBezTo>
                    <a:pt x="65895" y="60458"/>
                    <a:pt x="70686" y="60594"/>
                    <a:pt x="73541" y="63584"/>
                  </a:cubicBezTo>
                  <a:lnTo>
                    <a:pt x="119284" y="111910"/>
                  </a:lnTo>
                  <a:cubicBezTo>
                    <a:pt x="122139" y="114934"/>
                    <a:pt x="122003" y="119726"/>
                    <a:pt x="119012" y="122581"/>
                  </a:cubicBezTo>
                  <a:lnTo>
                    <a:pt x="119012" y="122581"/>
                  </a:lnTo>
                  <a:cubicBezTo>
                    <a:pt x="115987" y="125435"/>
                    <a:pt x="111196" y="125300"/>
                    <a:pt x="108341" y="122309"/>
                  </a:cubicBezTo>
                  <a:lnTo>
                    <a:pt x="62599" y="73983"/>
                  </a:lnTo>
                  <a:cubicBezTo>
                    <a:pt x="59744" y="70959"/>
                    <a:pt x="59880" y="66167"/>
                    <a:pt x="62904" y="63312"/>
                  </a:cubicBezTo>
                  <a:lnTo>
                    <a:pt x="62904" y="633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5" name="Google Shape;1395;p30"/>
            <p:cNvSpPr/>
            <p:nvPr/>
          </p:nvSpPr>
          <p:spPr>
            <a:xfrm>
              <a:off x="7679538" y="3848961"/>
              <a:ext cx="80741" cy="80717"/>
            </a:xfrm>
            <a:custGeom>
              <a:avLst/>
              <a:gdLst/>
              <a:ahLst/>
              <a:cxnLst/>
              <a:rect l="l" t="t" r="r" b="b"/>
              <a:pathLst>
                <a:path w="80741" h="80717" extrusionOk="0">
                  <a:moveTo>
                    <a:pt x="12928" y="69942"/>
                  </a:moveTo>
                  <a:cubicBezTo>
                    <a:pt x="29241" y="85099"/>
                    <a:pt x="54797" y="84147"/>
                    <a:pt x="69953" y="67835"/>
                  </a:cubicBezTo>
                  <a:cubicBezTo>
                    <a:pt x="85110" y="51488"/>
                    <a:pt x="84193" y="25966"/>
                    <a:pt x="67847" y="10775"/>
                  </a:cubicBezTo>
                  <a:cubicBezTo>
                    <a:pt x="51534" y="-4382"/>
                    <a:pt x="25978" y="-3430"/>
                    <a:pt x="10787" y="12882"/>
                  </a:cubicBezTo>
                  <a:cubicBezTo>
                    <a:pt x="-4369" y="29229"/>
                    <a:pt x="-3452" y="54751"/>
                    <a:pt x="12894" y="6994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6" name="Google Shape;1396;p30"/>
            <p:cNvSpPr/>
            <p:nvPr/>
          </p:nvSpPr>
          <p:spPr>
            <a:xfrm>
              <a:off x="7835027" y="3847805"/>
              <a:ext cx="80683" cy="80683"/>
            </a:xfrm>
            <a:custGeom>
              <a:avLst/>
              <a:gdLst/>
              <a:ahLst/>
              <a:cxnLst/>
              <a:rect l="l" t="t" r="r" b="b"/>
              <a:pathLst>
                <a:path w="80683" h="80683" extrusionOk="0">
                  <a:moveTo>
                    <a:pt x="67835" y="69908"/>
                  </a:moveTo>
                  <a:cubicBezTo>
                    <a:pt x="51488" y="85065"/>
                    <a:pt x="25966" y="84113"/>
                    <a:pt x="10775" y="67801"/>
                  </a:cubicBezTo>
                  <a:cubicBezTo>
                    <a:pt x="-4382" y="51488"/>
                    <a:pt x="-3430" y="25932"/>
                    <a:pt x="12882" y="10775"/>
                  </a:cubicBezTo>
                  <a:cubicBezTo>
                    <a:pt x="29194" y="-4381"/>
                    <a:pt x="54751" y="-3430"/>
                    <a:pt x="69907" y="12882"/>
                  </a:cubicBezTo>
                  <a:cubicBezTo>
                    <a:pt x="85065" y="29229"/>
                    <a:pt x="84113" y="54751"/>
                    <a:pt x="67801" y="6994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7" name="Google Shape;1397;p30"/>
            <p:cNvSpPr/>
            <p:nvPr/>
          </p:nvSpPr>
          <p:spPr>
            <a:xfrm>
              <a:off x="7577226" y="3998731"/>
              <a:ext cx="139844" cy="148884"/>
            </a:xfrm>
            <a:custGeom>
              <a:avLst/>
              <a:gdLst/>
              <a:ahLst/>
              <a:cxnLst/>
              <a:rect l="l" t="t" r="r" b="b"/>
              <a:pathLst>
                <a:path w="139844" h="148884" extrusionOk="0">
                  <a:moveTo>
                    <a:pt x="0" y="43874"/>
                  </a:moveTo>
                  <a:lnTo>
                    <a:pt x="50025" y="0"/>
                  </a:lnTo>
                  <a:lnTo>
                    <a:pt x="139844" y="127509"/>
                  </a:lnTo>
                  <a:lnTo>
                    <a:pt x="115478" y="148885"/>
                  </a:lnTo>
                  <a:lnTo>
                    <a:pt x="0" y="43874"/>
                  </a:lnTo>
                  <a:lnTo>
                    <a:pt x="0" y="43874"/>
                  </a:lnTo>
                  <a:close/>
                  <a:moveTo>
                    <a:pt x="94917" y="101884"/>
                  </a:moveTo>
                  <a:lnTo>
                    <a:pt x="94917" y="101884"/>
                  </a:lnTo>
                  <a:cubicBezTo>
                    <a:pt x="97500" y="99709"/>
                    <a:pt x="97772" y="95802"/>
                    <a:pt x="95564" y="93253"/>
                  </a:cubicBezTo>
                  <a:lnTo>
                    <a:pt x="60322" y="52234"/>
                  </a:lnTo>
                  <a:cubicBezTo>
                    <a:pt x="58113" y="49685"/>
                    <a:pt x="54239" y="49379"/>
                    <a:pt x="51656" y="51588"/>
                  </a:cubicBezTo>
                  <a:lnTo>
                    <a:pt x="51656" y="51588"/>
                  </a:lnTo>
                  <a:cubicBezTo>
                    <a:pt x="49107" y="53797"/>
                    <a:pt x="48802" y="57671"/>
                    <a:pt x="51010" y="60220"/>
                  </a:cubicBezTo>
                  <a:lnTo>
                    <a:pt x="86252" y="101239"/>
                  </a:lnTo>
                  <a:cubicBezTo>
                    <a:pt x="88427" y="103788"/>
                    <a:pt x="92335" y="104093"/>
                    <a:pt x="94883" y="1018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8" name="Google Shape;1398;p30"/>
            <p:cNvSpPr/>
            <p:nvPr/>
          </p:nvSpPr>
          <p:spPr>
            <a:xfrm>
              <a:off x="7878257" y="3997576"/>
              <a:ext cx="139844" cy="148884"/>
            </a:xfrm>
            <a:custGeom>
              <a:avLst/>
              <a:gdLst/>
              <a:ahLst/>
              <a:cxnLst/>
              <a:rect l="l" t="t" r="r" b="b"/>
              <a:pathLst>
                <a:path w="139844" h="148884" extrusionOk="0">
                  <a:moveTo>
                    <a:pt x="139844" y="43874"/>
                  </a:moveTo>
                  <a:lnTo>
                    <a:pt x="89820" y="0"/>
                  </a:lnTo>
                  <a:lnTo>
                    <a:pt x="0" y="127509"/>
                  </a:lnTo>
                  <a:lnTo>
                    <a:pt x="24366" y="148884"/>
                  </a:lnTo>
                  <a:lnTo>
                    <a:pt x="139844" y="43874"/>
                  </a:lnTo>
                  <a:lnTo>
                    <a:pt x="139844" y="43874"/>
                  </a:lnTo>
                  <a:close/>
                  <a:moveTo>
                    <a:pt x="44927" y="101884"/>
                  </a:moveTo>
                  <a:lnTo>
                    <a:pt x="44927" y="101884"/>
                  </a:lnTo>
                  <a:cubicBezTo>
                    <a:pt x="42378" y="99709"/>
                    <a:pt x="42072" y="95801"/>
                    <a:pt x="44281" y="93252"/>
                  </a:cubicBezTo>
                  <a:lnTo>
                    <a:pt x="79523" y="52268"/>
                  </a:lnTo>
                  <a:cubicBezTo>
                    <a:pt x="81732" y="49685"/>
                    <a:pt x="85606" y="49413"/>
                    <a:pt x="88155" y="51622"/>
                  </a:cubicBezTo>
                  <a:lnTo>
                    <a:pt x="88155" y="51622"/>
                  </a:lnTo>
                  <a:cubicBezTo>
                    <a:pt x="90703" y="53831"/>
                    <a:pt x="91010" y="57705"/>
                    <a:pt x="88800" y="60254"/>
                  </a:cubicBezTo>
                  <a:lnTo>
                    <a:pt x="53559" y="101273"/>
                  </a:lnTo>
                  <a:cubicBezTo>
                    <a:pt x="51350" y="103821"/>
                    <a:pt x="47476" y="104127"/>
                    <a:pt x="44893" y="1019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9" name="Google Shape;1399;p30"/>
            <p:cNvSpPr/>
            <p:nvPr/>
          </p:nvSpPr>
          <p:spPr>
            <a:xfrm>
              <a:off x="7569444" y="3987823"/>
              <a:ext cx="66646" cy="66675"/>
            </a:xfrm>
            <a:custGeom>
              <a:avLst/>
              <a:gdLst/>
              <a:ahLst/>
              <a:cxnLst/>
              <a:rect l="l" t="t" r="r" b="b"/>
              <a:pathLst>
                <a:path w="66646" h="66675" extrusionOk="0">
                  <a:moveTo>
                    <a:pt x="55291" y="58384"/>
                  </a:moveTo>
                  <a:cubicBezTo>
                    <a:pt x="69123" y="46252"/>
                    <a:pt x="70516" y="25182"/>
                    <a:pt x="58384" y="11350"/>
                  </a:cubicBezTo>
                  <a:cubicBezTo>
                    <a:pt x="46252" y="-2482"/>
                    <a:pt x="25182" y="-3875"/>
                    <a:pt x="11350" y="8291"/>
                  </a:cubicBezTo>
                  <a:cubicBezTo>
                    <a:pt x="-2482" y="20424"/>
                    <a:pt x="-3875" y="41494"/>
                    <a:pt x="8291" y="55325"/>
                  </a:cubicBezTo>
                  <a:cubicBezTo>
                    <a:pt x="20424" y="69157"/>
                    <a:pt x="41494" y="70550"/>
                    <a:pt x="55325" y="583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0" name="Google Shape;1400;p30"/>
            <p:cNvSpPr/>
            <p:nvPr/>
          </p:nvSpPr>
          <p:spPr>
            <a:xfrm>
              <a:off x="7959242" y="3986668"/>
              <a:ext cx="66675" cy="66680"/>
            </a:xfrm>
            <a:custGeom>
              <a:avLst/>
              <a:gdLst/>
              <a:ahLst/>
              <a:cxnLst/>
              <a:rect l="l" t="t" r="r" b="b"/>
              <a:pathLst>
                <a:path w="66675" h="66680" extrusionOk="0">
                  <a:moveTo>
                    <a:pt x="55325" y="58384"/>
                  </a:moveTo>
                  <a:cubicBezTo>
                    <a:pt x="69157" y="46252"/>
                    <a:pt x="70550" y="25181"/>
                    <a:pt x="58384" y="11350"/>
                  </a:cubicBezTo>
                  <a:cubicBezTo>
                    <a:pt x="46252" y="-2482"/>
                    <a:pt x="25182" y="-3875"/>
                    <a:pt x="11350" y="8291"/>
                  </a:cubicBezTo>
                  <a:cubicBezTo>
                    <a:pt x="-2482" y="20423"/>
                    <a:pt x="-3875" y="41494"/>
                    <a:pt x="8292" y="55325"/>
                  </a:cubicBezTo>
                  <a:cubicBezTo>
                    <a:pt x="20423" y="69157"/>
                    <a:pt x="41494" y="70550"/>
                    <a:pt x="55325" y="584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1" name="Google Shape;1401;p30"/>
            <p:cNvSpPr/>
            <p:nvPr/>
          </p:nvSpPr>
          <p:spPr>
            <a:xfrm>
              <a:off x="7693791" y="3864562"/>
              <a:ext cx="206598" cy="49514"/>
            </a:xfrm>
            <a:custGeom>
              <a:avLst/>
              <a:gdLst/>
              <a:ahLst/>
              <a:cxnLst/>
              <a:rect l="l" t="t" r="r" b="b"/>
              <a:pathLst>
                <a:path w="206598" h="49514" extrusionOk="0">
                  <a:moveTo>
                    <a:pt x="22939" y="0"/>
                  </a:moveTo>
                  <a:lnTo>
                    <a:pt x="183684" y="0"/>
                  </a:lnTo>
                  <a:cubicBezTo>
                    <a:pt x="214236" y="0"/>
                    <a:pt x="214236" y="49515"/>
                    <a:pt x="183684" y="49515"/>
                  </a:cubicBezTo>
                  <a:lnTo>
                    <a:pt x="22939" y="49515"/>
                  </a:lnTo>
                  <a:cubicBezTo>
                    <a:pt x="-7646" y="49515"/>
                    <a:pt x="-7646" y="0"/>
                    <a:pt x="229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2" name="Google Shape;1402;p30"/>
            <p:cNvSpPr/>
            <p:nvPr/>
          </p:nvSpPr>
          <p:spPr>
            <a:xfrm>
              <a:off x="7696544" y="4116996"/>
              <a:ext cx="77585" cy="32556"/>
            </a:xfrm>
            <a:custGeom>
              <a:avLst/>
              <a:gdLst/>
              <a:ahLst/>
              <a:cxnLst/>
              <a:rect l="l" t="t" r="r" b="b"/>
              <a:pathLst>
                <a:path w="77585" h="32556" extrusionOk="0">
                  <a:moveTo>
                    <a:pt x="0" y="32557"/>
                  </a:moveTo>
                  <a:lnTo>
                    <a:pt x="2447" y="0"/>
                  </a:lnTo>
                  <a:lnTo>
                    <a:pt x="77585" y="20526"/>
                  </a:lnTo>
                  <a:lnTo>
                    <a:pt x="77314" y="24468"/>
                  </a:lnTo>
                  <a:lnTo>
                    <a:pt x="0" y="3255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3" name="Google Shape;1403;p30"/>
            <p:cNvSpPr/>
            <p:nvPr/>
          </p:nvSpPr>
          <p:spPr>
            <a:xfrm>
              <a:off x="7821198" y="4115840"/>
              <a:ext cx="77620" cy="32523"/>
            </a:xfrm>
            <a:custGeom>
              <a:avLst/>
              <a:gdLst/>
              <a:ahLst/>
              <a:cxnLst/>
              <a:rect l="l" t="t" r="r" b="b"/>
              <a:pathLst>
                <a:path w="77620" h="32523" extrusionOk="0">
                  <a:moveTo>
                    <a:pt x="77620" y="32523"/>
                  </a:moveTo>
                  <a:lnTo>
                    <a:pt x="75172" y="0"/>
                  </a:lnTo>
                  <a:lnTo>
                    <a:pt x="0" y="20493"/>
                  </a:lnTo>
                  <a:lnTo>
                    <a:pt x="306" y="24435"/>
                  </a:lnTo>
                  <a:lnTo>
                    <a:pt x="77620" y="3252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4" name="Google Shape;1404;p30"/>
            <p:cNvSpPr/>
            <p:nvPr/>
          </p:nvSpPr>
          <p:spPr>
            <a:xfrm>
              <a:off x="7670017" y="4095145"/>
              <a:ext cx="66633" cy="66675"/>
            </a:xfrm>
            <a:custGeom>
              <a:avLst/>
              <a:gdLst/>
              <a:ahLst/>
              <a:cxnLst/>
              <a:rect l="l" t="t" r="r" b="b"/>
              <a:pathLst>
                <a:path w="66633" h="66675" extrusionOk="0">
                  <a:moveTo>
                    <a:pt x="55278" y="58384"/>
                  </a:moveTo>
                  <a:cubicBezTo>
                    <a:pt x="69110" y="46252"/>
                    <a:pt x="70503" y="25182"/>
                    <a:pt x="58370" y="11350"/>
                  </a:cubicBezTo>
                  <a:cubicBezTo>
                    <a:pt x="46238" y="-2482"/>
                    <a:pt x="25168" y="-3875"/>
                    <a:pt x="11337" y="8291"/>
                  </a:cubicBezTo>
                  <a:cubicBezTo>
                    <a:pt x="-2495" y="20424"/>
                    <a:pt x="-3855" y="41494"/>
                    <a:pt x="8278" y="55325"/>
                  </a:cubicBezTo>
                  <a:cubicBezTo>
                    <a:pt x="20410" y="69157"/>
                    <a:pt x="41480" y="70550"/>
                    <a:pt x="55278" y="583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5" name="Google Shape;1405;p30"/>
            <p:cNvSpPr/>
            <p:nvPr/>
          </p:nvSpPr>
          <p:spPr>
            <a:xfrm>
              <a:off x="7858678" y="4093955"/>
              <a:ext cx="66646" cy="66680"/>
            </a:xfrm>
            <a:custGeom>
              <a:avLst/>
              <a:gdLst/>
              <a:ahLst/>
              <a:cxnLst/>
              <a:rect l="l" t="t" r="r" b="b"/>
              <a:pathLst>
                <a:path w="66646" h="66680" extrusionOk="0">
                  <a:moveTo>
                    <a:pt x="11355" y="58384"/>
                  </a:moveTo>
                  <a:cubicBezTo>
                    <a:pt x="-2476" y="46252"/>
                    <a:pt x="-3870" y="25182"/>
                    <a:pt x="8263" y="11350"/>
                  </a:cubicBezTo>
                  <a:cubicBezTo>
                    <a:pt x="20395" y="-2482"/>
                    <a:pt x="41465" y="-3875"/>
                    <a:pt x="55297" y="8291"/>
                  </a:cubicBezTo>
                  <a:cubicBezTo>
                    <a:pt x="69128" y="20424"/>
                    <a:pt x="70522" y="41494"/>
                    <a:pt x="58355" y="55325"/>
                  </a:cubicBezTo>
                  <a:cubicBezTo>
                    <a:pt x="46223" y="69157"/>
                    <a:pt x="25153" y="70550"/>
                    <a:pt x="11321" y="584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6" name="Google Shape;1406;p30"/>
            <p:cNvSpPr/>
            <p:nvPr/>
          </p:nvSpPr>
          <p:spPr>
            <a:xfrm>
              <a:off x="7582799" y="4001246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8" y="39897"/>
                  </a:moveTo>
                  <a:cubicBezTo>
                    <a:pt x="30959" y="39897"/>
                    <a:pt x="39897" y="30925"/>
                    <a:pt x="39897" y="19949"/>
                  </a:cubicBezTo>
                  <a:cubicBezTo>
                    <a:pt x="39897" y="8972"/>
                    <a:pt x="30925" y="0"/>
                    <a:pt x="19948" y="0"/>
                  </a:cubicBezTo>
                  <a:cubicBezTo>
                    <a:pt x="8971" y="0"/>
                    <a:pt x="0" y="8972"/>
                    <a:pt x="0" y="19949"/>
                  </a:cubicBezTo>
                  <a:cubicBezTo>
                    <a:pt x="0" y="30925"/>
                    <a:pt x="8971" y="39897"/>
                    <a:pt x="19948" y="398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7" name="Google Shape;1407;p30"/>
            <p:cNvSpPr/>
            <p:nvPr/>
          </p:nvSpPr>
          <p:spPr>
            <a:xfrm>
              <a:off x="7972631" y="4000056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8" y="39897"/>
                  </a:moveTo>
                  <a:cubicBezTo>
                    <a:pt x="30959" y="39897"/>
                    <a:pt x="39897" y="30925"/>
                    <a:pt x="39897" y="19949"/>
                  </a:cubicBezTo>
                  <a:cubicBezTo>
                    <a:pt x="39897" y="8972"/>
                    <a:pt x="30925" y="0"/>
                    <a:pt x="19948" y="0"/>
                  </a:cubicBezTo>
                  <a:cubicBezTo>
                    <a:pt x="8971" y="0"/>
                    <a:pt x="0" y="8972"/>
                    <a:pt x="0" y="19949"/>
                  </a:cubicBezTo>
                  <a:cubicBezTo>
                    <a:pt x="0" y="30925"/>
                    <a:pt x="8971" y="39897"/>
                    <a:pt x="19948" y="398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8" name="Google Shape;1408;p30"/>
            <p:cNvSpPr/>
            <p:nvPr/>
          </p:nvSpPr>
          <p:spPr>
            <a:xfrm>
              <a:off x="7592212" y="4010625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7" y="21070"/>
                    <a:pt x="21071" y="16347"/>
                    <a:pt x="21071" y="10535"/>
                  </a:cubicBezTo>
                  <a:cubicBezTo>
                    <a:pt x="21071" y="4724"/>
                    <a:pt x="16347" y="0"/>
                    <a:pt x="10535" y="0"/>
                  </a:cubicBezTo>
                  <a:cubicBezTo>
                    <a:pt x="4724" y="0"/>
                    <a:pt x="0" y="4724"/>
                    <a:pt x="0" y="10535"/>
                  </a:cubicBezTo>
                  <a:cubicBezTo>
                    <a:pt x="0" y="16347"/>
                    <a:pt x="4724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9" name="Google Shape;1409;p30"/>
            <p:cNvSpPr/>
            <p:nvPr/>
          </p:nvSpPr>
          <p:spPr>
            <a:xfrm>
              <a:off x="7982045" y="4009470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6" y="21070"/>
                    <a:pt x="21070" y="16346"/>
                    <a:pt x="21070" y="10535"/>
                  </a:cubicBezTo>
                  <a:cubicBezTo>
                    <a:pt x="21070" y="4724"/>
                    <a:pt x="16346" y="0"/>
                    <a:pt x="10535" y="0"/>
                  </a:cubicBezTo>
                  <a:cubicBezTo>
                    <a:pt x="4723" y="0"/>
                    <a:pt x="0" y="4724"/>
                    <a:pt x="0" y="10535"/>
                  </a:cubicBezTo>
                  <a:cubicBezTo>
                    <a:pt x="0" y="16346"/>
                    <a:pt x="4723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0" name="Google Shape;1410;p30"/>
            <p:cNvSpPr/>
            <p:nvPr/>
          </p:nvSpPr>
          <p:spPr>
            <a:xfrm>
              <a:off x="7683392" y="4108534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9" y="39897"/>
                  </a:moveTo>
                  <a:cubicBezTo>
                    <a:pt x="30926" y="39897"/>
                    <a:pt x="39897" y="30925"/>
                    <a:pt x="39897" y="19949"/>
                  </a:cubicBezTo>
                  <a:cubicBezTo>
                    <a:pt x="39897" y="8972"/>
                    <a:pt x="30926" y="0"/>
                    <a:pt x="19949" y="0"/>
                  </a:cubicBezTo>
                  <a:cubicBezTo>
                    <a:pt x="8972" y="0"/>
                    <a:pt x="0" y="8972"/>
                    <a:pt x="0" y="19949"/>
                  </a:cubicBezTo>
                  <a:cubicBezTo>
                    <a:pt x="0" y="30925"/>
                    <a:pt x="8972" y="39897"/>
                    <a:pt x="19949" y="398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1" name="Google Shape;1411;p30"/>
            <p:cNvSpPr/>
            <p:nvPr/>
          </p:nvSpPr>
          <p:spPr>
            <a:xfrm>
              <a:off x="7872072" y="4107344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9" y="39898"/>
                  </a:moveTo>
                  <a:cubicBezTo>
                    <a:pt x="30926" y="39898"/>
                    <a:pt x="39897" y="30926"/>
                    <a:pt x="39897" y="19949"/>
                  </a:cubicBezTo>
                  <a:cubicBezTo>
                    <a:pt x="39897" y="8972"/>
                    <a:pt x="30926" y="0"/>
                    <a:pt x="19949" y="0"/>
                  </a:cubicBezTo>
                  <a:cubicBezTo>
                    <a:pt x="8971" y="0"/>
                    <a:pt x="0" y="8972"/>
                    <a:pt x="0" y="19949"/>
                  </a:cubicBezTo>
                  <a:cubicBezTo>
                    <a:pt x="0" y="30926"/>
                    <a:pt x="8971" y="39898"/>
                    <a:pt x="19949" y="3989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2" name="Google Shape;1412;p30"/>
            <p:cNvSpPr/>
            <p:nvPr/>
          </p:nvSpPr>
          <p:spPr>
            <a:xfrm>
              <a:off x="7692806" y="4117947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7" y="21070"/>
                    <a:pt x="21070" y="16347"/>
                    <a:pt x="21070" y="10535"/>
                  </a:cubicBezTo>
                  <a:cubicBezTo>
                    <a:pt x="21070" y="4724"/>
                    <a:pt x="16313" y="0"/>
                    <a:pt x="10535" y="0"/>
                  </a:cubicBezTo>
                  <a:cubicBezTo>
                    <a:pt x="4757" y="0"/>
                    <a:pt x="0" y="4724"/>
                    <a:pt x="0" y="10535"/>
                  </a:cubicBezTo>
                  <a:cubicBezTo>
                    <a:pt x="0" y="16347"/>
                    <a:pt x="4723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3" name="Google Shape;1413;p30"/>
            <p:cNvSpPr/>
            <p:nvPr/>
          </p:nvSpPr>
          <p:spPr>
            <a:xfrm>
              <a:off x="7881486" y="4116758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7" y="21070"/>
                    <a:pt x="21070" y="16347"/>
                    <a:pt x="21070" y="10535"/>
                  </a:cubicBezTo>
                  <a:cubicBezTo>
                    <a:pt x="21070" y="4724"/>
                    <a:pt x="16347" y="0"/>
                    <a:pt x="10535" y="0"/>
                  </a:cubicBezTo>
                  <a:cubicBezTo>
                    <a:pt x="4723" y="0"/>
                    <a:pt x="0" y="4724"/>
                    <a:pt x="0" y="10535"/>
                  </a:cubicBezTo>
                  <a:cubicBezTo>
                    <a:pt x="0" y="16347"/>
                    <a:pt x="4723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4" name="Google Shape;1414;p30"/>
            <p:cNvSpPr/>
            <p:nvPr/>
          </p:nvSpPr>
          <p:spPr>
            <a:xfrm>
              <a:off x="7702695" y="3872106"/>
              <a:ext cx="34494" cy="34459"/>
            </a:xfrm>
            <a:custGeom>
              <a:avLst/>
              <a:gdLst/>
              <a:ahLst/>
              <a:cxnLst/>
              <a:rect l="l" t="t" r="r" b="b"/>
              <a:pathLst>
                <a:path w="34494" h="34459" extrusionOk="0">
                  <a:moveTo>
                    <a:pt x="17264" y="34460"/>
                  </a:moveTo>
                  <a:cubicBezTo>
                    <a:pt x="26746" y="34460"/>
                    <a:pt x="34494" y="26711"/>
                    <a:pt x="34494" y="17230"/>
                  </a:cubicBezTo>
                  <a:cubicBezTo>
                    <a:pt x="34494" y="7748"/>
                    <a:pt x="26746" y="0"/>
                    <a:pt x="17264" y="0"/>
                  </a:cubicBezTo>
                  <a:cubicBezTo>
                    <a:pt x="7783" y="0"/>
                    <a:pt x="0" y="7748"/>
                    <a:pt x="0" y="17230"/>
                  </a:cubicBezTo>
                  <a:cubicBezTo>
                    <a:pt x="0" y="26711"/>
                    <a:pt x="7748" y="34460"/>
                    <a:pt x="17264" y="34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5" name="Google Shape;1415;p30"/>
            <p:cNvSpPr/>
            <p:nvPr/>
          </p:nvSpPr>
          <p:spPr>
            <a:xfrm>
              <a:off x="7858172" y="3870917"/>
              <a:ext cx="34460" cy="34459"/>
            </a:xfrm>
            <a:custGeom>
              <a:avLst/>
              <a:gdLst/>
              <a:ahLst/>
              <a:cxnLst/>
              <a:rect l="l" t="t" r="r" b="b"/>
              <a:pathLst>
                <a:path w="34460" h="34459" extrusionOk="0">
                  <a:moveTo>
                    <a:pt x="17230" y="34460"/>
                  </a:moveTo>
                  <a:cubicBezTo>
                    <a:pt x="26746" y="34460"/>
                    <a:pt x="34460" y="26711"/>
                    <a:pt x="34460" y="17230"/>
                  </a:cubicBezTo>
                  <a:cubicBezTo>
                    <a:pt x="34460" y="7748"/>
                    <a:pt x="26712" y="0"/>
                    <a:pt x="17230" y="0"/>
                  </a:cubicBezTo>
                  <a:cubicBezTo>
                    <a:pt x="7748" y="0"/>
                    <a:pt x="0" y="7748"/>
                    <a:pt x="0" y="17230"/>
                  </a:cubicBezTo>
                  <a:cubicBezTo>
                    <a:pt x="0" y="26711"/>
                    <a:pt x="7748" y="34460"/>
                    <a:pt x="17230" y="34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6" name="Google Shape;1416;p30"/>
            <p:cNvSpPr/>
            <p:nvPr/>
          </p:nvSpPr>
          <p:spPr>
            <a:xfrm>
              <a:off x="7711772" y="3880384"/>
              <a:ext cx="16509" cy="16544"/>
            </a:xfrm>
            <a:custGeom>
              <a:avLst/>
              <a:gdLst/>
              <a:ahLst/>
              <a:cxnLst/>
              <a:rect l="l" t="t" r="r" b="b"/>
              <a:pathLst>
                <a:path w="16509" h="16544" extrusionOk="0">
                  <a:moveTo>
                    <a:pt x="2614" y="14321"/>
                  </a:moveTo>
                  <a:cubicBezTo>
                    <a:pt x="5944" y="17448"/>
                    <a:pt x="11178" y="17244"/>
                    <a:pt x="14304" y="13913"/>
                  </a:cubicBezTo>
                  <a:cubicBezTo>
                    <a:pt x="17396" y="10583"/>
                    <a:pt x="17226" y="5349"/>
                    <a:pt x="13862" y="2223"/>
                  </a:cubicBezTo>
                  <a:cubicBezTo>
                    <a:pt x="10532" y="-904"/>
                    <a:pt x="5298" y="-700"/>
                    <a:pt x="2206" y="2631"/>
                  </a:cubicBezTo>
                  <a:cubicBezTo>
                    <a:pt x="-887" y="5961"/>
                    <a:pt x="-717" y="11195"/>
                    <a:pt x="2648" y="143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7" name="Google Shape;1417;p30"/>
            <p:cNvSpPr/>
            <p:nvPr/>
          </p:nvSpPr>
          <p:spPr>
            <a:xfrm>
              <a:off x="7867079" y="3879195"/>
              <a:ext cx="16557" cy="16544"/>
            </a:xfrm>
            <a:custGeom>
              <a:avLst/>
              <a:gdLst/>
              <a:ahLst/>
              <a:cxnLst/>
              <a:rect l="l" t="t" r="r" b="b"/>
              <a:pathLst>
                <a:path w="16557" h="16544" extrusionOk="0">
                  <a:moveTo>
                    <a:pt x="13897" y="14321"/>
                  </a:moveTo>
                  <a:cubicBezTo>
                    <a:pt x="10566" y="17448"/>
                    <a:pt x="5333" y="17244"/>
                    <a:pt x="2206" y="13914"/>
                  </a:cubicBezTo>
                  <a:cubicBezTo>
                    <a:pt x="-887" y="10583"/>
                    <a:pt x="-717" y="5349"/>
                    <a:pt x="2648" y="2223"/>
                  </a:cubicBezTo>
                  <a:cubicBezTo>
                    <a:pt x="5978" y="-904"/>
                    <a:pt x="11212" y="-700"/>
                    <a:pt x="14338" y="2631"/>
                  </a:cubicBezTo>
                  <a:cubicBezTo>
                    <a:pt x="17464" y="5961"/>
                    <a:pt x="17261" y="11195"/>
                    <a:pt x="13897" y="143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3200" y="151130"/>
            <a:ext cx="8737600" cy="48253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endParaRPr lang="en-US" sz="1200" noProof="0" dirty="0">
              <a:solidFill>
                <a:srgbClr val="0C373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fontAlgn="base"/>
            <a:r>
              <a:rPr lang="en-US" sz="1200" b="1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1. Unpivot Failure Modes </a:t>
            </a:r>
            <a:br>
              <a:rPr lang="en-US" sz="1200" b="1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</a:br>
            <a:endParaRPr lang="en-US" sz="1200" b="1" noProof="0" dirty="0">
              <a:solidFill>
                <a:srgbClr val="0C373E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marL="139700" fontAlgn="base"/>
            <a:r>
              <a:rPr lang="en-US" sz="1200" b="1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2. Power</a:t>
            </a:r>
            <a:r>
              <a:rPr lang="en-US" sz="120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= Torque × Rotational Speed (explicitly calculate it as a column).</a:t>
            </a:r>
            <a:br>
              <a:rPr lang="en-US" sz="120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</a:br>
            <a:br>
              <a:rPr lang="en-US" sz="120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</a:br>
            <a:r>
              <a:rPr lang="en-US" sz="1200" b="1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3. Temp difference </a:t>
            </a:r>
            <a:r>
              <a:rPr lang="en-US" sz="120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= Process temperature − Air temperature (important for HDF).</a:t>
            </a:r>
            <a:br>
              <a:rPr lang="en-US" sz="120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</a:br>
            <a:endParaRPr lang="en-US" sz="1200" noProof="0" dirty="0">
              <a:solidFill>
                <a:srgbClr val="0C373E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marL="139700" fontAlgn="base"/>
            <a:r>
              <a:rPr lang="en-US" sz="1200" b="1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4. Tool wear classification</a:t>
            </a:r>
            <a:br>
              <a:rPr lang="en-US" sz="120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</a:br>
            <a:r>
              <a:rPr lang="en-US" sz="120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      Example: </a:t>
            </a:r>
            <a:br>
              <a:rPr lang="en-US" sz="120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</a:br>
            <a:r>
              <a:rPr lang="en-US" sz="120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      Bin tool wear into ranges: Low (&lt;100 min), Medium (100–200), High (&gt;200).</a:t>
            </a:r>
            <a:br>
              <a:rPr lang="en-US" sz="120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</a:br>
            <a:r>
              <a:rPr lang="en-US" sz="120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      Low (&lt;100), Medium (100–200), High (200-240), Critical (&gt;240)”</a:t>
            </a:r>
            <a:br>
              <a:rPr lang="en-US" sz="120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</a:br>
            <a:endParaRPr lang="en-US" sz="1200" noProof="0" dirty="0">
              <a:solidFill>
                <a:srgbClr val="0C373E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marL="139700" fontAlgn="base"/>
            <a:r>
              <a:rPr lang="en-US" sz="1200" b="1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5. Temp_Diff_Category </a:t>
            </a:r>
            <a:r>
              <a:rPr lang="en-US" sz="120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= Safe (&gt;9), Warning (8.6–9), Risk (&lt;8.6) </a:t>
            </a:r>
            <a:br>
              <a:rPr lang="en-US" sz="120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</a:br>
            <a:endParaRPr lang="en-US" sz="1200" noProof="0" dirty="0">
              <a:solidFill>
                <a:srgbClr val="0C373E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marL="139700" fontAlgn="base"/>
            <a:r>
              <a:rPr lang="en-US" sz="1200" b="1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6. Power_Category </a:t>
            </a:r>
            <a:r>
              <a:rPr lang="en-US" sz="120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= Safe (3500–9000W), Risk (outside this range) </a:t>
            </a:r>
            <a:br>
              <a:rPr lang="en-US" sz="120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</a:br>
            <a:endParaRPr lang="en-US" sz="1200" noProof="0" dirty="0">
              <a:solidFill>
                <a:srgbClr val="0C373E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marL="139700" fontAlgn="base"/>
            <a:r>
              <a:rPr lang="en-US" sz="1200" b="1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7. OSF_Category </a:t>
            </a:r>
            <a:r>
              <a:rPr lang="en-US" sz="120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= Safe (&lt;threshold), Risk (≥threshold) </a:t>
            </a:r>
            <a:br>
              <a:rPr lang="en-US" sz="120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</a:br>
            <a:endParaRPr lang="en-US" sz="1200" noProof="0" dirty="0">
              <a:solidFill>
                <a:srgbClr val="0C373E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marL="139700" fontAlgn="base"/>
            <a:r>
              <a:rPr lang="en-US" sz="1200" b="1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8. Risk_Level </a:t>
            </a:r>
            <a:r>
              <a:rPr lang="en-US" sz="120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= Safe / Medium Risk / High Risk / Failure </a:t>
            </a:r>
            <a:br>
              <a:rPr lang="en-US" sz="120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</a:br>
            <a:endParaRPr lang="en-US" sz="1200" noProof="0" dirty="0">
              <a:solidFill>
                <a:srgbClr val="0C373E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marL="139700" fontAlgn="base"/>
            <a:r>
              <a:rPr lang="en-US" sz="1200" b="1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9. Utilization Rate</a:t>
            </a:r>
            <a:r>
              <a:rPr lang="en-US" sz="120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=  [Power] / 9000</a:t>
            </a:r>
            <a:br>
              <a:rPr lang="en-US" sz="120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</a:br>
            <a:endParaRPr lang="en-US" sz="1200" noProof="0" dirty="0">
              <a:solidFill>
                <a:srgbClr val="0C373E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marL="139700" fontAlgn="base"/>
            <a:r>
              <a:rPr lang="en-US" sz="1200" b="1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10. Utilization Category </a:t>
            </a:r>
            <a:r>
              <a:rPr lang="en-US" sz="120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:(Under loaded / Optimal / Overloaded).</a:t>
            </a:r>
            <a:br>
              <a:rPr lang="en-US" sz="120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</a:br>
            <a:r>
              <a:rPr lang="en-US" sz="120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       Utilization Rate &gt;0.4 (Under loaded)  , &lt;= 0.9(Optimal ) , else (Overloaded)</a:t>
            </a:r>
          </a:p>
          <a:p>
            <a:pPr marL="139700" fontAlgn="base"/>
            <a:endParaRPr lang="en-US" noProof="0" dirty="0">
              <a:solidFill>
                <a:srgbClr val="0C373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endParaRPr lang="en-US" noProof="0" dirty="0">
              <a:solidFill>
                <a:srgbClr val="0C373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noProof="0" dirty="0">
              <a:solidFill>
                <a:srgbClr val="0C373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5980" y="963930"/>
            <a:ext cx="7432675" cy="36429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fontAlgn="base"/>
            <a:br>
              <a:rPr lang="en-US" sz="1800" noProof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1800" b="1" noProof="0" dirty="0">
                <a:solidFill>
                  <a:srgbClr val="0351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Extract features from datetime</a:t>
            </a:r>
            <a:endParaRPr lang="en-US" sz="1800" noProof="0" dirty="0">
              <a:solidFill>
                <a:srgbClr val="03515F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endParaRPr lang="en-US" sz="1200" noProof="0" dirty="0">
              <a:solidFill>
                <a:srgbClr val="0C373E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marL="139700" fontAlgn="base"/>
            <a:r>
              <a:rPr lang="en-US" sz="1200" b="1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11. </a:t>
            </a:r>
            <a:r>
              <a:rPr lang="en-US" sz="1200" b="1" noProof="0" dirty="0">
                <a:solidFill>
                  <a:srgbClr val="0C373E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Hour of day </a:t>
            </a:r>
            <a:br>
              <a:rPr lang="en-US" sz="1200" b="1" noProof="0" dirty="0">
                <a:solidFill>
                  <a:srgbClr val="0C373E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</a:br>
            <a:r>
              <a:rPr lang="en-US" sz="1200" noProof="0" dirty="0">
                <a:solidFill>
                  <a:srgbClr val="0C373E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(morning, evening, night).</a:t>
            </a:r>
            <a:endParaRPr lang="en-US" sz="1200" noProof="0" dirty="0">
              <a:solidFill>
                <a:srgbClr val="0C373E"/>
              </a:solidFill>
              <a:effectLst/>
              <a:latin typeface="Montserrat" panose="00000500000000000000" pitchFamily="2" charset="0"/>
              <a:ea typeface="Calibri" panose="020F0502020204030204" pitchFamily="34" charset="0"/>
            </a:endParaRPr>
          </a:p>
          <a:p>
            <a:pPr marL="139700" fontAlgn="base"/>
            <a:endParaRPr lang="en-US" sz="1200" b="1" noProof="0" dirty="0">
              <a:solidFill>
                <a:srgbClr val="0C373E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marL="139700" fontAlgn="base"/>
            <a:endParaRPr lang="en-US" sz="1200" b="1" noProof="0" dirty="0">
              <a:solidFill>
                <a:srgbClr val="0C373E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marL="139700" fontAlgn="base"/>
            <a:r>
              <a:rPr lang="en-US" sz="1200" b="1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12. </a:t>
            </a:r>
            <a:r>
              <a:rPr lang="en-US" sz="1200" b="1" noProof="0" dirty="0">
                <a:solidFill>
                  <a:srgbClr val="0C373E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Shift</a:t>
            </a:r>
            <a:r>
              <a:rPr lang="en-US" sz="1200" noProof="0" dirty="0">
                <a:solidFill>
                  <a:srgbClr val="0C373E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 </a:t>
            </a:r>
            <a:br>
              <a:rPr lang="en-US" sz="1200" noProof="0" dirty="0">
                <a:solidFill>
                  <a:srgbClr val="0C373E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</a:br>
            <a:r>
              <a:rPr lang="en-US" sz="1200" noProof="0" dirty="0">
                <a:solidFill>
                  <a:srgbClr val="0C373E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(e.g., divide 24h into 3 shifts: 0–8, 8–16, 16–24).</a:t>
            </a:r>
            <a:endParaRPr lang="en-US" sz="1200" noProof="0" dirty="0">
              <a:solidFill>
                <a:srgbClr val="0C373E"/>
              </a:solidFill>
              <a:effectLst/>
              <a:latin typeface="Montserrat" panose="00000500000000000000" pitchFamily="2" charset="0"/>
              <a:ea typeface="Calibri" panose="020F0502020204030204" pitchFamily="34" charset="0"/>
            </a:endParaRPr>
          </a:p>
          <a:p>
            <a:pPr marL="139700" fontAlgn="base"/>
            <a:endParaRPr lang="en-US" sz="1200" noProof="0" dirty="0">
              <a:solidFill>
                <a:srgbClr val="0C373E"/>
              </a:solidFill>
              <a:effectLst/>
              <a:latin typeface="Montserrat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fontAlgn="base"/>
            <a:r>
              <a:rPr lang="en-US" sz="120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</a:t>
            </a:r>
            <a:br>
              <a:rPr lang="en-US" sz="120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</a:br>
            <a:r>
              <a:rPr lang="en-US" sz="1200" b="1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13. </a:t>
            </a:r>
            <a:r>
              <a:rPr lang="en-US" sz="1200" b="1" noProof="0" dirty="0">
                <a:solidFill>
                  <a:srgbClr val="0C373E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Month / Season</a:t>
            </a:r>
            <a:r>
              <a:rPr lang="en-US" sz="1200" b="1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.</a:t>
            </a:r>
          </a:p>
          <a:p>
            <a:pPr marL="139700" fontAlgn="base"/>
            <a:endParaRPr lang="en-US" sz="1200" b="1" noProof="0" dirty="0">
              <a:solidFill>
                <a:srgbClr val="0C373E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marL="139700" fontAlgn="base"/>
            <a:endParaRPr lang="en-US" sz="1200" b="1" noProof="0" dirty="0">
              <a:solidFill>
                <a:srgbClr val="0C373E"/>
              </a:solidFill>
              <a:effectLst/>
              <a:latin typeface="Montserrat" panose="00000500000000000000" pitchFamily="2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139700" fontAlgn="base"/>
            <a:r>
              <a:rPr lang="en-US" sz="1200" b="1" noProof="0" dirty="0">
                <a:solidFill>
                  <a:srgbClr val="0C373E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14. Failure lead time</a:t>
            </a:r>
            <a:endParaRPr lang="en-US" sz="1200" b="1" noProof="0" dirty="0">
              <a:solidFill>
                <a:srgbClr val="0C373E"/>
              </a:solidFill>
              <a:effectLst/>
              <a:latin typeface="Montserrat" panose="00000500000000000000" pitchFamily="2" charset="0"/>
              <a:ea typeface="Calibri" panose="020F0502020204030204" pitchFamily="34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</a:pPr>
            <a:r>
              <a:rPr lang="en-US" sz="1200" noProof="0" dirty="0">
                <a:solidFill>
                  <a:srgbClr val="0C373E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  <a:cs typeface="Noto Sans Symbols"/>
              </a:rPr>
              <a:t>      a target like “failure within the next N hours” instead of “failure now.”</a:t>
            </a:r>
            <a:endParaRPr lang="en-US" sz="1200" noProof="0" dirty="0">
              <a:solidFill>
                <a:srgbClr val="0C373E"/>
              </a:solidFill>
              <a:effectLst/>
              <a:latin typeface="Montserrat" panose="00000500000000000000" pitchFamily="2" charset="0"/>
              <a:ea typeface="Noto Sans Symbols"/>
              <a:cs typeface="Noto Sans Symbols"/>
            </a:endParaRPr>
          </a:p>
          <a:p>
            <a:pPr marL="139700" fontAlgn="base"/>
            <a:endParaRPr lang="en-US" sz="1200" noProof="0" dirty="0">
              <a:solidFill>
                <a:srgbClr val="0C373E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marL="139700" fontAlgn="base"/>
            <a:br>
              <a:rPr lang="en-US" sz="120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</a:br>
            <a:endParaRPr lang="en-US" sz="1200" noProof="0" dirty="0">
              <a:solidFill>
                <a:srgbClr val="0C373E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marL="457200" marR="0" lvl="1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br>
              <a:rPr lang="en-US" sz="1200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</a:br>
            <a:endParaRPr lang="en-US" noProof="0" dirty="0">
              <a:solidFill>
                <a:srgbClr val="0C373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endParaRPr lang="en-US" noProof="0" dirty="0">
              <a:solidFill>
                <a:srgbClr val="0C373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noProof="0" dirty="0">
              <a:solidFill>
                <a:srgbClr val="0C373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30"/>
          <p:cNvSpPr txBox="1">
            <a:spLocks noGrp="1"/>
          </p:cNvSpPr>
          <p:nvPr>
            <p:ph type="title"/>
          </p:nvPr>
        </p:nvSpPr>
        <p:spPr>
          <a:xfrm>
            <a:off x="2118599" y="2006495"/>
            <a:ext cx="4182244" cy="113050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400" noProof="0" dirty="0">
                <a:solidFill>
                  <a:srgbClr val="03515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Insights</a:t>
            </a:r>
            <a:r>
              <a:rPr lang="en-US" sz="4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1268" name="Google Shape;1268;p30"/>
          <p:cNvGrpSpPr/>
          <p:nvPr/>
        </p:nvGrpSpPr>
        <p:grpSpPr>
          <a:xfrm>
            <a:off x="6082802" y="1205338"/>
            <a:ext cx="3180479" cy="3938442"/>
            <a:chOff x="6590802" y="1205338"/>
            <a:chExt cx="3180479" cy="3938442"/>
          </a:xfrm>
        </p:grpSpPr>
        <p:grpSp>
          <p:nvGrpSpPr>
            <p:cNvPr id="1269" name="Google Shape;1269;p30"/>
            <p:cNvGrpSpPr/>
            <p:nvPr/>
          </p:nvGrpSpPr>
          <p:grpSpPr>
            <a:xfrm>
              <a:off x="6590802" y="1205338"/>
              <a:ext cx="3180479" cy="3938442"/>
              <a:chOff x="6590802" y="1205338"/>
              <a:chExt cx="3180479" cy="3938442"/>
            </a:xfrm>
          </p:grpSpPr>
          <p:sp>
            <p:nvSpPr>
              <p:cNvPr id="1270" name="Google Shape;1270;p30"/>
              <p:cNvSpPr/>
              <p:nvPr/>
            </p:nvSpPr>
            <p:spPr>
              <a:xfrm flipH="1">
                <a:off x="8147676" y="3172468"/>
                <a:ext cx="289800" cy="213712"/>
              </a:xfrm>
              <a:custGeom>
                <a:avLst/>
                <a:gdLst/>
                <a:ahLst/>
                <a:cxnLst/>
                <a:rect l="l" t="t" r="r" b="b"/>
                <a:pathLst>
                  <a:path w="129955" h="95835" extrusionOk="0">
                    <a:moveTo>
                      <a:pt x="64978" y="95835"/>
                    </a:moveTo>
                    <a:cubicBezTo>
                      <a:pt x="100763" y="95835"/>
                      <a:pt x="129955" y="74323"/>
                      <a:pt x="129955" y="47918"/>
                    </a:cubicBezTo>
                    <a:cubicBezTo>
                      <a:pt x="129955" y="21512"/>
                      <a:pt x="100763" y="0"/>
                      <a:pt x="64978" y="0"/>
                    </a:cubicBezTo>
                    <a:cubicBezTo>
                      <a:pt x="29192" y="0"/>
                      <a:pt x="0" y="21546"/>
                      <a:pt x="0" y="47918"/>
                    </a:cubicBezTo>
                    <a:cubicBezTo>
                      <a:pt x="0" y="74289"/>
                      <a:pt x="29192" y="95835"/>
                      <a:pt x="64978" y="95835"/>
                    </a:cubicBezTo>
                    <a:close/>
                  </a:path>
                </a:pathLst>
              </a:custGeom>
              <a:solidFill>
                <a:srgbClr val="0057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1" name="Google Shape;1271;p30"/>
              <p:cNvSpPr/>
              <p:nvPr/>
            </p:nvSpPr>
            <p:spPr>
              <a:xfrm flipH="1">
                <a:off x="8148662" y="3265703"/>
                <a:ext cx="289724" cy="131789"/>
              </a:xfrm>
              <a:custGeom>
                <a:avLst/>
                <a:gdLst/>
                <a:ahLst/>
                <a:cxnLst/>
                <a:rect l="l" t="t" r="r" b="b"/>
                <a:pathLst>
                  <a:path w="129921" h="59098" extrusionOk="0">
                    <a:moveTo>
                      <a:pt x="0" y="0"/>
                    </a:moveTo>
                    <a:lnTo>
                      <a:pt x="129921" y="0"/>
                    </a:lnTo>
                    <a:lnTo>
                      <a:pt x="129921" y="59099"/>
                    </a:lnTo>
                    <a:lnTo>
                      <a:pt x="0" y="5909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2" name="Google Shape;1272;p30"/>
              <p:cNvSpPr/>
              <p:nvPr/>
            </p:nvSpPr>
            <p:spPr>
              <a:xfrm flipH="1">
                <a:off x="8099110" y="3217341"/>
                <a:ext cx="394079" cy="57822"/>
              </a:xfrm>
              <a:custGeom>
                <a:avLst/>
                <a:gdLst/>
                <a:ahLst/>
                <a:cxnLst/>
                <a:rect l="l" t="t" r="r" b="b"/>
                <a:pathLst>
                  <a:path w="176717" h="25929" extrusionOk="0">
                    <a:moveTo>
                      <a:pt x="163736" y="0"/>
                    </a:moveTo>
                    <a:lnTo>
                      <a:pt x="12982" y="0"/>
                    </a:lnTo>
                    <a:cubicBezTo>
                      <a:pt x="5845" y="0"/>
                      <a:pt x="0" y="5845"/>
                      <a:pt x="0" y="12982"/>
                    </a:cubicBezTo>
                    <a:lnTo>
                      <a:pt x="0" y="12982"/>
                    </a:lnTo>
                    <a:cubicBezTo>
                      <a:pt x="0" y="20119"/>
                      <a:pt x="5845" y="25930"/>
                      <a:pt x="12982" y="25930"/>
                    </a:cubicBezTo>
                    <a:lnTo>
                      <a:pt x="163736" y="25930"/>
                    </a:lnTo>
                    <a:cubicBezTo>
                      <a:pt x="170872" y="25930"/>
                      <a:pt x="176718" y="20085"/>
                      <a:pt x="176718" y="12948"/>
                    </a:cubicBezTo>
                    <a:lnTo>
                      <a:pt x="176718" y="12948"/>
                    </a:lnTo>
                    <a:cubicBezTo>
                      <a:pt x="176718" y="5811"/>
                      <a:pt x="170872" y="0"/>
                      <a:pt x="163736" y="0"/>
                    </a:cubicBezTo>
                    <a:close/>
                  </a:path>
                </a:pathLst>
              </a:custGeom>
              <a:solidFill>
                <a:srgbClr val="00495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3" name="Google Shape;1273;p30"/>
              <p:cNvSpPr/>
              <p:nvPr/>
            </p:nvSpPr>
            <p:spPr>
              <a:xfrm flipH="1">
                <a:off x="8394275" y="3275785"/>
                <a:ext cx="19247" cy="73965"/>
              </a:xfrm>
              <a:custGeom>
                <a:avLst/>
                <a:gdLst/>
                <a:ahLst/>
                <a:cxnLst/>
                <a:rect l="l" t="t" r="r" b="b"/>
                <a:pathLst>
                  <a:path w="8631" h="33168" extrusionOk="0">
                    <a:moveTo>
                      <a:pt x="0" y="0"/>
                    </a:moveTo>
                    <a:lnTo>
                      <a:pt x="8632" y="0"/>
                    </a:lnTo>
                    <a:lnTo>
                      <a:pt x="8632" y="33169"/>
                    </a:lnTo>
                    <a:lnTo>
                      <a:pt x="0" y="33169"/>
                    </a:ln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4" name="Google Shape;1274;p30"/>
              <p:cNvSpPr/>
              <p:nvPr/>
            </p:nvSpPr>
            <p:spPr>
              <a:xfrm flipH="1">
                <a:off x="9082312" y="3273815"/>
                <a:ext cx="289800" cy="131789"/>
              </a:xfrm>
              <a:custGeom>
                <a:avLst/>
                <a:gdLst/>
                <a:ahLst/>
                <a:cxnLst/>
                <a:rect l="l" t="t" r="r" b="b"/>
                <a:pathLst>
                  <a:path w="129955" h="59098" extrusionOk="0">
                    <a:moveTo>
                      <a:pt x="0" y="0"/>
                    </a:moveTo>
                    <a:lnTo>
                      <a:pt x="129955" y="0"/>
                    </a:lnTo>
                    <a:lnTo>
                      <a:pt x="129955" y="59099"/>
                    </a:lnTo>
                    <a:lnTo>
                      <a:pt x="0" y="5909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5" name="Google Shape;1275;p30"/>
              <p:cNvSpPr/>
              <p:nvPr/>
            </p:nvSpPr>
            <p:spPr>
              <a:xfrm flipH="1">
                <a:off x="9030259" y="3225453"/>
                <a:ext cx="393927" cy="57822"/>
              </a:xfrm>
              <a:custGeom>
                <a:avLst/>
                <a:gdLst/>
                <a:ahLst/>
                <a:cxnLst/>
                <a:rect l="l" t="t" r="r" b="b"/>
                <a:pathLst>
                  <a:path w="176649" h="25929" extrusionOk="0">
                    <a:moveTo>
                      <a:pt x="12948" y="0"/>
                    </a:moveTo>
                    <a:lnTo>
                      <a:pt x="163702" y="0"/>
                    </a:lnTo>
                    <a:cubicBezTo>
                      <a:pt x="170838" y="0"/>
                      <a:pt x="176650" y="5811"/>
                      <a:pt x="176650" y="12948"/>
                    </a:cubicBezTo>
                    <a:lnTo>
                      <a:pt x="176650" y="12948"/>
                    </a:lnTo>
                    <a:cubicBezTo>
                      <a:pt x="176650" y="20085"/>
                      <a:pt x="170838" y="25930"/>
                      <a:pt x="163702" y="25930"/>
                    </a:cubicBezTo>
                    <a:lnTo>
                      <a:pt x="12948" y="25930"/>
                    </a:lnTo>
                    <a:cubicBezTo>
                      <a:pt x="5811" y="25930"/>
                      <a:pt x="0" y="20085"/>
                      <a:pt x="0" y="12948"/>
                    </a:cubicBezTo>
                    <a:lnTo>
                      <a:pt x="0" y="12948"/>
                    </a:lnTo>
                    <a:cubicBezTo>
                      <a:pt x="0" y="5811"/>
                      <a:pt x="5811" y="0"/>
                      <a:pt x="129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6" name="Google Shape;1276;p30"/>
              <p:cNvSpPr/>
              <p:nvPr/>
            </p:nvSpPr>
            <p:spPr>
              <a:xfrm flipH="1">
                <a:off x="7715701" y="3357802"/>
                <a:ext cx="2055581" cy="865082"/>
              </a:xfrm>
              <a:custGeom>
                <a:avLst/>
                <a:gdLst/>
                <a:ahLst/>
                <a:cxnLst/>
                <a:rect l="l" t="t" r="r" b="b"/>
                <a:pathLst>
                  <a:path w="921785" h="387929" extrusionOk="0">
                    <a:moveTo>
                      <a:pt x="38776" y="34"/>
                    </a:moveTo>
                    <a:lnTo>
                      <a:pt x="883010" y="34"/>
                    </a:lnTo>
                    <a:cubicBezTo>
                      <a:pt x="904420" y="34"/>
                      <a:pt x="921786" y="17400"/>
                      <a:pt x="921786" y="38810"/>
                    </a:cubicBezTo>
                    <a:lnTo>
                      <a:pt x="921786" y="349153"/>
                    </a:lnTo>
                    <a:cubicBezTo>
                      <a:pt x="921786" y="370563"/>
                      <a:pt x="904420" y="387929"/>
                      <a:pt x="883010" y="387929"/>
                    </a:cubicBezTo>
                    <a:lnTo>
                      <a:pt x="38776" y="387929"/>
                    </a:lnTo>
                    <a:cubicBezTo>
                      <a:pt x="17366" y="387929"/>
                      <a:pt x="0" y="370563"/>
                      <a:pt x="0" y="349153"/>
                    </a:cubicBezTo>
                    <a:lnTo>
                      <a:pt x="0" y="38776"/>
                    </a:lnTo>
                    <a:cubicBezTo>
                      <a:pt x="0" y="17366"/>
                      <a:pt x="17366" y="0"/>
                      <a:pt x="387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7" name="Google Shape;1277;p30"/>
              <p:cNvSpPr/>
              <p:nvPr/>
            </p:nvSpPr>
            <p:spPr>
              <a:xfrm flipH="1">
                <a:off x="7715625" y="3766299"/>
                <a:ext cx="2055656" cy="373162"/>
              </a:xfrm>
              <a:custGeom>
                <a:avLst/>
                <a:gdLst/>
                <a:ahLst/>
                <a:cxnLst/>
                <a:rect l="l" t="t" r="r" b="b"/>
                <a:pathLst>
                  <a:path w="921819" h="167337" extrusionOk="0">
                    <a:moveTo>
                      <a:pt x="921786" y="0"/>
                    </a:moveTo>
                    <a:lnTo>
                      <a:pt x="921786" y="128528"/>
                    </a:lnTo>
                    <a:cubicBezTo>
                      <a:pt x="921786" y="149870"/>
                      <a:pt x="904318" y="167338"/>
                      <a:pt x="883010" y="167338"/>
                    </a:cubicBezTo>
                    <a:lnTo>
                      <a:pt x="38776" y="167338"/>
                    </a:lnTo>
                    <a:cubicBezTo>
                      <a:pt x="17434" y="167338"/>
                      <a:pt x="0" y="149870"/>
                      <a:pt x="0" y="128528"/>
                    </a:cubicBezTo>
                    <a:lnTo>
                      <a:pt x="0" y="0"/>
                    </a:lnTo>
                    <a:lnTo>
                      <a:pt x="921820" y="0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8" name="Google Shape;1278;p30"/>
              <p:cNvSpPr/>
              <p:nvPr/>
            </p:nvSpPr>
            <p:spPr>
              <a:xfrm flipH="1">
                <a:off x="9664275" y="3357878"/>
                <a:ext cx="107007" cy="865082"/>
              </a:xfrm>
              <a:custGeom>
                <a:avLst/>
                <a:gdLst/>
                <a:ahLst/>
                <a:cxnLst/>
                <a:rect l="l" t="t" r="r" b="b"/>
                <a:pathLst>
                  <a:path w="47985" h="387929" extrusionOk="0">
                    <a:moveTo>
                      <a:pt x="38776" y="0"/>
                    </a:moveTo>
                    <a:lnTo>
                      <a:pt x="47986" y="0"/>
                    </a:lnTo>
                    <a:lnTo>
                      <a:pt x="47986" y="387929"/>
                    </a:lnTo>
                    <a:lnTo>
                      <a:pt x="38776" y="387929"/>
                    </a:lnTo>
                    <a:cubicBezTo>
                      <a:pt x="17434" y="387929"/>
                      <a:pt x="0" y="370461"/>
                      <a:pt x="0" y="349153"/>
                    </a:cubicBezTo>
                    <a:lnTo>
                      <a:pt x="0" y="38810"/>
                    </a:lnTo>
                    <a:cubicBezTo>
                      <a:pt x="0" y="17468"/>
                      <a:pt x="17434" y="34"/>
                      <a:pt x="38776" y="3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9" name="Google Shape;1279;p30"/>
              <p:cNvSpPr/>
              <p:nvPr/>
            </p:nvSpPr>
            <p:spPr>
              <a:xfrm flipH="1">
                <a:off x="9664199" y="3766299"/>
                <a:ext cx="107082" cy="373088"/>
              </a:xfrm>
              <a:custGeom>
                <a:avLst/>
                <a:gdLst/>
                <a:ahLst/>
                <a:cxnLst/>
                <a:rect l="l" t="t" r="r" b="b"/>
                <a:pathLst>
                  <a:path w="48019" h="167304" extrusionOk="0">
                    <a:moveTo>
                      <a:pt x="47986" y="0"/>
                    </a:moveTo>
                    <a:lnTo>
                      <a:pt x="47986" y="167304"/>
                    </a:lnTo>
                    <a:lnTo>
                      <a:pt x="38776" y="167304"/>
                    </a:lnTo>
                    <a:cubicBezTo>
                      <a:pt x="17434" y="167304"/>
                      <a:pt x="0" y="149836"/>
                      <a:pt x="0" y="128528"/>
                    </a:cubicBezTo>
                    <a:lnTo>
                      <a:pt x="0" y="0"/>
                    </a:lnTo>
                    <a:lnTo>
                      <a:pt x="48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0" name="Google Shape;1280;p30"/>
              <p:cNvSpPr/>
              <p:nvPr/>
            </p:nvSpPr>
            <p:spPr>
              <a:xfrm flipH="1">
                <a:off x="7715263" y="3357878"/>
                <a:ext cx="107007" cy="865082"/>
              </a:xfrm>
              <a:custGeom>
                <a:avLst/>
                <a:gdLst/>
                <a:ahLst/>
                <a:cxnLst/>
                <a:rect l="l" t="t" r="r" b="b"/>
                <a:pathLst>
                  <a:path w="47985" h="387929" extrusionOk="0">
                    <a:moveTo>
                      <a:pt x="9210" y="387929"/>
                    </a:moveTo>
                    <a:lnTo>
                      <a:pt x="0" y="387929"/>
                    </a:lnTo>
                    <a:lnTo>
                      <a:pt x="0" y="0"/>
                    </a:lnTo>
                    <a:lnTo>
                      <a:pt x="9210" y="0"/>
                    </a:lnTo>
                    <a:cubicBezTo>
                      <a:pt x="30552" y="0"/>
                      <a:pt x="47986" y="17468"/>
                      <a:pt x="47986" y="38776"/>
                    </a:cubicBezTo>
                    <a:lnTo>
                      <a:pt x="47986" y="349119"/>
                    </a:lnTo>
                    <a:cubicBezTo>
                      <a:pt x="47986" y="370461"/>
                      <a:pt x="30518" y="387895"/>
                      <a:pt x="9210" y="38789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1" name="Google Shape;1281;p30"/>
              <p:cNvSpPr/>
              <p:nvPr/>
            </p:nvSpPr>
            <p:spPr>
              <a:xfrm flipH="1">
                <a:off x="7715188" y="3766374"/>
                <a:ext cx="107082" cy="373086"/>
              </a:xfrm>
              <a:custGeom>
                <a:avLst/>
                <a:gdLst/>
                <a:ahLst/>
                <a:cxnLst/>
                <a:rect l="l" t="t" r="r" b="b"/>
                <a:pathLst>
                  <a:path w="48019" h="167303" extrusionOk="0">
                    <a:moveTo>
                      <a:pt x="9210" y="167304"/>
                    </a:moveTo>
                    <a:lnTo>
                      <a:pt x="0" y="167304"/>
                    </a:lnTo>
                    <a:lnTo>
                      <a:pt x="0" y="0"/>
                    </a:lnTo>
                    <a:lnTo>
                      <a:pt x="48020" y="0"/>
                    </a:lnTo>
                    <a:lnTo>
                      <a:pt x="48020" y="128528"/>
                    </a:lnTo>
                    <a:cubicBezTo>
                      <a:pt x="48020" y="149870"/>
                      <a:pt x="30552" y="167304"/>
                      <a:pt x="9244" y="1673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2" name="Google Shape;1282;p30"/>
              <p:cNvSpPr/>
              <p:nvPr/>
            </p:nvSpPr>
            <p:spPr>
              <a:xfrm flipH="1">
                <a:off x="7912634" y="3457557"/>
                <a:ext cx="1728040" cy="75026"/>
              </a:xfrm>
              <a:custGeom>
                <a:avLst/>
                <a:gdLst/>
                <a:ahLst/>
                <a:cxnLst/>
                <a:rect l="l" t="t" r="r" b="b"/>
                <a:pathLst>
                  <a:path w="774906" h="33644" extrusionOk="0">
                    <a:moveTo>
                      <a:pt x="16822" y="0"/>
                    </a:moveTo>
                    <a:lnTo>
                      <a:pt x="758084" y="0"/>
                    </a:lnTo>
                    <a:cubicBezTo>
                      <a:pt x="767328" y="0"/>
                      <a:pt x="774907" y="7578"/>
                      <a:pt x="774907" y="16822"/>
                    </a:cubicBezTo>
                    <a:lnTo>
                      <a:pt x="774907" y="16822"/>
                    </a:lnTo>
                    <a:cubicBezTo>
                      <a:pt x="774907" y="26066"/>
                      <a:pt x="767328" y="33644"/>
                      <a:pt x="758084" y="33644"/>
                    </a:cubicBezTo>
                    <a:lnTo>
                      <a:pt x="16822" y="33644"/>
                    </a:lnTo>
                    <a:cubicBezTo>
                      <a:pt x="7545" y="33644"/>
                      <a:pt x="0" y="26066"/>
                      <a:pt x="0" y="16822"/>
                    </a:cubicBezTo>
                    <a:lnTo>
                      <a:pt x="0" y="16822"/>
                    </a:lnTo>
                    <a:cubicBezTo>
                      <a:pt x="0" y="7578"/>
                      <a:pt x="7579" y="0"/>
                      <a:pt x="16822" y="0"/>
                    </a:cubicBez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3" name="Google Shape;1283;p30"/>
              <p:cNvSpPr/>
              <p:nvPr/>
            </p:nvSpPr>
            <p:spPr>
              <a:xfrm flipH="1">
                <a:off x="9328001" y="3283897"/>
                <a:ext cx="19247" cy="73965"/>
              </a:xfrm>
              <a:custGeom>
                <a:avLst/>
                <a:gdLst/>
                <a:ahLst/>
                <a:cxnLst/>
                <a:rect l="l" t="t" r="r" b="b"/>
                <a:pathLst>
                  <a:path w="8631" h="33168" extrusionOk="0">
                    <a:moveTo>
                      <a:pt x="0" y="0"/>
                    </a:moveTo>
                    <a:lnTo>
                      <a:pt x="8632" y="0"/>
                    </a:lnTo>
                    <a:lnTo>
                      <a:pt x="8632" y="33168"/>
                    </a:lnTo>
                    <a:lnTo>
                      <a:pt x="0" y="33168"/>
                    </a:ln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284" name="Google Shape;1284;p30"/>
              <p:cNvGrpSpPr/>
              <p:nvPr/>
            </p:nvGrpSpPr>
            <p:grpSpPr>
              <a:xfrm flipH="1">
                <a:off x="7950758" y="3766296"/>
                <a:ext cx="1585011" cy="675315"/>
                <a:chOff x="4439952" y="2779427"/>
                <a:chExt cx="710608" cy="302764"/>
              </a:xfrm>
            </p:grpSpPr>
            <p:sp>
              <p:nvSpPr>
                <p:cNvPr id="1285" name="Google Shape;1285;p30"/>
                <p:cNvSpPr/>
                <p:nvPr/>
              </p:nvSpPr>
              <p:spPr>
                <a:xfrm>
                  <a:off x="4439952" y="2779427"/>
                  <a:ext cx="71060" cy="286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" h="286520" extrusionOk="0">
                      <a:moveTo>
                        <a:pt x="0" y="0"/>
                      </a:moveTo>
                      <a:lnTo>
                        <a:pt x="71061" y="0"/>
                      </a:lnTo>
                      <a:lnTo>
                        <a:pt x="71061" y="286520"/>
                      </a:lnTo>
                      <a:lnTo>
                        <a:pt x="0" y="28652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86" name="Google Shape;1286;p30"/>
                <p:cNvSpPr/>
                <p:nvPr/>
              </p:nvSpPr>
              <p:spPr>
                <a:xfrm>
                  <a:off x="5079499" y="2795671"/>
                  <a:ext cx="71060" cy="286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" h="286520" extrusionOk="0">
                      <a:moveTo>
                        <a:pt x="0" y="0"/>
                      </a:moveTo>
                      <a:lnTo>
                        <a:pt x="71061" y="0"/>
                      </a:lnTo>
                      <a:lnTo>
                        <a:pt x="71061" y="286520"/>
                      </a:lnTo>
                      <a:lnTo>
                        <a:pt x="0" y="28652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87" name="Google Shape;1287;p30"/>
                <p:cNvSpPr/>
                <p:nvPr/>
              </p:nvSpPr>
              <p:spPr>
                <a:xfrm>
                  <a:off x="4439952" y="3018743"/>
                  <a:ext cx="710608" cy="63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8" h="63448" extrusionOk="0">
                      <a:moveTo>
                        <a:pt x="0" y="0"/>
                      </a:moveTo>
                      <a:lnTo>
                        <a:pt x="710608" y="0"/>
                      </a:lnTo>
                      <a:lnTo>
                        <a:pt x="710608" y="63448"/>
                      </a:lnTo>
                      <a:lnTo>
                        <a:pt x="0" y="6344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sp>
            <p:nvSpPr>
              <p:cNvPr id="1288" name="Google Shape;1288;p30"/>
              <p:cNvSpPr/>
              <p:nvPr/>
            </p:nvSpPr>
            <p:spPr>
              <a:xfrm flipH="1">
                <a:off x="9376164" y="3695045"/>
                <a:ext cx="160663" cy="142475"/>
              </a:xfrm>
              <a:custGeom>
                <a:avLst/>
                <a:gdLst/>
                <a:ahLst/>
                <a:cxnLst/>
                <a:rect l="l" t="t" r="r" b="b"/>
                <a:pathLst>
                  <a:path w="72046" h="63890" extrusionOk="0">
                    <a:moveTo>
                      <a:pt x="36023" y="63890"/>
                    </a:moveTo>
                    <a:cubicBezTo>
                      <a:pt x="55870" y="63890"/>
                      <a:pt x="72046" y="49549"/>
                      <a:pt x="72046" y="31945"/>
                    </a:cubicBezTo>
                    <a:cubicBezTo>
                      <a:pt x="72046" y="14341"/>
                      <a:pt x="55870" y="0"/>
                      <a:pt x="36023" y="0"/>
                    </a:cubicBezTo>
                    <a:cubicBezTo>
                      <a:pt x="16176" y="0"/>
                      <a:pt x="0" y="14375"/>
                      <a:pt x="0" y="31945"/>
                    </a:cubicBezTo>
                    <a:cubicBezTo>
                      <a:pt x="0" y="49515"/>
                      <a:pt x="16176" y="63890"/>
                      <a:pt x="36023" y="6389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9" name="Google Shape;1289;p30"/>
              <p:cNvSpPr/>
              <p:nvPr/>
            </p:nvSpPr>
            <p:spPr>
              <a:xfrm flipH="1">
                <a:off x="7950790" y="3731353"/>
                <a:ext cx="160663" cy="142475"/>
              </a:xfrm>
              <a:custGeom>
                <a:avLst/>
                <a:gdLst/>
                <a:ahLst/>
                <a:cxnLst/>
                <a:rect l="l" t="t" r="r" b="b"/>
                <a:pathLst>
                  <a:path w="72046" h="63890" extrusionOk="0">
                    <a:moveTo>
                      <a:pt x="36023" y="63890"/>
                    </a:moveTo>
                    <a:cubicBezTo>
                      <a:pt x="55870" y="63890"/>
                      <a:pt x="72046" y="49549"/>
                      <a:pt x="72046" y="31945"/>
                    </a:cubicBezTo>
                    <a:cubicBezTo>
                      <a:pt x="72046" y="14341"/>
                      <a:pt x="55870" y="0"/>
                      <a:pt x="36023" y="0"/>
                    </a:cubicBezTo>
                    <a:cubicBezTo>
                      <a:pt x="16176" y="0"/>
                      <a:pt x="0" y="14341"/>
                      <a:pt x="0" y="31945"/>
                    </a:cubicBezTo>
                    <a:cubicBezTo>
                      <a:pt x="0" y="49549"/>
                      <a:pt x="16176" y="63890"/>
                      <a:pt x="36023" y="6389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290" name="Google Shape;1290;p30"/>
              <p:cNvGrpSpPr/>
              <p:nvPr/>
            </p:nvGrpSpPr>
            <p:grpSpPr>
              <a:xfrm flipH="1">
                <a:off x="7063250" y="1284726"/>
                <a:ext cx="506187" cy="975768"/>
                <a:chOff x="4380117" y="1824165"/>
                <a:chExt cx="226939" cy="437466"/>
              </a:xfrm>
            </p:grpSpPr>
            <p:sp>
              <p:nvSpPr>
                <p:cNvPr id="1291" name="Google Shape;1291;p30"/>
                <p:cNvSpPr/>
                <p:nvPr/>
              </p:nvSpPr>
              <p:spPr>
                <a:xfrm>
                  <a:off x="4469971" y="2216942"/>
                  <a:ext cx="57501" cy="446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501" h="44689" extrusionOk="0">
                      <a:moveTo>
                        <a:pt x="57501" y="0"/>
                      </a:moveTo>
                      <a:lnTo>
                        <a:pt x="0" y="0"/>
                      </a:lnTo>
                      <a:lnTo>
                        <a:pt x="18487" y="44689"/>
                      </a:lnTo>
                      <a:lnTo>
                        <a:pt x="38776" y="44689"/>
                      </a:lnTo>
                      <a:lnTo>
                        <a:pt x="5750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2" name="Google Shape;1292;p30"/>
                <p:cNvSpPr/>
                <p:nvPr/>
              </p:nvSpPr>
              <p:spPr>
                <a:xfrm>
                  <a:off x="4496614" y="2025306"/>
                  <a:ext cx="110442" cy="191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42" h="191602" extrusionOk="0">
                      <a:moveTo>
                        <a:pt x="48054" y="0"/>
                      </a:moveTo>
                      <a:cubicBezTo>
                        <a:pt x="48054" y="0"/>
                        <a:pt x="106234" y="59574"/>
                        <a:pt x="110279" y="62973"/>
                      </a:cubicBezTo>
                      <a:cubicBezTo>
                        <a:pt x="114323" y="66337"/>
                        <a:pt x="41937" y="191603"/>
                        <a:pt x="41937" y="191603"/>
                      </a:cubicBezTo>
                      <a:lnTo>
                        <a:pt x="0" y="191603"/>
                      </a:lnTo>
                      <a:lnTo>
                        <a:pt x="0" y="8564"/>
                      </a:lnTo>
                      <a:lnTo>
                        <a:pt x="480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3" name="Google Shape;1293;p30"/>
                <p:cNvSpPr/>
                <p:nvPr/>
              </p:nvSpPr>
              <p:spPr>
                <a:xfrm>
                  <a:off x="4388719" y="2025306"/>
                  <a:ext cx="110410" cy="191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10" h="191602" extrusionOk="0">
                      <a:moveTo>
                        <a:pt x="62391" y="0"/>
                      </a:moveTo>
                      <a:cubicBezTo>
                        <a:pt x="62391" y="0"/>
                        <a:pt x="4210" y="59574"/>
                        <a:pt x="166" y="62973"/>
                      </a:cubicBezTo>
                      <a:cubicBezTo>
                        <a:pt x="-3912" y="66337"/>
                        <a:pt x="68474" y="191603"/>
                        <a:pt x="68474" y="191603"/>
                      </a:cubicBezTo>
                      <a:lnTo>
                        <a:pt x="110410" y="191603"/>
                      </a:lnTo>
                      <a:lnTo>
                        <a:pt x="110410" y="8564"/>
                      </a:lnTo>
                      <a:lnTo>
                        <a:pt x="623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4" name="Google Shape;1294;p30"/>
                <p:cNvSpPr/>
                <p:nvPr/>
              </p:nvSpPr>
              <p:spPr>
                <a:xfrm>
                  <a:off x="4381340" y="1840704"/>
                  <a:ext cx="156938" cy="1811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938" h="181135" extrusionOk="0">
                      <a:moveTo>
                        <a:pt x="0" y="0"/>
                      </a:moveTo>
                      <a:lnTo>
                        <a:pt x="20152" y="0"/>
                      </a:lnTo>
                      <a:cubicBezTo>
                        <a:pt x="95359" y="0"/>
                        <a:pt x="156939" y="61545"/>
                        <a:pt x="156939" y="136786"/>
                      </a:cubicBezTo>
                      <a:lnTo>
                        <a:pt x="156939" y="181136"/>
                      </a:lnTo>
                      <a:lnTo>
                        <a:pt x="82309" y="181136"/>
                      </a:lnTo>
                      <a:lnTo>
                        <a:pt x="82309" y="162478"/>
                      </a:lnTo>
                      <a:cubicBezTo>
                        <a:pt x="82309" y="94646"/>
                        <a:pt x="48733" y="70143"/>
                        <a:pt x="34" y="71741"/>
                      </a:cubicBezTo>
                      <a:lnTo>
                        <a:pt x="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5" name="Google Shape;1295;p30"/>
                <p:cNvSpPr/>
                <p:nvPr/>
              </p:nvSpPr>
              <p:spPr>
                <a:xfrm>
                  <a:off x="4432079" y="2021024"/>
                  <a:ext cx="132436" cy="23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436" h="23721" extrusionOk="0">
                      <a:moveTo>
                        <a:pt x="0" y="23721"/>
                      </a:moveTo>
                      <a:lnTo>
                        <a:pt x="0" y="11861"/>
                      </a:lnTo>
                      <a:cubicBezTo>
                        <a:pt x="0" y="5336"/>
                        <a:pt x="5336" y="0"/>
                        <a:pt x="11860" y="0"/>
                      </a:cubicBezTo>
                      <a:lnTo>
                        <a:pt x="120576" y="0"/>
                      </a:lnTo>
                      <a:cubicBezTo>
                        <a:pt x="127101" y="0"/>
                        <a:pt x="132436" y="5336"/>
                        <a:pt x="132436" y="11861"/>
                      </a:cubicBezTo>
                      <a:lnTo>
                        <a:pt x="132436" y="23721"/>
                      </a:lnTo>
                      <a:lnTo>
                        <a:pt x="0" y="2372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6" name="Google Shape;1296;p30"/>
                <p:cNvSpPr/>
                <p:nvPr/>
              </p:nvSpPr>
              <p:spPr>
                <a:xfrm>
                  <a:off x="4493284" y="2021024"/>
                  <a:ext cx="71230" cy="23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230" h="23721" extrusionOk="0">
                      <a:moveTo>
                        <a:pt x="0" y="0"/>
                      </a:moveTo>
                      <a:lnTo>
                        <a:pt x="59370" y="0"/>
                      </a:lnTo>
                      <a:cubicBezTo>
                        <a:pt x="65895" y="0"/>
                        <a:pt x="71231" y="5336"/>
                        <a:pt x="71231" y="11861"/>
                      </a:cubicBezTo>
                      <a:lnTo>
                        <a:pt x="71231" y="23721"/>
                      </a:lnTo>
                      <a:lnTo>
                        <a:pt x="0" y="2372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7" name="Google Shape;1297;p30"/>
                <p:cNvSpPr/>
                <p:nvPr/>
              </p:nvSpPr>
              <p:spPr>
                <a:xfrm>
                  <a:off x="4453489" y="2009877"/>
                  <a:ext cx="99131" cy="11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31" h="11248" extrusionOk="0">
                      <a:moveTo>
                        <a:pt x="93524" y="0"/>
                      </a:moveTo>
                      <a:lnTo>
                        <a:pt x="5607" y="0"/>
                      </a:lnTo>
                      <a:cubicBezTo>
                        <a:pt x="2515" y="0"/>
                        <a:pt x="0" y="2515"/>
                        <a:pt x="0" y="5607"/>
                      </a:cubicBezTo>
                      <a:lnTo>
                        <a:pt x="0" y="5607"/>
                      </a:lnTo>
                      <a:cubicBezTo>
                        <a:pt x="0" y="8700"/>
                        <a:pt x="2515" y="11249"/>
                        <a:pt x="5607" y="11249"/>
                      </a:cubicBezTo>
                      <a:lnTo>
                        <a:pt x="93524" y="11249"/>
                      </a:lnTo>
                      <a:cubicBezTo>
                        <a:pt x="96617" y="11249"/>
                        <a:pt x="99131" y="8700"/>
                        <a:pt x="99131" y="5607"/>
                      </a:cubicBezTo>
                      <a:lnTo>
                        <a:pt x="99131" y="5607"/>
                      </a:lnTo>
                      <a:cubicBezTo>
                        <a:pt x="99131" y="2515"/>
                        <a:pt x="96583" y="0"/>
                        <a:pt x="935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8" name="Google Shape;1298;p30"/>
                <p:cNvSpPr/>
                <p:nvPr/>
              </p:nvSpPr>
              <p:spPr>
                <a:xfrm>
                  <a:off x="4451585" y="1992137"/>
                  <a:ext cx="99199" cy="11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99" h="11248" extrusionOk="0">
                      <a:moveTo>
                        <a:pt x="93558" y="34"/>
                      </a:moveTo>
                      <a:lnTo>
                        <a:pt x="5641" y="34"/>
                      </a:lnTo>
                      <a:cubicBezTo>
                        <a:pt x="2549" y="34"/>
                        <a:pt x="0" y="2549"/>
                        <a:pt x="0" y="5641"/>
                      </a:cubicBezTo>
                      <a:lnTo>
                        <a:pt x="0" y="5641"/>
                      </a:lnTo>
                      <a:cubicBezTo>
                        <a:pt x="0" y="8734"/>
                        <a:pt x="2549" y="11249"/>
                        <a:pt x="5641" y="11249"/>
                      </a:cubicBezTo>
                      <a:lnTo>
                        <a:pt x="93558" y="11249"/>
                      </a:lnTo>
                      <a:cubicBezTo>
                        <a:pt x="96651" y="11249"/>
                        <a:pt x="99200" y="8700"/>
                        <a:pt x="99200" y="5607"/>
                      </a:cubicBezTo>
                      <a:lnTo>
                        <a:pt x="99200" y="5607"/>
                      </a:lnTo>
                      <a:cubicBezTo>
                        <a:pt x="99200" y="2515"/>
                        <a:pt x="96685" y="0"/>
                        <a:pt x="9355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9" name="Google Shape;1299;p30"/>
                <p:cNvSpPr/>
                <p:nvPr/>
              </p:nvSpPr>
              <p:spPr>
                <a:xfrm>
                  <a:off x="4449751" y="1974466"/>
                  <a:ext cx="99165" cy="11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65" h="11214" extrusionOk="0">
                      <a:moveTo>
                        <a:pt x="93524" y="0"/>
                      </a:moveTo>
                      <a:lnTo>
                        <a:pt x="5607" y="0"/>
                      </a:lnTo>
                      <a:cubicBezTo>
                        <a:pt x="2515" y="0"/>
                        <a:pt x="0" y="2515"/>
                        <a:pt x="0" y="5607"/>
                      </a:cubicBezTo>
                      <a:lnTo>
                        <a:pt x="0" y="5607"/>
                      </a:lnTo>
                      <a:cubicBezTo>
                        <a:pt x="0" y="8700"/>
                        <a:pt x="2515" y="11215"/>
                        <a:pt x="5607" y="11215"/>
                      </a:cubicBezTo>
                      <a:lnTo>
                        <a:pt x="93524" y="11215"/>
                      </a:lnTo>
                      <a:cubicBezTo>
                        <a:pt x="96617" y="11215"/>
                        <a:pt x="99165" y="8666"/>
                        <a:pt x="99165" y="5607"/>
                      </a:cubicBezTo>
                      <a:lnTo>
                        <a:pt x="99165" y="5607"/>
                      </a:lnTo>
                      <a:cubicBezTo>
                        <a:pt x="99165" y="2515"/>
                        <a:pt x="96651" y="0"/>
                        <a:pt x="935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0" name="Google Shape;1300;p30"/>
                <p:cNvSpPr/>
                <p:nvPr/>
              </p:nvSpPr>
              <p:spPr>
                <a:xfrm>
                  <a:off x="4447881" y="1956760"/>
                  <a:ext cx="99131" cy="11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31" h="11214" extrusionOk="0">
                      <a:moveTo>
                        <a:pt x="93524" y="0"/>
                      </a:moveTo>
                      <a:lnTo>
                        <a:pt x="5607" y="0"/>
                      </a:lnTo>
                      <a:cubicBezTo>
                        <a:pt x="2515" y="0"/>
                        <a:pt x="0" y="2515"/>
                        <a:pt x="0" y="5607"/>
                      </a:cubicBezTo>
                      <a:lnTo>
                        <a:pt x="0" y="5607"/>
                      </a:lnTo>
                      <a:cubicBezTo>
                        <a:pt x="0" y="8700"/>
                        <a:pt x="2549" y="11215"/>
                        <a:pt x="5607" y="11215"/>
                      </a:cubicBezTo>
                      <a:lnTo>
                        <a:pt x="93524" y="11215"/>
                      </a:lnTo>
                      <a:cubicBezTo>
                        <a:pt x="96617" y="11215"/>
                        <a:pt x="99132" y="8700"/>
                        <a:pt x="99132" y="5607"/>
                      </a:cubicBezTo>
                      <a:lnTo>
                        <a:pt x="99132" y="5607"/>
                      </a:lnTo>
                      <a:cubicBezTo>
                        <a:pt x="99132" y="2515"/>
                        <a:pt x="96617" y="0"/>
                        <a:pt x="935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1" name="Google Shape;1301;p30"/>
                <p:cNvSpPr/>
                <p:nvPr/>
              </p:nvSpPr>
              <p:spPr>
                <a:xfrm>
                  <a:off x="4446074" y="1936907"/>
                  <a:ext cx="99074" cy="15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74" h="15507" extrusionOk="0">
                      <a:moveTo>
                        <a:pt x="93156" y="6"/>
                      </a:moveTo>
                      <a:lnTo>
                        <a:pt x="5341" y="4288"/>
                      </a:lnTo>
                      <a:cubicBezTo>
                        <a:pt x="2249" y="4424"/>
                        <a:pt x="-130" y="7074"/>
                        <a:pt x="6" y="10167"/>
                      </a:cubicBezTo>
                      <a:lnTo>
                        <a:pt x="6" y="10167"/>
                      </a:lnTo>
                      <a:cubicBezTo>
                        <a:pt x="142" y="13259"/>
                        <a:pt x="2792" y="15638"/>
                        <a:pt x="5885" y="15502"/>
                      </a:cubicBezTo>
                      <a:lnTo>
                        <a:pt x="93734" y="11220"/>
                      </a:lnTo>
                      <a:cubicBezTo>
                        <a:pt x="96826" y="11084"/>
                        <a:pt x="99205" y="8434"/>
                        <a:pt x="99069" y="5341"/>
                      </a:cubicBezTo>
                      <a:lnTo>
                        <a:pt x="99069" y="5341"/>
                      </a:lnTo>
                      <a:cubicBezTo>
                        <a:pt x="98899" y="2249"/>
                        <a:pt x="96283" y="-130"/>
                        <a:pt x="93190" y="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2" name="Google Shape;1302;p30"/>
                <p:cNvSpPr/>
                <p:nvPr/>
              </p:nvSpPr>
              <p:spPr>
                <a:xfrm>
                  <a:off x="4437315" y="1910952"/>
                  <a:ext cx="97595" cy="2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595" h="27725" extrusionOk="0">
                      <a:moveTo>
                        <a:pt x="90939" y="99"/>
                      </a:moveTo>
                      <a:lnTo>
                        <a:pt x="4551" y="16582"/>
                      </a:lnTo>
                      <a:cubicBezTo>
                        <a:pt x="1526" y="17159"/>
                        <a:pt x="-479" y="20116"/>
                        <a:pt x="99" y="23175"/>
                      </a:cubicBezTo>
                      <a:lnTo>
                        <a:pt x="99" y="23175"/>
                      </a:lnTo>
                      <a:cubicBezTo>
                        <a:pt x="677" y="26199"/>
                        <a:pt x="3633" y="28204"/>
                        <a:pt x="6658" y="27626"/>
                      </a:cubicBezTo>
                      <a:lnTo>
                        <a:pt x="93012" y="11110"/>
                      </a:lnTo>
                      <a:cubicBezTo>
                        <a:pt x="96036" y="10532"/>
                        <a:pt x="98075" y="7576"/>
                        <a:pt x="97498" y="4551"/>
                      </a:cubicBezTo>
                      <a:lnTo>
                        <a:pt x="97498" y="4551"/>
                      </a:lnTo>
                      <a:cubicBezTo>
                        <a:pt x="96920" y="1526"/>
                        <a:pt x="93963" y="-478"/>
                        <a:pt x="90939" y="9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3" name="Google Shape;1303;p30"/>
                <p:cNvSpPr/>
                <p:nvPr/>
              </p:nvSpPr>
              <p:spPr>
                <a:xfrm>
                  <a:off x="4429531" y="1882948"/>
                  <a:ext cx="90598" cy="49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598" h="49035" extrusionOk="0">
                      <a:moveTo>
                        <a:pt x="82580" y="542"/>
                      </a:moveTo>
                      <a:lnTo>
                        <a:pt x="3193" y="38366"/>
                      </a:lnTo>
                      <a:cubicBezTo>
                        <a:pt x="406" y="39692"/>
                        <a:pt x="-783" y="43056"/>
                        <a:pt x="542" y="45843"/>
                      </a:cubicBezTo>
                      <a:lnTo>
                        <a:pt x="542" y="45843"/>
                      </a:lnTo>
                      <a:cubicBezTo>
                        <a:pt x="1867" y="48630"/>
                        <a:pt x="5232" y="49819"/>
                        <a:pt x="8018" y="48494"/>
                      </a:cubicBezTo>
                      <a:lnTo>
                        <a:pt x="87405" y="10669"/>
                      </a:lnTo>
                      <a:cubicBezTo>
                        <a:pt x="90192" y="9344"/>
                        <a:pt x="91382" y="5980"/>
                        <a:pt x="90056" y="3193"/>
                      </a:cubicBezTo>
                      <a:lnTo>
                        <a:pt x="90056" y="3193"/>
                      </a:lnTo>
                      <a:cubicBezTo>
                        <a:pt x="88731" y="406"/>
                        <a:pt x="85332" y="-783"/>
                        <a:pt x="82546" y="542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4" name="Google Shape;1304;p30"/>
                <p:cNvSpPr/>
                <p:nvPr/>
              </p:nvSpPr>
              <p:spPr>
                <a:xfrm>
                  <a:off x="4422838" y="1855265"/>
                  <a:ext cx="71972" cy="7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972" h="74814" extrusionOk="0">
                      <a:moveTo>
                        <a:pt x="62324" y="1718"/>
                      </a:moveTo>
                      <a:lnTo>
                        <a:pt x="1560" y="65302"/>
                      </a:lnTo>
                      <a:cubicBezTo>
                        <a:pt x="-581" y="67545"/>
                        <a:pt x="-513" y="71113"/>
                        <a:pt x="1730" y="73254"/>
                      </a:cubicBezTo>
                      <a:lnTo>
                        <a:pt x="1730" y="73254"/>
                      </a:lnTo>
                      <a:cubicBezTo>
                        <a:pt x="3973" y="75395"/>
                        <a:pt x="7541" y="75327"/>
                        <a:pt x="9682" y="73085"/>
                      </a:cubicBezTo>
                      <a:lnTo>
                        <a:pt x="70412" y="9500"/>
                      </a:lnTo>
                      <a:cubicBezTo>
                        <a:pt x="72553" y="7257"/>
                        <a:pt x="72485" y="3689"/>
                        <a:pt x="70242" y="1548"/>
                      </a:cubicBezTo>
                      <a:lnTo>
                        <a:pt x="70242" y="1548"/>
                      </a:lnTo>
                      <a:cubicBezTo>
                        <a:pt x="67999" y="-593"/>
                        <a:pt x="64431" y="-491"/>
                        <a:pt x="62324" y="171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5" name="Google Shape;1305;p30"/>
                <p:cNvSpPr/>
                <p:nvPr/>
              </p:nvSpPr>
              <p:spPr>
                <a:xfrm>
                  <a:off x="4416185" y="1835374"/>
                  <a:ext cx="45386" cy="922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86" h="92221" extrusionOk="0">
                      <a:moveTo>
                        <a:pt x="34619" y="3427"/>
                      </a:moveTo>
                      <a:lnTo>
                        <a:pt x="431" y="84445"/>
                      </a:lnTo>
                      <a:cubicBezTo>
                        <a:pt x="-758" y="87299"/>
                        <a:pt x="601" y="90596"/>
                        <a:pt x="3422" y="91785"/>
                      </a:cubicBezTo>
                      <a:lnTo>
                        <a:pt x="3422" y="91785"/>
                      </a:lnTo>
                      <a:cubicBezTo>
                        <a:pt x="6277" y="92975"/>
                        <a:pt x="9573" y="91649"/>
                        <a:pt x="10762" y="88795"/>
                      </a:cubicBezTo>
                      <a:lnTo>
                        <a:pt x="44951" y="7777"/>
                      </a:lnTo>
                      <a:cubicBezTo>
                        <a:pt x="46140" y="4956"/>
                        <a:pt x="44815" y="1625"/>
                        <a:pt x="41960" y="436"/>
                      </a:cubicBezTo>
                      <a:lnTo>
                        <a:pt x="41960" y="436"/>
                      </a:lnTo>
                      <a:cubicBezTo>
                        <a:pt x="39105" y="-753"/>
                        <a:pt x="35809" y="572"/>
                        <a:pt x="34585" y="342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6" name="Google Shape;1306;p30"/>
                <p:cNvSpPr/>
                <p:nvPr/>
              </p:nvSpPr>
              <p:spPr>
                <a:xfrm>
                  <a:off x="4407685" y="1824165"/>
                  <a:ext cx="19556" cy="98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56" h="98768" extrusionOk="0">
                      <a:moveTo>
                        <a:pt x="8354" y="5086"/>
                      </a:moveTo>
                      <a:lnTo>
                        <a:pt x="28" y="92629"/>
                      </a:lnTo>
                      <a:cubicBezTo>
                        <a:pt x="-279" y="95722"/>
                        <a:pt x="1999" y="98440"/>
                        <a:pt x="5091" y="98746"/>
                      </a:cubicBezTo>
                      <a:lnTo>
                        <a:pt x="5091" y="98746"/>
                      </a:lnTo>
                      <a:cubicBezTo>
                        <a:pt x="8149" y="99018"/>
                        <a:pt x="10902" y="96775"/>
                        <a:pt x="11208" y="93683"/>
                      </a:cubicBezTo>
                      <a:lnTo>
                        <a:pt x="19534" y="6140"/>
                      </a:lnTo>
                      <a:cubicBezTo>
                        <a:pt x="19806" y="3047"/>
                        <a:pt x="17563" y="294"/>
                        <a:pt x="14471" y="22"/>
                      </a:cubicBezTo>
                      <a:lnTo>
                        <a:pt x="14471" y="22"/>
                      </a:lnTo>
                      <a:cubicBezTo>
                        <a:pt x="11378" y="-250"/>
                        <a:pt x="8625" y="1993"/>
                        <a:pt x="8320" y="508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7" name="Google Shape;1307;p30"/>
                <p:cNvSpPr/>
                <p:nvPr/>
              </p:nvSpPr>
              <p:spPr>
                <a:xfrm>
                  <a:off x="4380117" y="1825037"/>
                  <a:ext cx="11486" cy="991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86" h="99165" extrusionOk="0">
                      <a:moveTo>
                        <a:pt x="238" y="5607"/>
                      </a:moveTo>
                      <a:lnTo>
                        <a:pt x="0" y="93524"/>
                      </a:lnTo>
                      <a:cubicBezTo>
                        <a:pt x="0" y="96617"/>
                        <a:pt x="2515" y="99166"/>
                        <a:pt x="5607" y="99166"/>
                      </a:cubicBezTo>
                      <a:lnTo>
                        <a:pt x="5607" y="99166"/>
                      </a:lnTo>
                      <a:cubicBezTo>
                        <a:pt x="8700" y="99166"/>
                        <a:pt x="11249" y="96651"/>
                        <a:pt x="11249" y="93558"/>
                      </a:cubicBezTo>
                      <a:lnTo>
                        <a:pt x="11486" y="5641"/>
                      </a:lnTo>
                      <a:cubicBezTo>
                        <a:pt x="11486" y="2549"/>
                        <a:pt x="8971" y="34"/>
                        <a:pt x="5879" y="0"/>
                      </a:cubicBezTo>
                      <a:lnTo>
                        <a:pt x="5879" y="0"/>
                      </a:lnTo>
                      <a:cubicBezTo>
                        <a:pt x="2787" y="0"/>
                        <a:pt x="272" y="2515"/>
                        <a:pt x="238" y="560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1308" name="Google Shape;1308;p30"/>
              <p:cNvGrpSpPr/>
              <p:nvPr/>
            </p:nvGrpSpPr>
            <p:grpSpPr>
              <a:xfrm flipH="1">
                <a:off x="8101743" y="3785367"/>
                <a:ext cx="1282941" cy="330190"/>
                <a:chOff x="2195175" y="2564277"/>
                <a:chExt cx="575181" cy="148034"/>
              </a:xfrm>
            </p:grpSpPr>
            <p:sp>
              <p:nvSpPr>
                <p:cNvPr id="1309" name="Google Shape;1309;p30"/>
                <p:cNvSpPr/>
                <p:nvPr/>
              </p:nvSpPr>
              <p:spPr>
                <a:xfrm>
                  <a:off x="2692873" y="2596358"/>
                  <a:ext cx="63822" cy="79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7982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79829"/>
                      </a:lnTo>
                      <a:lnTo>
                        <a:pt x="0" y="798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0" name="Google Shape;1310;p30"/>
                <p:cNvSpPr/>
                <p:nvPr/>
              </p:nvSpPr>
              <p:spPr>
                <a:xfrm>
                  <a:off x="2692873" y="2606622"/>
                  <a:ext cx="63822" cy="11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11384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11385"/>
                      </a:lnTo>
                      <a:lnTo>
                        <a:pt x="0" y="11385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1" name="Google Shape;1311;p30"/>
                <p:cNvSpPr/>
                <p:nvPr/>
              </p:nvSpPr>
              <p:spPr>
                <a:xfrm>
                  <a:off x="2744731" y="2566146"/>
                  <a:ext cx="25624" cy="14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4" h="143107" extrusionOk="0">
                      <a:moveTo>
                        <a:pt x="25624" y="0"/>
                      </a:moveTo>
                      <a:lnTo>
                        <a:pt x="12812" y="0"/>
                      </a:lnTo>
                      <a:cubicBezTo>
                        <a:pt x="5777" y="0"/>
                        <a:pt x="0" y="5777"/>
                        <a:pt x="0" y="12812"/>
                      </a:cubicBezTo>
                      <a:lnTo>
                        <a:pt x="0" y="130295"/>
                      </a:lnTo>
                      <a:cubicBezTo>
                        <a:pt x="0" y="137330"/>
                        <a:pt x="5777" y="143107"/>
                        <a:pt x="12812" y="143107"/>
                      </a:cubicBezTo>
                      <a:lnTo>
                        <a:pt x="25624" y="143107"/>
                      </a:lnTo>
                      <a:lnTo>
                        <a:pt x="256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2" name="Google Shape;1312;p30"/>
                <p:cNvSpPr/>
                <p:nvPr/>
              </p:nvSpPr>
              <p:spPr>
                <a:xfrm>
                  <a:off x="2744731" y="2632280"/>
                  <a:ext cx="25624" cy="76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4" h="76974" extrusionOk="0">
                      <a:moveTo>
                        <a:pt x="0" y="0"/>
                      </a:moveTo>
                      <a:lnTo>
                        <a:pt x="0" y="64162"/>
                      </a:lnTo>
                      <a:cubicBezTo>
                        <a:pt x="0" y="71197"/>
                        <a:pt x="5777" y="76974"/>
                        <a:pt x="12812" y="76974"/>
                      </a:cubicBezTo>
                      <a:lnTo>
                        <a:pt x="25624" y="76974"/>
                      </a:lnTo>
                      <a:lnTo>
                        <a:pt x="2562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3" name="Google Shape;1313;p30"/>
                <p:cNvSpPr/>
                <p:nvPr/>
              </p:nvSpPr>
              <p:spPr>
                <a:xfrm>
                  <a:off x="2272625" y="2564277"/>
                  <a:ext cx="423680" cy="1480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680" h="148034" extrusionOk="0">
                      <a:moveTo>
                        <a:pt x="14341" y="0"/>
                      </a:moveTo>
                      <a:lnTo>
                        <a:pt x="409339" y="0"/>
                      </a:lnTo>
                      <a:cubicBezTo>
                        <a:pt x="417257" y="0"/>
                        <a:pt x="423680" y="6661"/>
                        <a:pt x="423680" y="14783"/>
                      </a:cubicBezTo>
                      <a:lnTo>
                        <a:pt x="423680" y="133252"/>
                      </a:lnTo>
                      <a:cubicBezTo>
                        <a:pt x="423680" y="141408"/>
                        <a:pt x="417257" y="148035"/>
                        <a:pt x="409339" y="148035"/>
                      </a:cubicBezTo>
                      <a:lnTo>
                        <a:pt x="14341" y="148035"/>
                      </a:lnTo>
                      <a:cubicBezTo>
                        <a:pt x="6457" y="148035"/>
                        <a:pt x="0" y="141374"/>
                        <a:pt x="0" y="133252"/>
                      </a:cubicBezTo>
                      <a:lnTo>
                        <a:pt x="0" y="14783"/>
                      </a:lnTo>
                      <a:cubicBezTo>
                        <a:pt x="0" y="6661"/>
                        <a:pt x="6457" y="0"/>
                        <a:pt x="1434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4" name="Google Shape;1314;p30"/>
                <p:cNvSpPr/>
                <p:nvPr/>
              </p:nvSpPr>
              <p:spPr>
                <a:xfrm>
                  <a:off x="2285267" y="2573283"/>
                  <a:ext cx="397954" cy="130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954" h="130295" extrusionOk="0">
                      <a:moveTo>
                        <a:pt x="12608" y="0"/>
                      </a:moveTo>
                      <a:lnTo>
                        <a:pt x="385312" y="0"/>
                      </a:lnTo>
                      <a:cubicBezTo>
                        <a:pt x="392245" y="0"/>
                        <a:pt x="397954" y="5845"/>
                        <a:pt x="397954" y="13016"/>
                      </a:cubicBezTo>
                      <a:lnTo>
                        <a:pt x="397954" y="117279"/>
                      </a:lnTo>
                      <a:cubicBezTo>
                        <a:pt x="397954" y="124416"/>
                        <a:pt x="392245" y="130295"/>
                        <a:pt x="385312" y="130295"/>
                      </a:cubicBezTo>
                      <a:lnTo>
                        <a:pt x="12608" y="130295"/>
                      </a:lnTo>
                      <a:cubicBezTo>
                        <a:pt x="5675" y="130295"/>
                        <a:pt x="0" y="124416"/>
                        <a:pt x="0" y="117279"/>
                      </a:cubicBezTo>
                      <a:lnTo>
                        <a:pt x="0" y="13016"/>
                      </a:lnTo>
                      <a:cubicBezTo>
                        <a:pt x="0" y="5845"/>
                        <a:pt x="5675" y="0"/>
                        <a:pt x="12608" y="0"/>
                      </a:cubicBez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grpSp>
              <p:nvGrpSpPr>
                <p:cNvPr id="1315" name="Google Shape;1315;p30"/>
                <p:cNvGrpSpPr/>
                <p:nvPr/>
              </p:nvGrpSpPr>
              <p:grpSpPr>
                <a:xfrm>
                  <a:off x="2445264" y="2583716"/>
                  <a:ext cx="207540" cy="106166"/>
                  <a:chOff x="2445264" y="2583716"/>
                  <a:chExt cx="207540" cy="106166"/>
                </a:xfrm>
              </p:grpSpPr>
              <p:sp>
                <p:nvSpPr>
                  <p:cNvPr id="1316" name="Google Shape;1316;p30"/>
                  <p:cNvSpPr/>
                  <p:nvPr/>
                </p:nvSpPr>
                <p:spPr>
                  <a:xfrm>
                    <a:off x="2445264" y="2628813"/>
                    <a:ext cx="53694" cy="20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694" h="20900" extrusionOk="0">
                        <a:moveTo>
                          <a:pt x="0" y="0"/>
                        </a:moveTo>
                        <a:lnTo>
                          <a:pt x="53695" y="0"/>
                        </a:lnTo>
                        <a:lnTo>
                          <a:pt x="53695" y="20900"/>
                        </a:lnTo>
                        <a:lnTo>
                          <a:pt x="0" y="2090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17" name="Google Shape;1317;p30"/>
                  <p:cNvSpPr/>
                  <p:nvPr/>
                </p:nvSpPr>
                <p:spPr>
                  <a:xfrm>
                    <a:off x="2599110" y="2627216"/>
                    <a:ext cx="53694" cy="20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694" h="20900" extrusionOk="0">
                        <a:moveTo>
                          <a:pt x="0" y="0"/>
                        </a:moveTo>
                        <a:lnTo>
                          <a:pt x="53695" y="0"/>
                        </a:lnTo>
                        <a:lnTo>
                          <a:pt x="53695" y="20900"/>
                        </a:lnTo>
                        <a:lnTo>
                          <a:pt x="0" y="2090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18" name="Google Shape;1318;p30"/>
                  <p:cNvSpPr/>
                  <p:nvPr/>
                </p:nvSpPr>
                <p:spPr>
                  <a:xfrm>
                    <a:off x="2494643" y="2583716"/>
                    <a:ext cx="106166" cy="1061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166" h="106166" extrusionOk="0">
                        <a:moveTo>
                          <a:pt x="53083" y="106166"/>
                        </a:moveTo>
                        <a:cubicBezTo>
                          <a:pt x="82309" y="106166"/>
                          <a:pt x="106166" y="82309"/>
                          <a:pt x="106166" y="53083"/>
                        </a:cubicBezTo>
                        <a:cubicBezTo>
                          <a:pt x="106166" y="23857"/>
                          <a:pt x="82309" y="0"/>
                          <a:pt x="53083" y="0"/>
                        </a:cubicBezTo>
                        <a:cubicBezTo>
                          <a:pt x="23857" y="0"/>
                          <a:pt x="0" y="23857"/>
                          <a:pt x="0" y="53083"/>
                        </a:cubicBezTo>
                        <a:cubicBezTo>
                          <a:pt x="0" y="82309"/>
                          <a:pt x="23823" y="106166"/>
                          <a:pt x="53083" y="106166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19" name="Google Shape;1319;p30"/>
                  <p:cNvSpPr/>
                  <p:nvPr/>
                </p:nvSpPr>
                <p:spPr>
                  <a:xfrm>
                    <a:off x="2503037" y="2592110"/>
                    <a:ext cx="89378" cy="893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378" h="89378" extrusionOk="0">
                        <a:moveTo>
                          <a:pt x="44689" y="89378"/>
                        </a:moveTo>
                        <a:cubicBezTo>
                          <a:pt x="69328" y="89378"/>
                          <a:pt x="89378" y="69294"/>
                          <a:pt x="89378" y="44689"/>
                        </a:cubicBezTo>
                        <a:cubicBezTo>
                          <a:pt x="89378" y="20085"/>
                          <a:pt x="69294" y="0"/>
                          <a:pt x="44689" y="0"/>
                        </a:cubicBezTo>
                        <a:cubicBezTo>
                          <a:pt x="20085" y="0"/>
                          <a:pt x="0" y="20085"/>
                          <a:pt x="0" y="44689"/>
                        </a:cubicBezTo>
                        <a:cubicBezTo>
                          <a:pt x="0" y="69294"/>
                          <a:pt x="20085" y="89378"/>
                          <a:pt x="44689" y="8937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0" name="Google Shape;1320;p30"/>
                  <p:cNvSpPr/>
                  <p:nvPr/>
                </p:nvSpPr>
                <p:spPr>
                  <a:xfrm>
                    <a:off x="2503037" y="2592110"/>
                    <a:ext cx="89378" cy="463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378" h="46388" extrusionOk="0">
                        <a:moveTo>
                          <a:pt x="44689" y="0"/>
                        </a:moveTo>
                        <a:cubicBezTo>
                          <a:pt x="69362" y="0"/>
                          <a:pt x="89378" y="20017"/>
                          <a:pt x="89378" y="44689"/>
                        </a:cubicBezTo>
                        <a:cubicBezTo>
                          <a:pt x="89378" y="45267"/>
                          <a:pt x="89378" y="45811"/>
                          <a:pt x="89310" y="46388"/>
                        </a:cubicBezTo>
                        <a:lnTo>
                          <a:pt x="34" y="46388"/>
                        </a:lnTo>
                        <a:cubicBezTo>
                          <a:pt x="34" y="45811"/>
                          <a:pt x="0" y="45267"/>
                          <a:pt x="0" y="44689"/>
                        </a:cubicBezTo>
                        <a:cubicBezTo>
                          <a:pt x="0" y="20017"/>
                          <a:pt x="20017" y="0"/>
                          <a:pt x="44689" y="0"/>
                        </a:cubicBezTo>
                        <a:close/>
                      </a:path>
                    </a:pathLst>
                  </a:custGeom>
                  <a:solidFill>
                    <a:srgbClr val="74D9E8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1" name="Google Shape;1321;p30"/>
                  <p:cNvSpPr/>
                  <p:nvPr/>
                </p:nvSpPr>
                <p:spPr>
                  <a:xfrm>
                    <a:off x="2546877" y="2599961"/>
                    <a:ext cx="46223" cy="379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223" h="37994" extrusionOk="0">
                        <a:moveTo>
                          <a:pt x="42004" y="18318"/>
                        </a:moveTo>
                        <a:cubicBezTo>
                          <a:pt x="44961" y="24673"/>
                          <a:pt x="46320" y="31401"/>
                          <a:pt x="46218" y="37994"/>
                        </a:cubicBezTo>
                        <a:lnTo>
                          <a:pt x="0" y="37994"/>
                        </a:lnTo>
                        <a:lnTo>
                          <a:pt x="26168" y="0"/>
                        </a:lnTo>
                        <a:cubicBezTo>
                          <a:pt x="32829" y="4384"/>
                          <a:pt x="38368" y="10603"/>
                          <a:pt x="42004" y="18318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2" name="Google Shape;1322;p30"/>
                  <p:cNvSpPr/>
                  <p:nvPr/>
                </p:nvSpPr>
                <p:spPr>
                  <a:xfrm>
                    <a:off x="2527812" y="2592375"/>
                    <a:ext cx="42887" cy="463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887" h="46361" extrusionOk="0">
                        <a:moveTo>
                          <a:pt x="23687" y="143"/>
                        </a:moveTo>
                        <a:cubicBezTo>
                          <a:pt x="30722" y="687"/>
                          <a:pt x="37212" y="2828"/>
                          <a:pt x="42888" y="6193"/>
                        </a:cubicBezTo>
                        <a:lnTo>
                          <a:pt x="20085" y="46362"/>
                        </a:lnTo>
                        <a:lnTo>
                          <a:pt x="0" y="4833"/>
                        </a:lnTo>
                        <a:cubicBezTo>
                          <a:pt x="7069" y="1231"/>
                          <a:pt x="15225" y="-536"/>
                          <a:pt x="23721" y="14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3" name="Google Shape;1323;p30"/>
                  <p:cNvSpPr/>
                  <p:nvPr/>
                </p:nvSpPr>
                <p:spPr>
                  <a:xfrm>
                    <a:off x="2503770" y="2600402"/>
                    <a:ext cx="46199" cy="385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199" h="38572" extrusionOk="0">
                        <a:moveTo>
                          <a:pt x="5554" y="15021"/>
                        </a:moveTo>
                        <a:cubicBezTo>
                          <a:pt x="8953" y="8836"/>
                          <a:pt x="13540" y="3806"/>
                          <a:pt x="18944" y="0"/>
                        </a:cubicBezTo>
                        <a:lnTo>
                          <a:pt x="46199" y="37349"/>
                        </a:lnTo>
                        <a:lnTo>
                          <a:pt x="49" y="38572"/>
                        </a:lnTo>
                        <a:cubicBezTo>
                          <a:pt x="-325" y="30620"/>
                          <a:pt x="1442" y="22497"/>
                          <a:pt x="5520" y="1502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grpSp>
                <p:nvGrpSpPr>
                  <p:cNvPr id="1324" name="Google Shape;1324;p30"/>
                  <p:cNvGrpSpPr/>
                  <p:nvPr/>
                </p:nvGrpSpPr>
                <p:grpSpPr>
                  <a:xfrm>
                    <a:off x="2527089" y="2609748"/>
                    <a:ext cx="30439" cy="37610"/>
                    <a:chOff x="4840276" y="2840598"/>
                    <a:chExt cx="30439" cy="37610"/>
                  </a:xfrm>
                </p:grpSpPr>
                <p:sp>
                  <p:nvSpPr>
                    <p:cNvPr id="1325" name="Google Shape;1325;p30"/>
                    <p:cNvSpPr/>
                    <p:nvPr/>
                  </p:nvSpPr>
                  <p:spPr>
                    <a:xfrm>
                      <a:off x="4850500" y="2857984"/>
                      <a:ext cx="20215" cy="202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215" h="20224" extrusionOk="0">
                          <a:moveTo>
                            <a:pt x="8171" y="184"/>
                          </a:moveTo>
                          <a:cubicBezTo>
                            <a:pt x="13642" y="-869"/>
                            <a:pt x="18978" y="2699"/>
                            <a:pt x="20031" y="8171"/>
                          </a:cubicBezTo>
                          <a:cubicBezTo>
                            <a:pt x="21085" y="13642"/>
                            <a:pt x="17516" y="18944"/>
                            <a:pt x="12045" y="20031"/>
                          </a:cubicBezTo>
                          <a:cubicBezTo>
                            <a:pt x="6573" y="21119"/>
                            <a:pt x="1238" y="17516"/>
                            <a:pt x="184" y="12045"/>
                          </a:cubicBezTo>
                          <a:cubicBezTo>
                            <a:pt x="-869" y="6573"/>
                            <a:pt x="2699" y="1238"/>
                            <a:pt x="8171" y="184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noProof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p:txBody>
                </p:sp>
                <p:sp>
                  <p:nvSpPr>
                    <p:cNvPr id="1326" name="Google Shape;1326;p30"/>
                    <p:cNvSpPr/>
                    <p:nvPr/>
                  </p:nvSpPr>
                  <p:spPr>
                    <a:xfrm>
                      <a:off x="4840276" y="2840598"/>
                      <a:ext cx="20501" cy="2569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501" h="25692" extrusionOk="0">
                          <a:moveTo>
                            <a:pt x="14351" y="25692"/>
                          </a:moveTo>
                          <a:lnTo>
                            <a:pt x="20502" y="21410"/>
                          </a:lnTo>
                          <a:lnTo>
                            <a:pt x="6806" y="1597"/>
                          </a:lnTo>
                          <a:cubicBezTo>
                            <a:pt x="5651" y="-68"/>
                            <a:pt x="3306" y="-510"/>
                            <a:pt x="1606" y="646"/>
                          </a:cubicBezTo>
                          <a:lnTo>
                            <a:pt x="1606" y="646"/>
                          </a:lnTo>
                          <a:cubicBezTo>
                            <a:pt x="-93" y="1835"/>
                            <a:pt x="-501" y="4180"/>
                            <a:pt x="655" y="5845"/>
                          </a:cubicBezTo>
                          <a:lnTo>
                            <a:pt x="14317" y="25658"/>
                          </a:ln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noProof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p:txBody>
                </p:sp>
              </p:grpSp>
            </p:grpSp>
            <p:sp>
              <p:nvSpPr>
                <p:cNvPr id="1327" name="Google Shape;1327;p30"/>
                <p:cNvSpPr/>
                <p:nvPr/>
              </p:nvSpPr>
              <p:spPr>
                <a:xfrm>
                  <a:off x="2310041" y="2586265"/>
                  <a:ext cx="102360" cy="102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360" h="102360" extrusionOk="0">
                      <a:moveTo>
                        <a:pt x="51180" y="0"/>
                      </a:moveTo>
                      <a:cubicBezTo>
                        <a:pt x="79421" y="0"/>
                        <a:pt x="102360" y="22939"/>
                        <a:pt x="102360" y="51180"/>
                      </a:cubicBezTo>
                      <a:cubicBezTo>
                        <a:pt x="102360" y="79421"/>
                        <a:pt x="79421" y="102360"/>
                        <a:pt x="51180" y="102360"/>
                      </a:cubicBezTo>
                      <a:cubicBezTo>
                        <a:pt x="22939" y="102360"/>
                        <a:pt x="0" y="79421"/>
                        <a:pt x="0" y="51180"/>
                      </a:cubicBezTo>
                      <a:cubicBezTo>
                        <a:pt x="0" y="22939"/>
                        <a:pt x="22939" y="0"/>
                        <a:pt x="51180" y="0"/>
                      </a:cubicBezTo>
                      <a:lnTo>
                        <a:pt x="51180" y="0"/>
                      </a:lnTo>
                      <a:close/>
                      <a:moveTo>
                        <a:pt x="51180" y="41936"/>
                      </a:moveTo>
                      <a:cubicBezTo>
                        <a:pt x="46048" y="41936"/>
                        <a:pt x="41903" y="46082"/>
                        <a:pt x="41903" y="51180"/>
                      </a:cubicBezTo>
                      <a:cubicBezTo>
                        <a:pt x="41903" y="56278"/>
                        <a:pt x="46048" y="60458"/>
                        <a:pt x="51180" y="60458"/>
                      </a:cubicBezTo>
                      <a:cubicBezTo>
                        <a:pt x="56312" y="60458"/>
                        <a:pt x="60458" y="56312"/>
                        <a:pt x="60458" y="51180"/>
                      </a:cubicBezTo>
                      <a:cubicBezTo>
                        <a:pt x="60458" y="46048"/>
                        <a:pt x="56312" y="41936"/>
                        <a:pt x="51180" y="41936"/>
                      </a:cubicBezTo>
                      <a:lnTo>
                        <a:pt x="51180" y="41936"/>
                      </a:lnTo>
                      <a:close/>
                      <a:moveTo>
                        <a:pt x="57263" y="30110"/>
                      </a:moveTo>
                      <a:cubicBezTo>
                        <a:pt x="64502" y="32183"/>
                        <a:pt x="70177" y="37892"/>
                        <a:pt x="72284" y="45097"/>
                      </a:cubicBezTo>
                      <a:lnTo>
                        <a:pt x="89073" y="45097"/>
                      </a:lnTo>
                      <a:cubicBezTo>
                        <a:pt x="86490" y="28784"/>
                        <a:pt x="73576" y="15905"/>
                        <a:pt x="57297" y="13322"/>
                      </a:cubicBezTo>
                      <a:lnTo>
                        <a:pt x="57297" y="30110"/>
                      </a:lnTo>
                      <a:lnTo>
                        <a:pt x="57297" y="30110"/>
                      </a:lnTo>
                      <a:close/>
                      <a:moveTo>
                        <a:pt x="72284" y="57263"/>
                      </a:moveTo>
                      <a:cubicBezTo>
                        <a:pt x="70177" y="64502"/>
                        <a:pt x="64502" y="70177"/>
                        <a:pt x="57263" y="72284"/>
                      </a:cubicBezTo>
                      <a:lnTo>
                        <a:pt x="57263" y="89072"/>
                      </a:lnTo>
                      <a:cubicBezTo>
                        <a:pt x="73576" y="86456"/>
                        <a:pt x="86456" y="73576"/>
                        <a:pt x="89038" y="57263"/>
                      </a:cubicBezTo>
                      <a:lnTo>
                        <a:pt x="72250" y="57263"/>
                      </a:lnTo>
                      <a:close/>
                      <a:moveTo>
                        <a:pt x="45131" y="72284"/>
                      </a:moveTo>
                      <a:cubicBezTo>
                        <a:pt x="37926" y="70177"/>
                        <a:pt x="32217" y="64502"/>
                        <a:pt x="30144" y="57263"/>
                      </a:cubicBezTo>
                      <a:lnTo>
                        <a:pt x="13356" y="57263"/>
                      </a:lnTo>
                      <a:cubicBezTo>
                        <a:pt x="15939" y="73576"/>
                        <a:pt x="28853" y="86456"/>
                        <a:pt x="45131" y="89072"/>
                      </a:cubicBezTo>
                      <a:lnTo>
                        <a:pt x="45131" y="72284"/>
                      </a:lnTo>
                      <a:lnTo>
                        <a:pt x="45131" y="72284"/>
                      </a:lnTo>
                      <a:close/>
                      <a:moveTo>
                        <a:pt x="30144" y="45131"/>
                      </a:moveTo>
                      <a:cubicBezTo>
                        <a:pt x="32217" y="37892"/>
                        <a:pt x="37926" y="32217"/>
                        <a:pt x="45131" y="30144"/>
                      </a:cubicBezTo>
                      <a:lnTo>
                        <a:pt x="45131" y="13356"/>
                      </a:lnTo>
                      <a:cubicBezTo>
                        <a:pt x="28853" y="15939"/>
                        <a:pt x="15939" y="28853"/>
                        <a:pt x="13356" y="45131"/>
                      </a:cubicBezTo>
                      <a:lnTo>
                        <a:pt x="30144" y="4513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28" name="Google Shape;1328;p30"/>
                <p:cNvSpPr/>
                <p:nvPr/>
              </p:nvSpPr>
              <p:spPr>
                <a:xfrm>
                  <a:off x="2208836" y="2598499"/>
                  <a:ext cx="63822" cy="79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7982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79829"/>
                      </a:lnTo>
                      <a:lnTo>
                        <a:pt x="0" y="798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29" name="Google Shape;1329;p30"/>
                <p:cNvSpPr/>
                <p:nvPr/>
              </p:nvSpPr>
              <p:spPr>
                <a:xfrm>
                  <a:off x="2208836" y="2608729"/>
                  <a:ext cx="63822" cy="11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1141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11419"/>
                      </a:lnTo>
                      <a:lnTo>
                        <a:pt x="0" y="11419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30" name="Google Shape;1330;p30"/>
                <p:cNvSpPr/>
                <p:nvPr/>
              </p:nvSpPr>
              <p:spPr>
                <a:xfrm>
                  <a:off x="2195175" y="2568219"/>
                  <a:ext cx="25623" cy="14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3" h="143107" extrusionOk="0">
                      <a:moveTo>
                        <a:pt x="0" y="34"/>
                      </a:moveTo>
                      <a:lnTo>
                        <a:pt x="12812" y="34"/>
                      </a:lnTo>
                      <a:cubicBezTo>
                        <a:pt x="19847" y="34"/>
                        <a:pt x="25624" y="5811"/>
                        <a:pt x="25624" y="12846"/>
                      </a:cubicBezTo>
                      <a:lnTo>
                        <a:pt x="25624" y="130295"/>
                      </a:lnTo>
                      <a:cubicBezTo>
                        <a:pt x="25624" y="137330"/>
                        <a:pt x="19847" y="143107"/>
                        <a:pt x="12812" y="143107"/>
                      </a:cubicBezTo>
                      <a:lnTo>
                        <a:pt x="0" y="14310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31" name="Google Shape;1331;p30"/>
                <p:cNvSpPr/>
                <p:nvPr/>
              </p:nvSpPr>
              <p:spPr>
                <a:xfrm>
                  <a:off x="2195175" y="2634387"/>
                  <a:ext cx="25623" cy="76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3" h="76974" extrusionOk="0">
                      <a:moveTo>
                        <a:pt x="25624" y="0"/>
                      </a:moveTo>
                      <a:lnTo>
                        <a:pt x="25624" y="64162"/>
                      </a:lnTo>
                      <a:cubicBezTo>
                        <a:pt x="25624" y="71197"/>
                        <a:pt x="19847" y="76974"/>
                        <a:pt x="12812" y="76974"/>
                      </a:cubicBezTo>
                      <a:lnTo>
                        <a:pt x="0" y="76974"/>
                      </a:lnTo>
                      <a:lnTo>
                        <a:pt x="0" y="0"/>
                      </a:lnTo>
                      <a:lnTo>
                        <a:pt x="25624" y="0"/>
                      </a:lnTo>
                      <a:close/>
                    </a:path>
                  </a:pathLst>
                </a:custGeom>
                <a:solidFill>
                  <a:srgbClr val="161D1E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32" name="Google Shape;1332;p30"/>
                <p:cNvSpPr/>
                <p:nvPr/>
              </p:nvSpPr>
              <p:spPr>
                <a:xfrm>
                  <a:off x="2350924" y="2627556"/>
                  <a:ext cx="19982" cy="19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48" extrusionOk="0">
                      <a:moveTo>
                        <a:pt x="9991" y="19949"/>
                      </a:moveTo>
                      <a:cubicBezTo>
                        <a:pt x="15463" y="19949"/>
                        <a:pt x="19983" y="15463"/>
                        <a:pt x="19983" y="9958"/>
                      </a:cubicBezTo>
                      <a:cubicBezTo>
                        <a:pt x="19983" y="4452"/>
                        <a:pt x="15497" y="0"/>
                        <a:pt x="9991" y="0"/>
                      </a:cubicBezTo>
                      <a:cubicBezTo>
                        <a:pt x="4486" y="0"/>
                        <a:pt x="0" y="4486"/>
                        <a:pt x="0" y="9958"/>
                      </a:cubicBezTo>
                      <a:cubicBezTo>
                        <a:pt x="0" y="15429"/>
                        <a:pt x="4486" y="19949"/>
                        <a:pt x="9991" y="1994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sp>
            <p:nvSpPr>
              <p:cNvPr id="1333" name="Google Shape;1333;p30"/>
              <p:cNvSpPr/>
              <p:nvPr/>
            </p:nvSpPr>
            <p:spPr>
              <a:xfrm flipH="1">
                <a:off x="8083202" y="3204759"/>
                <a:ext cx="432653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94015" h="34731" extrusionOk="0">
                    <a:moveTo>
                      <a:pt x="0" y="34732"/>
                    </a:moveTo>
                    <a:lnTo>
                      <a:pt x="0" y="17366"/>
                    </a:lnTo>
                    <a:cubicBezTo>
                      <a:pt x="0" y="7816"/>
                      <a:pt x="7816" y="0"/>
                      <a:pt x="17366" y="0"/>
                    </a:cubicBezTo>
                    <a:lnTo>
                      <a:pt x="176650" y="0"/>
                    </a:lnTo>
                    <a:cubicBezTo>
                      <a:pt x="186199" y="0"/>
                      <a:pt x="194016" y="7816"/>
                      <a:pt x="194016" y="17366"/>
                    </a:cubicBezTo>
                    <a:lnTo>
                      <a:pt x="194016" y="34732"/>
                    </a:lnTo>
                    <a:lnTo>
                      <a:pt x="0" y="3473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4" name="Google Shape;1334;p30"/>
              <p:cNvSpPr/>
              <p:nvPr/>
            </p:nvSpPr>
            <p:spPr>
              <a:xfrm flipH="1">
                <a:off x="8083155" y="3204683"/>
                <a:ext cx="232734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04365" h="34731" extrusionOk="0">
                    <a:moveTo>
                      <a:pt x="0" y="0"/>
                    </a:moveTo>
                    <a:lnTo>
                      <a:pt x="86999" y="0"/>
                    </a:lnTo>
                    <a:cubicBezTo>
                      <a:pt x="96549" y="0"/>
                      <a:pt x="104365" y="7816"/>
                      <a:pt x="104365" y="17366"/>
                    </a:cubicBezTo>
                    <a:lnTo>
                      <a:pt x="104365" y="34732"/>
                    </a:lnTo>
                    <a:lnTo>
                      <a:pt x="0" y="347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5" name="Google Shape;1335;p30"/>
              <p:cNvSpPr/>
              <p:nvPr/>
            </p:nvSpPr>
            <p:spPr>
              <a:xfrm flipH="1">
                <a:off x="8173818" y="1893996"/>
                <a:ext cx="241297" cy="1310466"/>
              </a:xfrm>
              <a:custGeom>
                <a:avLst/>
                <a:gdLst/>
                <a:ahLst/>
                <a:cxnLst/>
                <a:rect l="l" t="t" r="r" b="b"/>
                <a:pathLst>
                  <a:path w="108205" h="587653" extrusionOk="0">
                    <a:moveTo>
                      <a:pt x="0" y="0"/>
                    </a:moveTo>
                    <a:lnTo>
                      <a:pt x="108206" y="0"/>
                    </a:lnTo>
                    <a:lnTo>
                      <a:pt x="108206" y="587654"/>
                    </a:lnTo>
                    <a:lnTo>
                      <a:pt x="0" y="58765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6" name="Google Shape;1336;p30"/>
              <p:cNvSpPr/>
              <p:nvPr/>
            </p:nvSpPr>
            <p:spPr>
              <a:xfrm flipH="1">
                <a:off x="8349631" y="1893996"/>
                <a:ext cx="34480" cy="1310466"/>
              </a:xfrm>
              <a:custGeom>
                <a:avLst/>
                <a:gdLst/>
                <a:ahLst/>
                <a:cxnLst/>
                <a:rect l="l" t="t" r="r" b="b"/>
                <a:pathLst>
                  <a:path w="15462" h="587653" extrusionOk="0">
                    <a:moveTo>
                      <a:pt x="0" y="0"/>
                    </a:moveTo>
                    <a:lnTo>
                      <a:pt x="15463" y="0"/>
                    </a:lnTo>
                    <a:lnTo>
                      <a:pt x="15463" y="587654"/>
                    </a:lnTo>
                    <a:lnTo>
                      <a:pt x="0" y="587654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7" name="Google Shape;1337;p30"/>
              <p:cNvSpPr/>
              <p:nvPr/>
            </p:nvSpPr>
            <p:spPr>
              <a:xfrm flipH="1">
                <a:off x="8073120" y="1957215"/>
                <a:ext cx="432653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94015" h="34731" extrusionOk="0">
                    <a:moveTo>
                      <a:pt x="0" y="0"/>
                    </a:moveTo>
                    <a:lnTo>
                      <a:pt x="0" y="17366"/>
                    </a:lnTo>
                    <a:cubicBezTo>
                      <a:pt x="0" y="26915"/>
                      <a:pt x="7816" y="34732"/>
                      <a:pt x="17366" y="34732"/>
                    </a:cubicBezTo>
                    <a:lnTo>
                      <a:pt x="176650" y="34732"/>
                    </a:lnTo>
                    <a:cubicBezTo>
                      <a:pt x="186199" y="34732"/>
                      <a:pt x="194015" y="26915"/>
                      <a:pt x="194015" y="17366"/>
                    </a:cubicBezTo>
                    <a:lnTo>
                      <a:pt x="19401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8" name="Google Shape;1338;p30"/>
              <p:cNvSpPr/>
              <p:nvPr/>
            </p:nvSpPr>
            <p:spPr>
              <a:xfrm flipH="1">
                <a:off x="8073073" y="1957291"/>
                <a:ext cx="232734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04365" h="34731" extrusionOk="0">
                    <a:moveTo>
                      <a:pt x="34" y="34732"/>
                    </a:moveTo>
                    <a:lnTo>
                      <a:pt x="86999" y="34732"/>
                    </a:lnTo>
                    <a:cubicBezTo>
                      <a:pt x="96549" y="34732"/>
                      <a:pt x="104365" y="26915"/>
                      <a:pt x="104365" y="17366"/>
                    </a:cubicBezTo>
                    <a:lnTo>
                      <a:pt x="104365" y="0"/>
                    </a:lnTo>
                    <a:lnTo>
                      <a:pt x="0" y="0"/>
                    </a:lnTo>
                    <a:lnTo>
                      <a:pt x="0" y="34732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9" name="Google Shape;1339;p30"/>
              <p:cNvSpPr/>
              <p:nvPr/>
            </p:nvSpPr>
            <p:spPr>
              <a:xfrm flipH="1">
                <a:off x="7910239" y="1296679"/>
                <a:ext cx="510257" cy="588921"/>
              </a:xfrm>
              <a:custGeom>
                <a:avLst/>
                <a:gdLst/>
                <a:ahLst/>
                <a:cxnLst/>
                <a:rect l="l" t="t" r="r" b="b"/>
                <a:pathLst>
                  <a:path w="228815" h="264090" extrusionOk="0">
                    <a:moveTo>
                      <a:pt x="228781" y="0"/>
                    </a:moveTo>
                    <a:lnTo>
                      <a:pt x="199419" y="0"/>
                    </a:lnTo>
                    <a:cubicBezTo>
                      <a:pt x="89718" y="0"/>
                      <a:pt x="0" y="89718"/>
                      <a:pt x="0" y="199419"/>
                    </a:cubicBezTo>
                    <a:lnTo>
                      <a:pt x="0" y="264091"/>
                    </a:lnTo>
                    <a:lnTo>
                      <a:pt x="108817" y="264091"/>
                    </a:lnTo>
                    <a:lnTo>
                      <a:pt x="108817" y="236904"/>
                    </a:lnTo>
                    <a:cubicBezTo>
                      <a:pt x="108817" y="140491"/>
                      <a:pt x="157754" y="102258"/>
                      <a:pt x="228815" y="104603"/>
                    </a:cubicBezTo>
                    <a:lnTo>
                      <a:pt x="228815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0" name="Google Shape;1340;p30"/>
              <p:cNvSpPr/>
              <p:nvPr/>
            </p:nvSpPr>
            <p:spPr>
              <a:xfrm flipH="1">
                <a:off x="7910215" y="1381587"/>
                <a:ext cx="403173" cy="504107"/>
              </a:xfrm>
              <a:custGeom>
                <a:avLst/>
                <a:gdLst/>
                <a:ahLst/>
                <a:cxnLst/>
                <a:rect l="l" t="t" r="r" b="b"/>
                <a:pathLst>
                  <a:path w="180795" h="226057" extrusionOk="0">
                    <a:moveTo>
                      <a:pt x="0" y="226024"/>
                    </a:moveTo>
                    <a:lnTo>
                      <a:pt x="60797" y="226024"/>
                    </a:lnTo>
                    <a:lnTo>
                      <a:pt x="60797" y="198836"/>
                    </a:lnTo>
                    <a:cubicBezTo>
                      <a:pt x="60797" y="102423"/>
                      <a:pt x="109735" y="64191"/>
                      <a:pt x="180796" y="66536"/>
                    </a:cubicBezTo>
                    <a:lnTo>
                      <a:pt x="180796" y="29"/>
                    </a:lnTo>
                    <a:cubicBezTo>
                      <a:pt x="25420" y="-1908"/>
                      <a:pt x="34" y="93214"/>
                      <a:pt x="34" y="198599"/>
                    </a:cubicBezTo>
                    <a:lnTo>
                      <a:pt x="34" y="226058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1" name="Google Shape;1341;p30"/>
              <p:cNvSpPr/>
              <p:nvPr/>
            </p:nvSpPr>
            <p:spPr>
              <a:xfrm flipH="1">
                <a:off x="8075319" y="1883080"/>
                <a:ext cx="430606" cy="77147"/>
              </a:xfrm>
              <a:custGeom>
                <a:avLst/>
                <a:gdLst/>
                <a:ahLst/>
                <a:cxnLst/>
                <a:rect l="l" t="t" r="r" b="b"/>
                <a:pathLst>
                  <a:path w="193097" h="34595" extrusionOk="0">
                    <a:moveTo>
                      <a:pt x="0" y="34596"/>
                    </a:moveTo>
                    <a:lnTo>
                      <a:pt x="0" y="17298"/>
                    </a:lnTo>
                    <a:cubicBezTo>
                      <a:pt x="0" y="7783"/>
                      <a:pt x="7782" y="0"/>
                      <a:pt x="17298" y="0"/>
                    </a:cubicBezTo>
                    <a:lnTo>
                      <a:pt x="175800" y="0"/>
                    </a:lnTo>
                    <a:cubicBezTo>
                      <a:pt x="185316" y="0"/>
                      <a:pt x="193098" y="7783"/>
                      <a:pt x="193098" y="17298"/>
                    </a:cubicBezTo>
                    <a:lnTo>
                      <a:pt x="193098" y="34596"/>
                    </a:lnTo>
                    <a:lnTo>
                      <a:pt x="0" y="3459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2" name="Google Shape;1342;p30"/>
              <p:cNvSpPr/>
              <p:nvPr/>
            </p:nvSpPr>
            <p:spPr>
              <a:xfrm flipH="1">
                <a:off x="8075272" y="1883080"/>
                <a:ext cx="231597" cy="77147"/>
              </a:xfrm>
              <a:custGeom>
                <a:avLst/>
                <a:gdLst/>
                <a:ahLst/>
                <a:cxnLst/>
                <a:rect l="l" t="t" r="r" b="b"/>
                <a:pathLst>
                  <a:path w="103855" h="34595" extrusionOk="0">
                    <a:moveTo>
                      <a:pt x="0" y="0"/>
                    </a:moveTo>
                    <a:lnTo>
                      <a:pt x="86558" y="0"/>
                    </a:lnTo>
                    <a:cubicBezTo>
                      <a:pt x="96073" y="0"/>
                      <a:pt x="103856" y="7783"/>
                      <a:pt x="103856" y="17298"/>
                    </a:cubicBezTo>
                    <a:lnTo>
                      <a:pt x="103856" y="34596"/>
                    </a:lnTo>
                    <a:lnTo>
                      <a:pt x="0" y="34596"/>
                    </a:lnTo>
                    <a:lnTo>
                      <a:pt x="0" y="34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 flipH="1">
                <a:off x="7833734" y="1205338"/>
                <a:ext cx="77147" cy="430606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93097" extrusionOk="0">
                    <a:moveTo>
                      <a:pt x="34596" y="0"/>
                    </a:moveTo>
                    <a:lnTo>
                      <a:pt x="17298" y="0"/>
                    </a:lnTo>
                    <a:cubicBezTo>
                      <a:pt x="7782" y="0"/>
                      <a:pt x="0" y="7782"/>
                      <a:pt x="0" y="17298"/>
                    </a:cubicBezTo>
                    <a:lnTo>
                      <a:pt x="0" y="175800"/>
                    </a:lnTo>
                    <a:cubicBezTo>
                      <a:pt x="0" y="185315"/>
                      <a:pt x="7782" y="193098"/>
                      <a:pt x="17298" y="193098"/>
                    </a:cubicBezTo>
                    <a:lnTo>
                      <a:pt x="34596" y="193098"/>
                    </a:lnTo>
                    <a:lnTo>
                      <a:pt x="3459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 flipH="1">
                <a:off x="7833734" y="1404394"/>
                <a:ext cx="77147" cy="231597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03855" extrusionOk="0">
                    <a:moveTo>
                      <a:pt x="0" y="0"/>
                    </a:moveTo>
                    <a:lnTo>
                      <a:pt x="0" y="86558"/>
                    </a:lnTo>
                    <a:cubicBezTo>
                      <a:pt x="0" y="96073"/>
                      <a:pt x="7782" y="103856"/>
                      <a:pt x="17298" y="103856"/>
                    </a:cubicBezTo>
                    <a:lnTo>
                      <a:pt x="34596" y="103856"/>
                    </a:lnTo>
                    <a:lnTo>
                      <a:pt x="3459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5" name="Google Shape;1345;p30"/>
              <p:cNvSpPr/>
              <p:nvPr/>
            </p:nvSpPr>
            <p:spPr>
              <a:xfrm flipH="1">
                <a:off x="7573432" y="1207461"/>
                <a:ext cx="77147" cy="430606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93097" extrusionOk="0">
                    <a:moveTo>
                      <a:pt x="0" y="0"/>
                    </a:moveTo>
                    <a:lnTo>
                      <a:pt x="17298" y="0"/>
                    </a:lnTo>
                    <a:cubicBezTo>
                      <a:pt x="26814" y="0"/>
                      <a:pt x="34596" y="7782"/>
                      <a:pt x="34596" y="17298"/>
                    </a:cubicBezTo>
                    <a:lnTo>
                      <a:pt x="34596" y="175800"/>
                    </a:lnTo>
                    <a:cubicBezTo>
                      <a:pt x="34596" y="185316"/>
                      <a:pt x="26814" y="193098"/>
                      <a:pt x="17298" y="193098"/>
                    </a:cubicBezTo>
                    <a:lnTo>
                      <a:pt x="0" y="1930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6" name="Google Shape;1346;p30"/>
              <p:cNvSpPr/>
              <p:nvPr/>
            </p:nvSpPr>
            <p:spPr>
              <a:xfrm flipH="1">
                <a:off x="7573432" y="1406516"/>
                <a:ext cx="77147" cy="231597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03855" extrusionOk="0">
                    <a:moveTo>
                      <a:pt x="34596" y="0"/>
                    </a:moveTo>
                    <a:lnTo>
                      <a:pt x="34596" y="86558"/>
                    </a:lnTo>
                    <a:cubicBezTo>
                      <a:pt x="34596" y="96073"/>
                      <a:pt x="26814" y="103856"/>
                      <a:pt x="17298" y="103856"/>
                    </a:cubicBezTo>
                    <a:lnTo>
                      <a:pt x="0" y="103856"/>
                    </a:lnTo>
                    <a:lnTo>
                      <a:pt x="0" y="0"/>
                    </a:lnTo>
                    <a:lnTo>
                      <a:pt x="34562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7" name="Google Shape;1347;p30"/>
              <p:cNvSpPr/>
              <p:nvPr/>
            </p:nvSpPr>
            <p:spPr>
              <a:xfrm flipH="1">
                <a:off x="7637967" y="1298423"/>
                <a:ext cx="203632" cy="241373"/>
              </a:xfrm>
              <a:custGeom>
                <a:avLst/>
                <a:gdLst/>
                <a:ahLst/>
                <a:cxnLst/>
                <a:rect l="l" t="t" r="r" b="b"/>
                <a:pathLst>
                  <a:path w="91315" h="108239" extrusionOk="0">
                    <a:moveTo>
                      <a:pt x="0" y="0"/>
                    </a:moveTo>
                    <a:lnTo>
                      <a:pt x="91315" y="0"/>
                    </a:lnTo>
                    <a:lnTo>
                      <a:pt x="91315" y="108240"/>
                    </a:lnTo>
                    <a:lnTo>
                      <a:pt x="0" y="10824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8" name="Google Shape;1348;p30"/>
              <p:cNvSpPr/>
              <p:nvPr/>
            </p:nvSpPr>
            <p:spPr>
              <a:xfrm flipH="1">
                <a:off x="7118158" y="3283892"/>
                <a:ext cx="423711" cy="1859887"/>
              </a:xfrm>
              <a:custGeom>
                <a:avLst/>
                <a:gdLst/>
                <a:ahLst/>
                <a:cxnLst/>
                <a:rect l="l" t="t" r="r" b="b"/>
                <a:pathLst>
                  <a:path w="190005" h="822959" extrusionOk="0">
                    <a:moveTo>
                      <a:pt x="0" y="0"/>
                    </a:moveTo>
                    <a:lnTo>
                      <a:pt x="190005" y="0"/>
                    </a:lnTo>
                    <a:lnTo>
                      <a:pt x="190005" y="822960"/>
                    </a:lnTo>
                    <a:lnTo>
                      <a:pt x="0" y="82296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349" name="Google Shape;1349;p30"/>
              <p:cNvGrpSpPr/>
              <p:nvPr/>
            </p:nvGrpSpPr>
            <p:grpSpPr>
              <a:xfrm flipH="1">
                <a:off x="6779665" y="2350914"/>
                <a:ext cx="1054096" cy="932360"/>
                <a:chOff x="4168463" y="2302169"/>
                <a:chExt cx="472583" cy="418005"/>
              </a:xfrm>
            </p:grpSpPr>
            <p:sp>
              <p:nvSpPr>
                <p:cNvPr id="1350" name="Google Shape;1350;p30"/>
                <p:cNvSpPr/>
                <p:nvPr/>
              </p:nvSpPr>
              <p:spPr>
                <a:xfrm>
                  <a:off x="4193679" y="2335916"/>
                  <a:ext cx="425889" cy="372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889" h="372126" extrusionOk="0">
                      <a:moveTo>
                        <a:pt x="150618" y="0"/>
                      </a:moveTo>
                      <a:lnTo>
                        <a:pt x="269324" y="0"/>
                      </a:lnTo>
                      <a:lnTo>
                        <a:pt x="425889" y="123396"/>
                      </a:lnTo>
                      <a:lnTo>
                        <a:pt x="425889" y="372126"/>
                      </a:lnTo>
                      <a:lnTo>
                        <a:pt x="0" y="372126"/>
                      </a:lnTo>
                      <a:lnTo>
                        <a:pt x="0" y="123396"/>
                      </a:lnTo>
                      <a:lnTo>
                        <a:pt x="150618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1" name="Google Shape;1351;p30"/>
                <p:cNvSpPr/>
                <p:nvPr/>
              </p:nvSpPr>
              <p:spPr>
                <a:xfrm>
                  <a:off x="4193679" y="2459312"/>
                  <a:ext cx="425889" cy="2486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889" h="248695" extrusionOk="0">
                      <a:moveTo>
                        <a:pt x="0" y="0"/>
                      </a:moveTo>
                      <a:lnTo>
                        <a:pt x="425889" y="0"/>
                      </a:lnTo>
                      <a:lnTo>
                        <a:pt x="425889" y="248696"/>
                      </a:lnTo>
                      <a:lnTo>
                        <a:pt x="0" y="248696"/>
                      </a:lnTo>
                      <a:close/>
                    </a:path>
                  </a:pathLst>
                </a:custGeom>
                <a:solidFill>
                  <a:srgbClr val="161D1E">
                    <a:alpha val="1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2" name="Google Shape;1352;p30"/>
                <p:cNvSpPr/>
                <p:nvPr/>
              </p:nvSpPr>
              <p:spPr>
                <a:xfrm>
                  <a:off x="4488798" y="2459312"/>
                  <a:ext cx="87781" cy="216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81" h="216920" extrusionOk="0">
                      <a:moveTo>
                        <a:pt x="0" y="0"/>
                      </a:moveTo>
                      <a:lnTo>
                        <a:pt x="87781" y="0"/>
                      </a:lnTo>
                      <a:lnTo>
                        <a:pt x="87781" y="216921"/>
                      </a:lnTo>
                      <a:lnTo>
                        <a:pt x="0" y="216921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3" name="Google Shape;1353;p30"/>
                <p:cNvSpPr/>
                <p:nvPr/>
              </p:nvSpPr>
              <p:spPr>
                <a:xfrm>
                  <a:off x="4250229" y="2458904"/>
                  <a:ext cx="60151" cy="216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151" h="216920" extrusionOk="0">
                      <a:moveTo>
                        <a:pt x="0" y="0"/>
                      </a:moveTo>
                      <a:lnTo>
                        <a:pt x="60152" y="0"/>
                      </a:lnTo>
                      <a:lnTo>
                        <a:pt x="60152" y="216921"/>
                      </a:lnTo>
                      <a:lnTo>
                        <a:pt x="0" y="216921"/>
                      </a:ln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4" name="Google Shape;1354;p30"/>
                <p:cNvSpPr/>
                <p:nvPr/>
              </p:nvSpPr>
              <p:spPr>
                <a:xfrm>
                  <a:off x="4423412" y="2335916"/>
                  <a:ext cx="153166" cy="123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166" h="123396" extrusionOk="0">
                      <a:moveTo>
                        <a:pt x="0" y="0"/>
                      </a:moveTo>
                      <a:lnTo>
                        <a:pt x="65385" y="123396"/>
                      </a:lnTo>
                      <a:lnTo>
                        <a:pt x="153167" y="123396"/>
                      </a:lnTo>
                      <a:lnTo>
                        <a:pt x="2242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5" name="Google Shape;1355;p30"/>
                <p:cNvSpPr/>
                <p:nvPr/>
              </p:nvSpPr>
              <p:spPr>
                <a:xfrm>
                  <a:off x="4250229" y="2335916"/>
                  <a:ext cx="114356" cy="122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56" h="122988" extrusionOk="0">
                      <a:moveTo>
                        <a:pt x="0" y="122989"/>
                      </a:moveTo>
                      <a:lnTo>
                        <a:pt x="114357" y="0"/>
                      </a:lnTo>
                      <a:lnTo>
                        <a:pt x="60186" y="122989"/>
                      </a:lnTo>
                      <a:lnTo>
                        <a:pt x="0" y="122989"/>
                      </a:ln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6" name="Google Shape;1356;p30"/>
                <p:cNvSpPr/>
                <p:nvPr/>
              </p:nvSpPr>
              <p:spPr>
                <a:xfrm>
                  <a:off x="4177741" y="2448267"/>
                  <a:ext cx="8394" cy="241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94" h="241219" extrusionOk="0">
                      <a:moveTo>
                        <a:pt x="0" y="0"/>
                      </a:moveTo>
                      <a:lnTo>
                        <a:pt x="8394" y="0"/>
                      </a:lnTo>
                      <a:lnTo>
                        <a:pt x="8394" y="241219"/>
                      </a:lnTo>
                      <a:lnTo>
                        <a:pt x="0" y="2412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7" name="Google Shape;1357;p30"/>
                <p:cNvSpPr/>
                <p:nvPr/>
              </p:nvSpPr>
              <p:spPr>
                <a:xfrm>
                  <a:off x="4627351" y="2449660"/>
                  <a:ext cx="8428" cy="241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28" h="241219" extrusionOk="0">
                      <a:moveTo>
                        <a:pt x="0" y="0"/>
                      </a:moveTo>
                      <a:lnTo>
                        <a:pt x="8428" y="0"/>
                      </a:lnTo>
                      <a:lnTo>
                        <a:pt x="8428" y="241219"/>
                      </a:lnTo>
                      <a:lnTo>
                        <a:pt x="0" y="2412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8" name="Google Shape;1358;p30"/>
                <p:cNvSpPr/>
                <p:nvPr/>
              </p:nvSpPr>
              <p:spPr>
                <a:xfrm>
                  <a:off x="4177809" y="2324463"/>
                  <a:ext cx="159657" cy="131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657" h="131858" extrusionOk="0">
                      <a:moveTo>
                        <a:pt x="0" y="125231"/>
                      </a:moveTo>
                      <a:lnTo>
                        <a:pt x="5166" y="131858"/>
                      </a:lnTo>
                      <a:lnTo>
                        <a:pt x="159658" y="10705"/>
                      </a:lnTo>
                      <a:lnTo>
                        <a:pt x="159658" y="0"/>
                      </a:lnTo>
                      <a:lnTo>
                        <a:pt x="0" y="12523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9" name="Google Shape;1359;p30"/>
                <p:cNvSpPr/>
                <p:nvPr/>
              </p:nvSpPr>
              <p:spPr>
                <a:xfrm>
                  <a:off x="4476086" y="2325890"/>
                  <a:ext cx="159623" cy="1318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623" h="131824" extrusionOk="0">
                      <a:moveTo>
                        <a:pt x="159623" y="125231"/>
                      </a:moveTo>
                      <a:lnTo>
                        <a:pt x="154458" y="131824"/>
                      </a:lnTo>
                      <a:lnTo>
                        <a:pt x="0" y="10671"/>
                      </a:lnTo>
                      <a:lnTo>
                        <a:pt x="0" y="0"/>
                      </a:lnTo>
                      <a:lnTo>
                        <a:pt x="159623" y="12523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0" name="Google Shape;1360;p30"/>
                <p:cNvSpPr/>
                <p:nvPr/>
              </p:nvSpPr>
              <p:spPr>
                <a:xfrm>
                  <a:off x="4337398" y="2324089"/>
                  <a:ext cx="138417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17" h="11690" extrusionOk="0">
                      <a:moveTo>
                        <a:pt x="0" y="0"/>
                      </a:moveTo>
                      <a:lnTo>
                        <a:pt x="138417" y="0"/>
                      </a:lnTo>
                      <a:lnTo>
                        <a:pt x="138417" y="11690"/>
                      </a:lnTo>
                      <a:lnTo>
                        <a:pt x="0" y="1169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1" name="Google Shape;1361;p30"/>
                <p:cNvSpPr/>
                <p:nvPr/>
              </p:nvSpPr>
              <p:spPr>
                <a:xfrm>
                  <a:off x="4337398" y="2302169"/>
                  <a:ext cx="138417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17" h="11690" extrusionOk="0">
                      <a:moveTo>
                        <a:pt x="0" y="0"/>
                      </a:moveTo>
                      <a:lnTo>
                        <a:pt x="138417" y="0"/>
                      </a:lnTo>
                      <a:lnTo>
                        <a:pt x="138417" y="11691"/>
                      </a:lnTo>
                      <a:lnTo>
                        <a:pt x="0" y="1169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2" name="Google Shape;1362;p30"/>
                <p:cNvSpPr/>
                <p:nvPr/>
              </p:nvSpPr>
              <p:spPr>
                <a:xfrm>
                  <a:off x="4168463" y="2676233"/>
                  <a:ext cx="472583" cy="439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583" h="43941" extrusionOk="0">
                      <a:moveTo>
                        <a:pt x="0" y="0"/>
                      </a:moveTo>
                      <a:lnTo>
                        <a:pt x="472584" y="0"/>
                      </a:lnTo>
                      <a:lnTo>
                        <a:pt x="472584" y="43942"/>
                      </a:lnTo>
                      <a:lnTo>
                        <a:pt x="0" y="43942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3" name="Google Shape;1363;p30"/>
                <p:cNvSpPr/>
                <p:nvPr/>
              </p:nvSpPr>
              <p:spPr>
                <a:xfrm>
                  <a:off x="4350549" y="2313010"/>
                  <a:ext cx="111162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62" h="11690" extrusionOk="0">
                      <a:moveTo>
                        <a:pt x="0" y="0"/>
                      </a:moveTo>
                      <a:lnTo>
                        <a:pt x="111162" y="0"/>
                      </a:lnTo>
                      <a:lnTo>
                        <a:pt x="111162" y="11691"/>
                      </a:lnTo>
                      <a:lnTo>
                        <a:pt x="0" y="1169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4" name="Google Shape;1364;p30"/>
                <p:cNvSpPr/>
                <p:nvPr/>
              </p:nvSpPr>
              <p:spPr>
                <a:xfrm>
                  <a:off x="4351049" y="2313010"/>
                  <a:ext cx="111162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62" h="11690" extrusionOk="0">
                      <a:moveTo>
                        <a:pt x="0" y="0"/>
                      </a:moveTo>
                      <a:lnTo>
                        <a:pt x="111162" y="0"/>
                      </a:lnTo>
                      <a:lnTo>
                        <a:pt x="111162" y="11691"/>
                      </a:lnTo>
                      <a:lnTo>
                        <a:pt x="0" y="11691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1365" name="Google Shape;1365;p30"/>
              <p:cNvGrpSpPr/>
              <p:nvPr/>
            </p:nvGrpSpPr>
            <p:grpSpPr>
              <a:xfrm flipH="1">
                <a:off x="6590802" y="3914640"/>
                <a:ext cx="328827" cy="429717"/>
                <a:chOff x="5612846" y="2845934"/>
                <a:chExt cx="147423" cy="192655"/>
              </a:xfrm>
            </p:grpSpPr>
            <p:sp>
              <p:nvSpPr>
                <p:cNvPr id="1366" name="Google Shape;1366;p30"/>
                <p:cNvSpPr/>
                <p:nvPr/>
              </p:nvSpPr>
              <p:spPr>
                <a:xfrm>
                  <a:off x="5632183" y="2939050"/>
                  <a:ext cx="108579" cy="75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9" h="75920" extrusionOk="0">
                      <a:moveTo>
                        <a:pt x="68" y="75920"/>
                      </a:moveTo>
                      <a:lnTo>
                        <a:pt x="25454" y="75920"/>
                      </a:lnTo>
                      <a:lnTo>
                        <a:pt x="25454" y="36873"/>
                      </a:lnTo>
                      <a:cubicBezTo>
                        <a:pt x="25454" y="29736"/>
                        <a:pt x="31333" y="23857"/>
                        <a:pt x="38470" y="23857"/>
                      </a:cubicBezTo>
                      <a:lnTo>
                        <a:pt x="70177" y="23857"/>
                      </a:lnTo>
                      <a:cubicBezTo>
                        <a:pt x="77314" y="23857"/>
                        <a:pt x="83193" y="29702"/>
                        <a:pt x="83193" y="36873"/>
                      </a:cubicBezTo>
                      <a:lnTo>
                        <a:pt x="83193" y="75920"/>
                      </a:lnTo>
                      <a:lnTo>
                        <a:pt x="108579" y="75920"/>
                      </a:lnTo>
                      <a:lnTo>
                        <a:pt x="108579" y="24469"/>
                      </a:lnTo>
                      <a:cubicBezTo>
                        <a:pt x="108579" y="11011"/>
                        <a:pt x="97568" y="0"/>
                        <a:pt x="84111" y="0"/>
                      </a:cubicBezTo>
                      <a:lnTo>
                        <a:pt x="24468" y="0"/>
                      </a:lnTo>
                      <a:cubicBezTo>
                        <a:pt x="11011" y="0"/>
                        <a:pt x="0" y="11011"/>
                        <a:pt x="0" y="24469"/>
                      </a:cubicBezTo>
                      <a:lnTo>
                        <a:pt x="0" y="7592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7" name="Google Shape;1367;p30"/>
                <p:cNvSpPr/>
                <p:nvPr/>
              </p:nvSpPr>
              <p:spPr>
                <a:xfrm>
                  <a:off x="5612846" y="3013305"/>
                  <a:ext cx="147423" cy="25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25284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603" y="0"/>
                        <a:pt x="147423" y="2821"/>
                        <a:pt x="147423" y="6321"/>
                      </a:cubicBezTo>
                      <a:lnTo>
                        <a:pt x="147423" y="18963"/>
                      </a:lnTo>
                      <a:cubicBezTo>
                        <a:pt x="147423" y="22430"/>
                        <a:pt x="144603" y="25284"/>
                        <a:pt x="141102" y="25284"/>
                      </a:cubicBezTo>
                      <a:lnTo>
                        <a:pt x="6321" y="25284"/>
                      </a:lnTo>
                      <a:cubicBezTo>
                        <a:pt x="2821" y="25284"/>
                        <a:pt x="0" y="22463"/>
                        <a:pt x="0" y="18963"/>
                      </a:cubicBezTo>
                      <a:lnTo>
                        <a:pt x="0" y="6355"/>
                      </a:lnTo>
                      <a:cubicBezTo>
                        <a:pt x="0" y="2855"/>
                        <a:pt x="2821" y="34"/>
                        <a:pt x="6321" y="3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8" name="Google Shape;1368;p30"/>
                <p:cNvSpPr/>
                <p:nvPr/>
              </p:nvSpPr>
              <p:spPr>
                <a:xfrm>
                  <a:off x="5612846" y="3013305"/>
                  <a:ext cx="147423" cy="11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11316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569" y="0"/>
                        <a:pt x="147423" y="2821"/>
                        <a:pt x="147423" y="6321"/>
                      </a:cubicBezTo>
                      <a:lnTo>
                        <a:pt x="147423" y="11317"/>
                      </a:lnTo>
                      <a:lnTo>
                        <a:pt x="0" y="11317"/>
                      </a:lnTo>
                      <a:lnTo>
                        <a:pt x="0" y="6321"/>
                      </a:lnTo>
                      <a:cubicBezTo>
                        <a:pt x="0" y="2855"/>
                        <a:pt x="2855" y="0"/>
                        <a:pt x="6321" y="0"/>
                      </a:cubicBez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9" name="Google Shape;1369;p30"/>
                <p:cNvSpPr/>
                <p:nvPr/>
              </p:nvSpPr>
              <p:spPr>
                <a:xfrm>
                  <a:off x="5673984" y="2868533"/>
                  <a:ext cx="25148" cy="70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48" h="70517" extrusionOk="0">
                      <a:moveTo>
                        <a:pt x="0" y="0"/>
                      </a:moveTo>
                      <a:lnTo>
                        <a:pt x="25148" y="0"/>
                      </a:lnTo>
                      <a:lnTo>
                        <a:pt x="25148" y="70517"/>
                      </a:lnTo>
                      <a:lnTo>
                        <a:pt x="0" y="70517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70" name="Google Shape;1370;p30"/>
                <p:cNvSpPr/>
                <p:nvPr/>
              </p:nvSpPr>
              <p:spPr>
                <a:xfrm>
                  <a:off x="5665148" y="2845934"/>
                  <a:ext cx="42819" cy="428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19" h="42820" extrusionOk="0">
                      <a:moveTo>
                        <a:pt x="21410" y="42820"/>
                      </a:moveTo>
                      <a:cubicBezTo>
                        <a:pt x="33203" y="42820"/>
                        <a:pt x="42820" y="33203"/>
                        <a:pt x="42820" y="21410"/>
                      </a:cubicBezTo>
                      <a:cubicBezTo>
                        <a:pt x="42820" y="9618"/>
                        <a:pt x="33203" y="0"/>
                        <a:pt x="21410" y="0"/>
                      </a:cubicBezTo>
                      <a:cubicBezTo>
                        <a:pt x="9618" y="0"/>
                        <a:pt x="0" y="9618"/>
                        <a:pt x="0" y="21410"/>
                      </a:cubicBezTo>
                      <a:cubicBezTo>
                        <a:pt x="0" y="33203"/>
                        <a:pt x="9618" y="42820"/>
                        <a:pt x="21410" y="4282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71" name="Google Shape;1371;p30"/>
                <p:cNvSpPr/>
                <p:nvPr/>
              </p:nvSpPr>
              <p:spPr>
                <a:xfrm>
                  <a:off x="5672692" y="2850488"/>
                  <a:ext cx="19405" cy="19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05" h="19438" extrusionOk="0">
                      <a:moveTo>
                        <a:pt x="9686" y="19439"/>
                      </a:moveTo>
                      <a:cubicBezTo>
                        <a:pt x="15055" y="19439"/>
                        <a:pt x="19405" y="15089"/>
                        <a:pt x="19405" y="9719"/>
                      </a:cubicBezTo>
                      <a:cubicBezTo>
                        <a:pt x="19405" y="4350"/>
                        <a:pt x="15055" y="0"/>
                        <a:pt x="9686" y="0"/>
                      </a:cubicBezTo>
                      <a:cubicBezTo>
                        <a:pt x="4316" y="0"/>
                        <a:pt x="0" y="4384"/>
                        <a:pt x="0" y="9719"/>
                      </a:cubicBezTo>
                      <a:cubicBezTo>
                        <a:pt x="0" y="15055"/>
                        <a:pt x="4350" y="19439"/>
                        <a:pt x="9686" y="1943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  <p:sp>
          <p:nvSpPr>
            <p:cNvPr id="1372" name="Google Shape;1372;p30"/>
            <p:cNvSpPr/>
            <p:nvPr/>
          </p:nvSpPr>
          <p:spPr>
            <a:xfrm flipH="1">
              <a:off x="9189886" y="4417130"/>
              <a:ext cx="345880" cy="718513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3" name="Google Shape;1373;p30"/>
            <p:cNvSpPr/>
            <p:nvPr/>
          </p:nvSpPr>
          <p:spPr>
            <a:xfrm flipH="1">
              <a:off x="7950907" y="4417130"/>
              <a:ext cx="345880" cy="718513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4" name="Google Shape;1374;p30"/>
            <p:cNvSpPr/>
            <p:nvPr/>
          </p:nvSpPr>
          <p:spPr>
            <a:xfrm flipH="1">
              <a:off x="8570359" y="4422664"/>
              <a:ext cx="345880" cy="718513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375" name="Google Shape;1375;p30"/>
            <p:cNvGrpSpPr/>
            <p:nvPr/>
          </p:nvGrpSpPr>
          <p:grpSpPr>
            <a:xfrm flipH="1">
              <a:off x="7133162" y="4525117"/>
              <a:ext cx="501352" cy="617327"/>
              <a:chOff x="5292342" y="3091129"/>
              <a:chExt cx="224771" cy="276766"/>
            </a:xfrm>
          </p:grpSpPr>
          <p:sp>
            <p:nvSpPr>
              <p:cNvPr id="1376" name="Google Shape;1376;p30"/>
              <p:cNvSpPr/>
              <p:nvPr/>
            </p:nvSpPr>
            <p:spPr>
              <a:xfrm>
                <a:off x="5378390" y="3254253"/>
                <a:ext cx="44247" cy="113642"/>
              </a:xfrm>
              <a:custGeom>
                <a:avLst/>
                <a:gdLst/>
                <a:ahLst/>
                <a:cxnLst/>
                <a:rect l="l" t="t" r="r" b="b"/>
                <a:pathLst>
                  <a:path w="44247" h="113642" extrusionOk="0">
                    <a:moveTo>
                      <a:pt x="0" y="0"/>
                    </a:moveTo>
                    <a:lnTo>
                      <a:pt x="44247" y="0"/>
                    </a:lnTo>
                    <a:lnTo>
                      <a:pt x="44247" y="113643"/>
                    </a:lnTo>
                    <a:lnTo>
                      <a:pt x="0" y="11364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77" name="Google Shape;1377;p30"/>
              <p:cNvSpPr/>
              <p:nvPr/>
            </p:nvSpPr>
            <p:spPr>
              <a:xfrm>
                <a:off x="5292342" y="3091129"/>
                <a:ext cx="224771" cy="224770"/>
              </a:xfrm>
              <a:custGeom>
                <a:avLst/>
                <a:gdLst/>
                <a:ahLst/>
                <a:cxnLst/>
                <a:rect l="l" t="t" r="r" b="b"/>
                <a:pathLst>
                  <a:path w="224771" h="224770" extrusionOk="0">
                    <a:moveTo>
                      <a:pt x="112385" y="224771"/>
                    </a:moveTo>
                    <a:cubicBezTo>
                      <a:pt x="174271" y="224771"/>
                      <a:pt x="224771" y="174305"/>
                      <a:pt x="224771" y="112386"/>
                    </a:cubicBezTo>
                    <a:cubicBezTo>
                      <a:pt x="224771" y="50466"/>
                      <a:pt x="174305" y="0"/>
                      <a:pt x="112385" y="0"/>
                    </a:cubicBezTo>
                    <a:cubicBezTo>
                      <a:pt x="50466" y="0"/>
                      <a:pt x="0" y="50500"/>
                      <a:pt x="0" y="112386"/>
                    </a:cubicBezTo>
                    <a:cubicBezTo>
                      <a:pt x="0" y="174271"/>
                      <a:pt x="50466" y="224771"/>
                      <a:pt x="112385" y="22477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78" name="Google Shape;1378;p30"/>
              <p:cNvSpPr/>
              <p:nvPr/>
            </p:nvSpPr>
            <p:spPr>
              <a:xfrm>
                <a:off x="5310116" y="3108903"/>
                <a:ext cx="189189" cy="189223"/>
              </a:xfrm>
              <a:custGeom>
                <a:avLst/>
                <a:gdLst/>
                <a:ahLst/>
                <a:cxnLst/>
                <a:rect l="l" t="t" r="r" b="b"/>
                <a:pathLst>
                  <a:path w="189189" h="189223" extrusionOk="0">
                    <a:moveTo>
                      <a:pt x="94612" y="189224"/>
                    </a:moveTo>
                    <a:cubicBezTo>
                      <a:pt x="146710" y="189224"/>
                      <a:pt x="189190" y="146744"/>
                      <a:pt x="189190" y="94612"/>
                    </a:cubicBezTo>
                    <a:cubicBezTo>
                      <a:pt x="189190" y="42480"/>
                      <a:pt x="146710" y="0"/>
                      <a:pt x="94612" y="0"/>
                    </a:cubicBezTo>
                    <a:cubicBezTo>
                      <a:pt x="42514" y="0"/>
                      <a:pt x="0" y="42514"/>
                      <a:pt x="0" y="94612"/>
                    </a:cubicBezTo>
                    <a:cubicBezTo>
                      <a:pt x="0" y="146709"/>
                      <a:pt x="42480" y="189224"/>
                      <a:pt x="94612" y="18922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79" name="Google Shape;1379;p30"/>
              <p:cNvSpPr/>
              <p:nvPr/>
            </p:nvSpPr>
            <p:spPr>
              <a:xfrm>
                <a:off x="5310116" y="3108937"/>
                <a:ext cx="189189" cy="98180"/>
              </a:xfrm>
              <a:custGeom>
                <a:avLst/>
                <a:gdLst/>
                <a:ahLst/>
                <a:cxnLst/>
                <a:rect l="l" t="t" r="r" b="b"/>
                <a:pathLst>
                  <a:path w="189189" h="98180" extrusionOk="0">
                    <a:moveTo>
                      <a:pt x="94578" y="0"/>
                    </a:moveTo>
                    <a:cubicBezTo>
                      <a:pt x="146845" y="0"/>
                      <a:pt x="189190" y="42378"/>
                      <a:pt x="189190" y="94612"/>
                    </a:cubicBezTo>
                    <a:cubicBezTo>
                      <a:pt x="189190" y="95801"/>
                      <a:pt x="189190" y="96991"/>
                      <a:pt x="189122" y="98180"/>
                    </a:cubicBezTo>
                    <a:lnTo>
                      <a:pt x="68" y="98180"/>
                    </a:lnTo>
                    <a:cubicBezTo>
                      <a:pt x="68" y="96991"/>
                      <a:pt x="0" y="95801"/>
                      <a:pt x="0" y="94612"/>
                    </a:cubicBezTo>
                    <a:cubicBezTo>
                      <a:pt x="0" y="42378"/>
                      <a:pt x="42378" y="0"/>
                      <a:pt x="9461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80" name="Google Shape;1380;p30"/>
              <p:cNvSpPr/>
              <p:nvPr/>
            </p:nvSpPr>
            <p:spPr>
              <a:xfrm>
                <a:off x="5402893" y="3125521"/>
                <a:ext cx="97853" cy="80440"/>
              </a:xfrm>
              <a:custGeom>
                <a:avLst/>
                <a:gdLst/>
                <a:ahLst/>
                <a:cxnLst/>
                <a:rect l="l" t="t" r="r" b="b"/>
                <a:pathLst>
                  <a:path w="97853" h="80440" extrusionOk="0">
                    <a:moveTo>
                      <a:pt x="88902" y="38810"/>
                    </a:moveTo>
                    <a:cubicBezTo>
                      <a:pt x="95223" y="52302"/>
                      <a:pt x="98078" y="66507"/>
                      <a:pt x="97840" y="80440"/>
                    </a:cubicBezTo>
                    <a:lnTo>
                      <a:pt x="0" y="80440"/>
                    </a:lnTo>
                    <a:lnTo>
                      <a:pt x="55428" y="0"/>
                    </a:lnTo>
                    <a:cubicBezTo>
                      <a:pt x="69497" y="9278"/>
                      <a:pt x="81256" y="22429"/>
                      <a:pt x="88902" y="3877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81" name="Google Shape;1381;p30"/>
              <p:cNvSpPr/>
              <p:nvPr/>
            </p:nvSpPr>
            <p:spPr>
              <a:xfrm>
                <a:off x="5362485" y="3109487"/>
                <a:ext cx="90873" cy="98173"/>
              </a:xfrm>
              <a:custGeom>
                <a:avLst/>
                <a:gdLst/>
                <a:ahLst/>
                <a:cxnLst/>
                <a:rect l="l" t="t" r="r" b="b"/>
                <a:pathLst>
                  <a:path w="90873" h="98173" extrusionOk="0">
                    <a:moveTo>
                      <a:pt x="50228" y="299"/>
                    </a:moveTo>
                    <a:cubicBezTo>
                      <a:pt x="65080" y="1455"/>
                      <a:pt x="78877" y="6008"/>
                      <a:pt x="90874" y="13111"/>
                    </a:cubicBezTo>
                    <a:lnTo>
                      <a:pt x="42548" y="98173"/>
                    </a:lnTo>
                    <a:lnTo>
                      <a:pt x="0" y="10257"/>
                    </a:lnTo>
                    <a:cubicBezTo>
                      <a:pt x="15055" y="2610"/>
                      <a:pt x="32217" y="-1128"/>
                      <a:pt x="50228" y="29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82" name="Google Shape;1382;p30"/>
              <p:cNvSpPr/>
              <p:nvPr/>
            </p:nvSpPr>
            <p:spPr>
              <a:xfrm>
                <a:off x="5311712" y="3126507"/>
                <a:ext cx="97738" cy="81629"/>
              </a:xfrm>
              <a:custGeom>
                <a:avLst/>
                <a:gdLst/>
                <a:ahLst/>
                <a:cxnLst/>
                <a:rect l="l" t="t" r="r" b="b"/>
                <a:pathLst>
                  <a:path w="97738" h="81629" extrusionOk="0">
                    <a:moveTo>
                      <a:pt x="11657" y="31775"/>
                    </a:moveTo>
                    <a:cubicBezTo>
                      <a:pt x="18862" y="18725"/>
                      <a:pt x="28649" y="8054"/>
                      <a:pt x="40068" y="0"/>
                    </a:cubicBezTo>
                    <a:lnTo>
                      <a:pt x="97739" y="79047"/>
                    </a:lnTo>
                    <a:lnTo>
                      <a:pt x="103" y="81630"/>
                    </a:lnTo>
                    <a:cubicBezTo>
                      <a:pt x="-679" y="64808"/>
                      <a:pt x="2991" y="47578"/>
                      <a:pt x="11691" y="3174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383" name="Google Shape;1383;p30"/>
              <p:cNvGrpSpPr/>
              <p:nvPr/>
            </p:nvGrpSpPr>
            <p:grpSpPr>
              <a:xfrm>
                <a:off x="5361045" y="3146273"/>
                <a:ext cx="64409" cy="79667"/>
                <a:chOff x="5361045" y="3146273"/>
                <a:chExt cx="64409" cy="79667"/>
              </a:xfrm>
            </p:grpSpPr>
            <p:sp>
              <p:nvSpPr>
                <p:cNvPr id="1384" name="Google Shape;1384;p30"/>
                <p:cNvSpPr/>
                <p:nvPr/>
              </p:nvSpPr>
              <p:spPr>
                <a:xfrm>
                  <a:off x="5382608" y="3183094"/>
                  <a:ext cx="42846" cy="42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46" h="42846" extrusionOk="0">
                      <a:moveTo>
                        <a:pt x="17328" y="404"/>
                      </a:moveTo>
                      <a:cubicBezTo>
                        <a:pt x="28951" y="-1873"/>
                        <a:pt x="40166" y="5705"/>
                        <a:pt x="42442" y="17328"/>
                      </a:cubicBezTo>
                      <a:cubicBezTo>
                        <a:pt x="44719" y="28951"/>
                        <a:pt x="37141" y="40199"/>
                        <a:pt x="25518" y="42442"/>
                      </a:cubicBezTo>
                      <a:cubicBezTo>
                        <a:pt x="13896" y="44719"/>
                        <a:pt x="2647" y="37141"/>
                        <a:pt x="404" y="25518"/>
                      </a:cubicBezTo>
                      <a:cubicBezTo>
                        <a:pt x="-1873" y="13930"/>
                        <a:pt x="5706" y="2681"/>
                        <a:pt x="17328" y="43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85" name="Google Shape;1385;p30"/>
                <p:cNvSpPr/>
                <p:nvPr/>
              </p:nvSpPr>
              <p:spPr>
                <a:xfrm>
                  <a:off x="5361045" y="3146273"/>
                  <a:ext cx="43376" cy="543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76" h="54353" extrusionOk="0">
                      <a:moveTo>
                        <a:pt x="30327" y="54353"/>
                      </a:moveTo>
                      <a:lnTo>
                        <a:pt x="43376" y="45348"/>
                      </a:lnTo>
                      <a:lnTo>
                        <a:pt x="14456" y="3411"/>
                      </a:lnTo>
                      <a:cubicBezTo>
                        <a:pt x="11975" y="-191"/>
                        <a:pt x="6980" y="-1075"/>
                        <a:pt x="3411" y="1406"/>
                      </a:cubicBezTo>
                      <a:lnTo>
                        <a:pt x="3411" y="1406"/>
                      </a:lnTo>
                      <a:cubicBezTo>
                        <a:pt x="-191" y="3853"/>
                        <a:pt x="-1075" y="8815"/>
                        <a:pt x="1406" y="12451"/>
                      </a:cubicBezTo>
                      <a:lnTo>
                        <a:pt x="30361" y="54353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</p:grpSp>
      <p:grpSp>
        <p:nvGrpSpPr>
          <p:cNvPr id="2" name="Google Shape;2446;p47"/>
          <p:cNvGrpSpPr/>
          <p:nvPr/>
        </p:nvGrpSpPr>
        <p:grpSpPr>
          <a:xfrm>
            <a:off x="1520077" y="0"/>
            <a:ext cx="1389144" cy="804990"/>
            <a:chOff x="2974447" y="973475"/>
            <a:chExt cx="395621" cy="229257"/>
          </a:xfrm>
        </p:grpSpPr>
        <p:sp>
          <p:nvSpPr>
            <p:cNvPr id="4" name="Google Shape;2447;p47"/>
            <p:cNvSpPr/>
            <p:nvPr/>
          </p:nvSpPr>
          <p:spPr>
            <a:xfrm>
              <a:off x="3216115" y="1014970"/>
              <a:ext cx="143617" cy="99165"/>
            </a:xfrm>
            <a:custGeom>
              <a:avLst/>
              <a:gdLst/>
              <a:ahLst/>
              <a:cxnLst/>
              <a:rect l="l" t="t" r="r" b="b"/>
              <a:pathLst>
                <a:path w="143617" h="99165" extrusionOk="0">
                  <a:moveTo>
                    <a:pt x="25250" y="0"/>
                  </a:moveTo>
                  <a:lnTo>
                    <a:pt x="0" y="53661"/>
                  </a:lnTo>
                  <a:lnTo>
                    <a:pt x="131315" y="99166"/>
                  </a:lnTo>
                  <a:lnTo>
                    <a:pt x="143617" y="73032"/>
                  </a:lnTo>
                  <a:lnTo>
                    <a:pt x="252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" name="Google Shape;2448;p47"/>
            <p:cNvSpPr/>
            <p:nvPr/>
          </p:nvSpPr>
          <p:spPr>
            <a:xfrm>
              <a:off x="3199573" y="1012361"/>
              <a:ext cx="59416" cy="59416"/>
            </a:xfrm>
            <a:custGeom>
              <a:avLst/>
              <a:gdLst/>
              <a:ahLst/>
              <a:cxnLst/>
              <a:rect l="l" t="t" r="r" b="b"/>
              <a:pathLst>
                <a:path w="59416" h="59416" extrusionOk="0">
                  <a:moveTo>
                    <a:pt x="56576" y="42370"/>
                  </a:moveTo>
                  <a:cubicBezTo>
                    <a:pt x="49609" y="57187"/>
                    <a:pt x="31869" y="63576"/>
                    <a:pt x="17052" y="56576"/>
                  </a:cubicBezTo>
                  <a:cubicBezTo>
                    <a:pt x="2201" y="49575"/>
                    <a:pt x="-4154" y="31903"/>
                    <a:pt x="2847" y="17052"/>
                  </a:cubicBezTo>
                  <a:cubicBezTo>
                    <a:pt x="9847" y="2201"/>
                    <a:pt x="27519" y="-4154"/>
                    <a:pt x="42370" y="2847"/>
                  </a:cubicBezTo>
                  <a:cubicBezTo>
                    <a:pt x="57187" y="9847"/>
                    <a:pt x="63576" y="27519"/>
                    <a:pt x="56576" y="423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" name="Google Shape;2449;p47"/>
            <p:cNvSpPr/>
            <p:nvPr/>
          </p:nvSpPr>
          <p:spPr>
            <a:xfrm>
              <a:off x="3321058" y="1098265"/>
              <a:ext cx="48971" cy="61137"/>
            </a:xfrm>
            <a:custGeom>
              <a:avLst/>
              <a:gdLst/>
              <a:ahLst/>
              <a:cxnLst/>
              <a:rect l="l" t="t" r="r" b="b"/>
              <a:pathLst>
                <a:path w="48971" h="61137" extrusionOk="0">
                  <a:moveTo>
                    <a:pt x="48971" y="0"/>
                  </a:moveTo>
                  <a:lnTo>
                    <a:pt x="0" y="1087"/>
                  </a:lnTo>
                  <a:lnTo>
                    <a:pt x="11521" y="61137"/>
                  </a:lnTo>
                  <a:lnTo>
                    <a:pt x="35378" y="60594"/>
                  </a:lnTo>
                  <a:lnTo>
                    <a:pt x="489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" name="Google Shape;2450;p47"/>
            <p:cNvSpPr/>
            <p:nvPr/>
          </p:nvSpPr>
          <p:spPr>
            <a:xfrm>
              <a:off x="3321017" y="1074810"/>
              <a:ext cx="49051" cy="49051"/>
            </a:xfrm>
            <a:custGeom>
              <a:avLst/>
              <a:gdLst/>
              <a:ahLst/>
              <a:cxnLst/>
              <a:rect l="l" t="t" r="r" b="b"/>
              <a:pathLst>
                <a:path w="49051" h="49051" extrusionOk="0">
                  <a:moveTo>
                    <a:pt x="25087" y="49046"/>
                  </a:moveTo>
                  <a:cubicBezTo>
                    <a:pt x="11561" y="49351"/>
                    <a:pt x="312" y="38646"/>
                    <a:pt x="6" y="25087"/>
                  </a:cubicBezTo>
                  <a:cubicBezTo>
                    <a:pt x="-300" y="11561"/>
                    <a:pt x="10406" y="312"/>
                    <a:pt x="23965" y="6"/>
                  </a:cubicBezTo>
                  <a:cubicBezTo>
                    <a:pt x="37491" y="-299"/>
                    <a:pt x="48740" y="10406"/>
                    <a:pt x="49045" y="23965"/>
                  </a:cubicBezTo>
                  <a:cubicBezTo>
                    <a:pt x="49351" y="37491"/>
                    <a:pt x="38646" y="48740"/>
                    <a:pt x="25087" y="490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" name="Google Shape;2451;p47"/>
            <p:cNvSpPr/>
            <p:nvPr/>
          </p:nvSpPr>
          <p:spPr>
            <a:xfrm>
              <a:off x="3330854" y="1084680"/>
              <a:ext cx="29350" cy="29345"/>
            </a:xfrm>
            <a:custGeom>
              <a:avLst/>
              <a:gdLst/>
              <a:ahLst/>
              <a:cxnLst/>
              <a:rect l="l" t="t" r="r" b="b"/>
              <a:pathLst>
                <a:path w="29350" h="29345" extrusionOk="0">
                  <a:moveTo>
                    <a:pt x="4749" y="3866"/>
                  </a:moveTo>
                  <a:cubicBezTo>
                    <a:pt x="-1232" y="9337"/>
                    <a:pt x="-1606" y="18649"/>
                    <a:pt x="3866" y="24596"/>
                  </a:cubicBezTo>
                  <a:cubicBezTo>
                    <a:pt x="9337" y="30577"/>
                    <a:pt x="18649" y="30951"/>
                    <a:pt x="24596" y="25480"/>
                  </a:cubicBezTo>
                  <a:cubicBezTo>
                    <a:pt x="30577" y="20008"/>
                    <a:pt x="30951" y="10697"/>
                    <a:pt x="25514" y="4749"/>
                  </a:cubicBezTo>
                  <a:cubicBezTo>
                    <a:pt x="20008" y="-1232"/>
                    <a:pt x="10731" y="-1606"/>
                    <a:pt x="4749" y="386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" name="Google Shape;2452;p47"/>
            <p:cNvSpPr/>
            <p:nvPr/>
          </p:nvSpPr>
          <p:spPr>
            <a:xfrm>
              <a:off x="3337762" y="1091572"/>
              <a:ext cx="15511" cy="15494"/>
            </a:xfrm>
            <a:custGeom>
              <a:avLst/>
              <a:gdLst/>
              <a:ahLst/>
              <a:cxnLst/>
              <a:rect l="l" t="t" r="r" b="b"/>
              <a:pathLst>
                <a:path w="15511" h="15494" extrusionOk="0">
                  <a:moveTo>
                    <a:pt x="2496" y="2038"/>
                  </a:moveTo>
                  <a:cubicBezTo>
                    <a:pt x="-630" y="4926"/>
                    <a:pt x="-868" y="9854"/>
                    <a:pt x="2055" y="12981"/>
                  </a:cubicBezTo>
                  <a:cubicBezTo>
                    <a:pt x="4943" y="16141"/>
                    <a:pt x="9837" y="16345"/>
                    <a:pt x="12998" y="13456"/>
                  </a:cubicBezTo>
                  <a:cubicBezTo>
                    <a:pt x="16158" y="10568"/>
                    <a:pt x="16362" y="5640"/>
                    <a:pt x="13473" y="2513"/>
                  </a:cubicBezTo>
                  <a:cubicBezTo>
                    <a:pt x="10551" y="-647"/>
                    <a:pt x="5657" y="-851"/>
                    <a:pt x="2496" y="20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" name="Google Shape;2453;p47"/>
            <p:cNvSpPr/>
            <p:nvPr/>
          </p:nvSpPr>
          <p:spPr>
            <a:xfrm>
              <a:off x="3314669" y="1153523"/>
              <a:ext cx="45997" cy="36431"/>
            </a:xfrm>
            <a:custGeom>
              <a:avLst/>
              <a:gdLst/>
              <a:ahLst/>
              <a:cxnLst/>
              <a:rect l="l" t="t" r="r" b="b"/>
              <a:pathLst>
                <a:path w="45997" h="36431" extrusionOk="0">
                  <a:moveTo>
                    <a:pt x="29124" y="0"/>
                  </a:moveTo>
                  <a:lnTo>
                    <a:pt x="0" y="0"/>
                  </a:lnTo>
                  <a:lnTo>
                    <a:pt x="0" y="36431"/>
                  </a:lnTo>
                  <a:lnTo>
                    <a:pt x="29124" y="36431"/>
                  </a:lnTo>
                  <a:cubicBezTo>
                    <a:pt x="51622" y="36431"/>
                    <a:pt x="51622" y="0"/>
                    <a:pt x="291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" name="Google Shape;2454;p47"/>
            <p:cNvSpPr/>
            <p:nvPr/>
          </p:nvSpPr>
          <p:spPr>
            <a:xfrm>
              <a:off x="3303420" y="1138910"/>
              <a:ext cx="18827" cy="63278"/>
            </a:xfrm>
            <a:custGeom>
              <a:avLst/>
              <a:gdLst/>
              <a:ahLst/>
              <a:cxnLst/>
              <a:rect l="l" t="t" r="r" b="b"/>
              <a:pathLst>
                <a:path w="18827" h="63278" extrusionOk="0">
                  <a:moveTo>
                    <a:pt x="9414" y="0"/>
                  </a:moveTo>
                  <a:lnTo>
                    <a:pt x="9414" y="0"/>
                  </a:lnTo>
                  <a:cubicBezTo>
                    <a:pt x="4214" y="0"/>
                    <a:pt x="0" y="4248"/>
                    <a:pt x="0" y="9414"/>
                  </a:cubicBezTo>
                  <a:lnTo>
                    <a:pt x="0" y="53865"/>
                  </a:lnTo>
                  <a:cubicBezTo>
                    <a:pt x="0" y="59030"/>
                    <a:pt x="4214" y="63278"/>
                    <a:pt x="9414" y="63278"/>
                  </a:cubicBezTo>
                  <a:lnTo>
                    <a:pt x="9414" y="63278"/>
                  </a:lnTo>
                  <a:cubicBezTo>
                    <a:pt x="14579" y="63278"/>
                    <a:pt x="18827" y="59030"/>
                    <a:pt x="18827" y="53865"/>
                  </a:cubicBezTo>
                  <a:lnTo>
                    <a:pt x="18827" y="9414"/>
                  </a:lnTo>
                  <a:cubicBezTo>
                    <a:pt x="18827" y="4214"/>
                    <a:pt x="14613" y="0"/>
                    <a:pt x="94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" name="Google Shape;2455;p47"/>
            <p:cNvSpPr/>
            <p:nvPr/>
          </p:nvSpPr>
          <p:spPr>
            <a:xfrm>
              <a:off x="2984751" y="1015480"/>
              <a:ext cx="143617" cy="99165"/>
            </a:xfrm>
            <a:custGeom>
              <a:avLst/>
              <a:gdLst/>
              <a:ahLst/>
              <a:cxnLst/>
              <a:rect l="l" t="t" r="r" b="b"/>
              <a:pathLst>
                <a:path w="143617" h="99165" extrusionOk="0">
                  <a:moveTo>
                    <a:pt x="118367" y="0"/>
                  </a:moveTo>
                  <a:lnTo>
                    <a:pt x="143617" y="53661"/>
                  </a:lnTo>
                  <a:lnTo>
                    <a:pt x="12302" y="99166"/>
                  </a:lnTo>
                  <a:lnTo>
                    <a:pt x="0" y="73032"/>
                  </a:lnTo>
                  <a:lnTo>
                    <a:pt x="1183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" name="Google Shape;2456;p47"/>
            <p:cNvSpPr/>
            <p:nvPr/>
          </p:nvSpPr>
          <p:spPr>
            <a:xfrm>
              <a:off x="3085488" y="1012911"/>
              <a:ext cx="59415" cy="59401"/>
            </a:xfrm>
            <a:custGeom>
              <a:avLst/>
              <a:gdLst/>
              <a:ahLst/>
              <a:cxnLst/>
              <a:rect l="l" t="t" r="r" b="b"/>
              <a:pathLst>
                <a:path w="59415" h="59401" extrusionOk="0">
                  <a:moveTo>
                    <a:pt x="2847" y="42365"/>
                  </a:moveTo>
                  <a:cubicBezTo>
                    <a:pt x="9847" y="57216"/>
                    <a:pt x="27519" y="63537"/>
                    <a:pt x="42336" y="56570"/>
                  </a:cubicBezTo>
                  <a:cubicBezTo>
                    <a:pt x="57187" y="49569"/>
                    <a:pt x="63576" y="31897"/>
                    <a:pt x="56576" y="17046"/>
                  </a:cubicBezTo>
                  <a:cubicBezTo>
                    <a:pt x="49575" y="2229"/>
                    <a:pt x="31869" y="-4160"/>
                    <a:pt x="17052" y="2841"/>
                  </a:cubicBezTo>
                  <a:cubicBezTo>
                    <a:pt x="2201" y="9808"/>
                    <a:pt x="-4154" y="27513"/>
                    <a:pt x="2847" y="4236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" name="Google Shape;2457;p47"/>
            <p:cNvSpPr/>
            <p:nvPr/>
          </p:nvSpPr>
          <p:spPr>
            <a:xfrm>
              <a:off x="2974488" y="1098775"/>
              <a:ext cx="48937" cy="61137"/>
            </a:xfrm>
            <a:custGeom>
              <a:avLst/>
              <a:gdLst/>
              <a:ahLst/>
              <a:cxnLst/>
              <a:rect l="l" t="t" r="r" b="b"/>
              <a:pathLst>
                <a:path w="48937" h="61137" extrusionOk="0">
                  <a:moveTo>
                    <a:pt x="0" y="0"/>
                  </a:moveTo>
                  <a:lnTo>
                    <a:pt x="48937" y="1121"/>
                  </a:lnTo>
                  <a:lnTo>
                    <a:pt x="37416" y="61137"/>
                  </a:lnTo>
                  <a:lnTo>
                    <a:pt x="13560" y="605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" name="Google Shape;2458;p47"/>
            <p:cNvSpPr/>
            <p:nvPr/>
          </p:nvSpPr>
          <p:spPr>
            <a:xfrm>
              <a:off x="2974447" y="1075353"/>
              <a:ext cx="49051" cy="49045"/>
            </a:xfrm>
            <a:custGeom>
              <a:avLst/>
              <a:gdLst/>
              <a:ahLst/>
              <a:cxnLst/>
              <a:rect l="l" t="t" r="r" b="b"/>
              <a:pathLst>
                <a:path w="49051" h="49045" extrusionOk="0">
                  <a:moveTo>
                    <a:pt x="23965" y="49012"/>
                  </a:moveTo>
                  <a:cubicBezTo>
                    <a:pt x="37491" y="49317"/>
                    <a:pt x="48740" y="38612"/>
                    <a:pt x="49045" y="25087"/>
                  </a:cubicBezTo>
                  <a:cubicBezTo>
                    <a:pt x="49351" y="11527"/>
                    <a:pt x="38646" y="312"/>
                    <a:pt x="25087" y="6"/>
                  </a:cubicBezTo>
                  <a:cubicBezTo>
                    <a:pt x="11561" y="-299"/>
                    <a:pt x="312" y="10406"/>
                    <a:pt x="6" y="23965"/>
                  </a:cubicBezTo>
                  <a:cubicBezTo>
                    <a:pt x="-299" y="37491"/>
                    <a:pt x="10440" y="48706"/>
                    <a:pt x="23965" y="490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" name="Google Shape;2459;p47"/>
            <p:cNvSpPr/>
            <p:nvPr/>
          </p:nvSpPr>
          <p:spPr>
            <a:xfrm>
              <a:off x="3096134" y="1024452"/>
              <a:ext cx="152045" cy="36431"/>
            </a:xfrm>
            <a:custGeom>
              <a:avLst/>
              <a:gdLst/>
              <a:ahLst/>
              <a:cxnLst/>
              <a:rect l="l" t="t" r="r" b="b"/>
              <a:pathLst>
                <a:path w="152045" h="36431" extrusionOk="0">
                  <a:moveTo>
                    <a:pt x="16873" y="0"/>
                  </a:moveTo>
                  <a:lnTo>
                    <a:pt x="135172" y="0"/>
                  </a:lnTo>
                  <a:cubicBezTo>
                    <a:pt x="157670" y="0"/>
                    <a:pt x="157670" y="36431"/>
                    <a:pt x="135172" y="36431"/>
                  </a:cubicBezTo>
                  <a:lnTo>
                    <a:pt x="16873" y="36431"/>
                  </a:lnTo>
                  <a:cubicBezTo>
                    <a:pt x="-5624" y="36431"/>
                    <a:pt x="-5624" y="0"/>
                    <a:pt x="168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" name="Google Shape;2460;p47"/>
            <p:cNvSpPr/>
            <p:nvPr/>
          </p:nvSpPr>
          <p:spPr>
            <a:xfrm>
              <a:off x="2984317" y="1085189"/>
              <a:ext cx="29332" cy="29345"/>
            </a:xfrm>
            <a:custGeom>
              <a:avLst/>
              <a:gdLst/>
              <a:ahLst/>
              <a:cxnLst/>
              <a:rect l="l" t="t" r="r" b="b"/>
              <a:pathLst>
                <a:path w="29332" h="29345" extrusionOk="0">
                  <a:moveTo>
                    <a:pt x="24596" y="3866"/>
                  </a:moveTo>
                  <a:cubicBezTo>
                    <a:pt x="30577" y="9337"/>
                    <a:pt x="30917" y="18649"/>
                    <a:pt x="25480" y="24596"/>
                  </a:cubicBezTo>
                  <a:cubicBezTo>
                    <a:pt x="20008" y="30577"/>
                    <a:pt x="10697" y="30951"/>
                    <a:pt x="4749" y="25480"/>
                  </a:cubicBezTo>
                  <a:cubicBezTo>
                    <a:pt x="-1232" y="19974"/>
                    <a:pt x="-1606" y="10697"/>
                    <a:pt x="3866" y="4749"/>
                  </a:cubicBezTo>
                  <a:cubicBezTo>
                    <a:pt x="9337" y="-1232"/>
                    <a:pt x="18683" y="-1606"/>
                    <a:pt x="24630" y="386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" name="Google Shape;2461;p47"/>
            <p:cNvSpPr/>
            <p:nvPr/>
          </p:nvSpPr>
          <p:spPr>
            <a:xfrm>
              <a:off x="2991209" y="1092093"/>
              <a:ext cx="15497" cy="15482"/>
            </a:xfrm>
            <a:custGeom>
              <a:avLst/>
              <a:gdLst/>
              <a:ahLst/>
              <a:cxnLst/>
              <a:rect l="l" t="t" r="r" b="b"/>
              <a:pathLst>
                <a:path w="15497" h="15482" extrusionOk="0">
                  <a:moveTo>
                    <a:pt x="13015" y="2026"/>
                  </a:moveTo>
                  <a:cubicBezTo>
                    <a:pt x="16141" y="4948"/>
                    <a:pt x="16345" y="9842"/>
                    <a:pt x="13456" y="12969"/>
                  </a:cubicBezTo>
                  <a:cubicBezTo>
                    <a:pt x="10534" y="16129"/>
                    <a:pt x="5640" y="16333"/>
                    <a:pt x="2514" y="13444"/>
                  </a:cubicBezTo>
                  <a:cubicBezTo>
                    <a:pt x="-647" y="10556"/>
                    <a:pt x="-851" y="5628"/>
                    <a:pt x="2038" y="2501"/>
                  </a:cubicBezTo>
                  <a:cubicBezTo>
                    <a:pt x="4926" y="-625"/>
                    <a:pt x="9820" y="-863"/>
                    <a:pt x="13015" y="20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" name="Google Shape;2462;p47"/>
            <p:cNvSpPr/>
            <p:nvPr/>
          </p:nvSpPr>
          <p:spPr>
            <a:xfrm>
              <a:off x="3102538" y="1029921"/>
              <a:ext cx="25356" cy="25390"/>
            </a:xfrm>
            <a:custGeom>
              <a:avLst/>
              <a:gdLst/>
              <a:ahLst/>
              <a:cxnLst/>
              <a:rect l="l" t="t" r="r" b="b"/>
              <a:pathLst>
                <a:path w="25356" h="25390" extrusionOk="0">
                  <a:moveTo>
                    <a:pt x="17402" y="920"/>
                  </a:moveTo>
                  <a:cubicBezTo>
                    <a:pt x="23893" y="3536"/>
                    <a:pt x="27053" y="10945"/>
                    <a:pt x="24437" y="17436"/>
                  </a:cubicBezTo>
                  <a:cubicBezTo>
                    <a:pt x="21820" y="23927"/>
                    <a:pt x="14445" y="27087"/>
                    <a:pt x="7954" y="24471"/>
                  </a:cubicBezTo>
                  <a:cubicBezTo>
                    <a:pt x="1463" y="21854"/>
                    <a:pt x="-1697" y="14479"/>
                    <a:pt x="920" y="7954"/>
                  </a:cubicBezTo>
                  <a:cubicBezTo>
                    <a:pt x="3536" y="1463"/>
                    <a:pt x="10945" y="-1697"/>
                    <a:pt x="17436" y="9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" name="Google Shape;2463;p47"/>
            <p:cNvSpPr/>
            <p:nvPr/>
          </p:nvSpPr>
          <p:spPr>
            <a:xfrm>
              <a:off x="3109334" y="1036105"/>
              <a:ext cx="12172" cy="12166"/>
            </a:xfrm>
            <a:custGeom>
              <a:avLst/>
              <a:gdLst/>
              <a:ahLst/>
              <a:cxnLst/>
              <a:rect l="l" t="t" r="r" b="b"/>
              <a:pathLst>
                <a:path w="12172" h="12166" extrusionOk="0">
                  <a:moveTo>
                    <a:pt x="580" y="8669"/>
                  </a:moveTo>
                  <a:cubicBezTo>
                    <a:pt x="2008" y="11693"/>
                    <a:pt x="5644" y="13019"/>
                    <a:pt x="8703" y="11591"/>
                  </a:cubicBezTo>
                  <a:cubicBezTo>
                    <a:pt x="11727" y="10164"/>
                    <a:pt x="13019" y="6528"/>
                    <a:pt x="11591" y="3503"/>
                  </a:cubicBezTo>
                  <a:cubicBezTo>
                    <a:pt x="10164" y="445"/>
                    <a:pt x="6528" y="-847"/>
                    <a:pt x="3503" y="580"/>
                  </a:cubicBezTo>
                  <a:cubicBezTo>
                    <a:pt x="445" y="2008"/>
                    <a:pt x="-847" y="5644"/>
                    <a:pt x="580" y="86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" name="Google Shape;2464;p47"/>
            <p:cNvSpPr/>
            <p:nvPr/>
          </p:nvSpPr>
          <p:spPr>
            <a:xfrm>
              <a:off x="2983816" y="1154033"/>
              <a:ext cx="45997" cy="36431"/>
            </a:xfrm>
            <a:custGeom>
              <a:avLst/>
              <a:gdLst/>
              <a:ahLst/>
              <a:cxnLst/>
              <a:rect l="l" t="t" r="r" b="b"/>
              <a:pathLst>
                <a:path w="45997" h="36431" extrusionOk="0">
                  <a:moveTo>
                    <a:pt x="16873" y="0"/>
                  </a:moveTo>
                  <a:lnTo>
                    <a:pt x="45998" y="0"/>
                  </a:lnTo>
                  <a:lnTo>
                    <a:pt x="45998" y="36431"/>
                  </a:lnTo>
                  <a:lnTo>
                    <a:pt x="16873" y="36431"/>
                  </a:lnTo>
                  <a:cubicBezTo>
                    <a:pt x="-5624" y="36431"/>
                    <a:pt x="-5624" y="0"/>
                    <a:pt x="168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2" name="Google Shape;2465;p47"/>
            <p:cNvSpPr/>
            <p:nvPr/>
          </p:nvSpPr>
          <p:spPr>
            <a:xfrm>
              <a:off x="3022235" y="1139454"/>
              <a:ext cx="18827" cy="63278"/>
            </a:xfrm>
            <a:custGeom>
              <a:avLst/>
              <a:gdLst/>
              <a:ahLst/>
              <a:cxnLst/>
              <a:rect l="l" t="t" r="r" b="b"/>
              <a:pathLst>
                <a:path w="18827" h="63278" extrusionOk="0">
                  <a:moveTo>
                    <a:pt x="9414" y="0"/>
                  </a:moveTo>
                  <a:lnTo>
                    <a:pt x="9414" y="0"/>
                  </a:lnTo>
                  <a:cubicBezTo>
                    <a:pt x="14579" y="0"/>
                    <a:pt x="18793" y="4248"/>
                    <a:pt x="18827" y="9414"/>
                  </a:cubicBezTo>
                  <a:lnTo>
                    <a:pt x="18827" y="53865"/>
                  </a:lnTo>
                  <a:cubicBezTo>
                    <a:pt x="18827" y="59030"/>
                    <a:pt x="14579" y="63278"/>
                    <a:pt x="9414" y="63278"/>
                  </a:cubicBezTo>
                  <a:lnTo>
                    <a:pt x="9414" y="63278"/>
                  </a:lnTo>
                  <a:cubicBezTo>
                    <a:pt x="4214" y="63278"/>
                    <a:pt x="0" y="59064"/>
                    <a:pt x="0" y="53865"/>
                  </a:cubicBezTo>
                  <a:lnTo>
                    <a:pt x="0" y="9414"/>
                  </a:lnTo>
                  <a:cubicBezTo>
                    <a:pt x="0" y="4248"/>
                    <a:pt x="4214" y="0"/>
                    <a:pt x="94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3" name="Google Shape;2466;p47"/>
            <p:cNvSpPr/>
            <p:nvPr/>
          </p:nvSpPr>
          <p:spPr>
            <a:xfrm>
              <a:off x="3127008" y="973475"/>
              <a:ext cx="90295" cy="51315"/>
            </a:xfrm>
            <a:custGeom>
              <a:avLst/>
              <a:gdLst/>
              <a:ahLst/>
              <a:cxnLst/>
              <a:rect l="l" t="t" r="r" b="b"/>
              <a:pathLst>
                <a:path w="90295" h="51315" extrusionOk="0">
                  <a:moveTo>
                    <a:pt x="0" y="51316"/>
                  </a:moveTo>
                  <a:lnTo>
                    <a:pt x="90296" y="51316"/>
                  </a:lnTo>
                  <a:lnTo>
                    <a:pt x="90296" y="7307"/>
                  </a:lnTo>
                  <a:cubicBezTo>
                    <a:pt x="90296" y="3262"/>
                    <a:pt x="87033" y="0"/>
                    <a:pt x="82989" y="0"/>
                  </a:cubicBezTo>
                  <a:lnTo>
                    <a:pt x="7307" y="0"/>
                  </a:lnTo>
                  <a:cubicBezTo>
                    <a:pt x="3296" y="0"/>
                    <a:pt x="0" y="3296"/>
                    <a:pt x="0" y="7307"/>
                  </a:cubicBezTo>
                  <a:lnTo>
                    <a:pt x="0" y="513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4" name="Google Shape;2467;p47"/>
            <p:cNvSpPr/>
            <p:nvPr/>
          </p:nvSpPr>
          <p:spPr>
            <a:xfrm>
              <a:off x="3127144" y="973475"/>
              <a:ext cx="90091" cy="6083"/>
            </a:xfrm>
            <a:custGeom>
              <a:avLst/>
              <a:gdLst/>
              <a:ahLst/>
              <a:cxnLst/>
              <a:rect l="l" t="t" r="r" b="b"/>
              <a:pathLst>
                <a:path w="90091" h="6083" extrusionOk="0">
                  <a:moveTo>
                    <a:pt x="90058" y="6083"/>
                  </a:moveTo>
                  <a:cubicBezTo>
                    <a:pt x="89480" y="2651"/>
                    <a:pt x="86456" y="0"/>
                    <a:pt x="82887" y="0"/>
                  </a:cubicBezTo>
                  <a:lnTo>
                    <a:pt x="7205" y="0"/>
                  </a:lnTo>
                  <a:cubicBezTo>
                    <a:pt x="3602" y="0"/>
                    <a:pt x="578" y="2651"/>
                    <a:pt x="0" y="6083"/>
                  </a:cubicBezTo>
                  <a:lnTo>
                    <a:pt x="90092" y="608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5" name="Google Shape;2468;p47"/>
            <p:cNvSpPr/>
            <p:nvPr/>
          </p:nvSpPr>
          <p:spPr>
            <a:xfrm>
              <a:off x="3216589" y="1029411"/>
              <a:ext cx="25390" cy="25390"/>
            </a:xfrm>
            <a:custGeom>
              <a:avLst/>
              <a:gdLst/>
              <a:ahLst/>
              <a:cxnLst/>
              <a:rect l="l" t="t" r="r" b="b"/>
              <a:pathLst>
                <a:path w="25390" h="25390" extrusionOk="0">
                  <a:moveTo>
                    <a:pt x="7954" y="920"/>
                  </a:moveTo>
                  <a:cubicBezTo>
                    <a:pt x="1463" y="3536"/>
                    <a:pt x="-1697" y="10945"/>
                    <a:pt x="920" y="17436"/>
                  </a:cubicBezTo>
                  <a:cubicBezTo>
                    <a:pt x="3536" y="23927"/>
                    <a:pt x="10945" y="27087"/>
                    <a:pt x="17436" y="24471"/>
                  </a:cubicBezTo>
                  <a:cubicBezTo>
                    <a:pt x="23927" y="21854"/>
                    <a:pt x="27087" y="14445"/>
                    <a:pt x="24471" y="7954"/>
                  </a:cubicBezTo>
                  <a:cubicBezTo>
                    <a:pt x="21854" y="1463"/>
                    <a:pt x="14479" y="-1697"/>
                    <a:pt x="7954" y="9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6" name="Google Shape;2469;p47"/>
            <p:cNvSpPr/>
            <p:nvPr/>
          </p:nvSpPr>
          <p:spPr>
            <a:xfrm>
              <a:off x="3222982" y="1035595"/>
              <a:ext cx="12166" cy="12151"/>
            </a:xfrm>
            <a:custGeom>
              <a:avLst/>
              <a:gdLst/>
              <a:ahLst/>
              <a:cxnLst/>
              <a:rect l="l" t="t" r="r" b="b"/>
              <a:pathLst>
                <a:path w="12166" h="12151" extrusionOk="0">
                  <a:moveTo>
                    <a:pt x="11586" y="8669"/>
                  </a:moveTo>
                  <a:cubicBezTo>
                    <a:pt x="10158" y="11693"/>
                    <a:pt x="6556" y="12985"/>
                    <a:pt x="3498" y="11591"/>
                  </a:cubicBezTo>
                  <a:cubicBezTo>
                    <a:pt x="473" y="10164"/>
                    <a:pt x="-852" y="6528"/>
                    <a:pt x="575" y="3503"/>
                  </a:cubicBezTo>
                  <a:cubicBezTo>
                    <a:pt x="2002" y="445"/>
                    <a:pt x="5639" y="-847"/>
                    <a:pt x="8663" y="581"/>
                  </a:cubicBezTo>
                  <a:cubicBezTo>
                    <a:pt x="11722" y="2008"/>
                    <a:pt x="13013" y="5644"/>
                    <a:pt x="11586" y="86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417" name="Google Shape;1386;p30"/>
          <p:cNvGrpSpPr/>
          <p:nvPr/>
        </p:nvGrpSpPr>
        <p:grpSpPr>
          <a:xfrm>
            <a:off x="417109" y="-76097"/>
            <a:ext cx="1392653" cy="3806820"/>
            <a:chOff x="7569444" y="2914051"/>
            <a:chExt cx="456473" cy="1247769"/>
          </a:xfrm>
        </p:grpSpPr>
        <p:sp>
          <p:nvSpPr>
            <p:cNvPr id="1418" name="Google Shape;1387;p30"/>
            <p:cNvSpPr/>
            <p:nvPr/>
          </p:nvSpPr>
          <p:spPr>
            <a:xfrm>
              <a:off x="7774605" y="2946357"/>
              <a:ext cx="43737" cy="824553"/>
            </a:xfrm>
            <a:custGeom>
              <a:avLst/>
              <a:gdLst/>
              <a:ahLst/>
              <a:cxnLst/>
              <a:rect l="l" t="t" r="r" b="b"/>
              <a:pathLst>
                <a:path w="43737" h="349017" extrusionOk="0">
                  <a:moveTo>
                    <a:pt x="0" y="0"/>
                  </a:moveTo>
                  <a:lnTo>
                    <a:pt x="43738" y="0"/>
                  </a:lnTo>
                  <a:lnTo>
                    <a:pt x="43738" y="349017"/>
                  </a:lnTo>
                  <a:lnTo>
                    <a:pt x="0" y="34901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9" name="Google Shape;1388;p30"/>
            <p:cNvSpPr/>
            <p:nvPr/>
          </p:nvSpPr>
          <p:spPr>
            <a:xfrm>
              <a:off x="7705754" y="2914051"/>
              <a:ext cx="181440" cy="72386"/>
            </a:xfrm>
            <a:custGeom>
              <a:avLst/>
              <a:gdLst/>
              <a:ahLst/>
              <a:cxnLst/>
              <a:rect l="l" t="t" r="r" b="b"/>
              <a:pathLst>
                <a:path w="181440" h="72386" extrusionOk="0">
                  <a:moveTo>
                    <a:pt x="36193" y="0"/>
                  </a:moveTo>
                  <a:lnTo>
                    <a:pt x="145248" y="0"/>
                  </a:lnTo>
                  <a:cubicBezTo>
                    <a:pt x="165162" y="0"/>
                    <a:pt x="181441" y="16278"/>
                    <a:pt x="181441" y="36193"/>
                  </a:cubicBezTo>
                  <a:lnTo>
                    <a:pt x="181441" y="36193"/>
                  </a:lnTo>
                  <a:cubicBezTo>
                    <a:pt x="181441" y="56108"/>
                    <a:pt x="165162" y="72386"/>
                    <a:pt x="145248" y="72386"/>
                  </a:cubicBezTo>
                  <a:lnTo>
                    <a:pt x="36193" y="72386"/>
                  </a:lnTo>
                  <a:cubicBezTo>
                    <a:pt x="16279" y="72386"/>
                    <a:pt x="0" y="56108"/>
                    <a:pt x="0" y="36193"/>
                  </a:cubicBezTo>
                  <a:lnTo>
                    <a:pt x="0" y="36193"/>
                  </a:lnTo>
                  <a:cubicBezTo>
                    <a:pt x="0" y="16278"/>
                    <a:pt x="16279" y="0"/>
                    <a:pt x="36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0" name="Google Shape;1389;p30"/>
            <p:cNvSpPr/>
            <p:nvPr/>
          </p:nvSpPr>
          <p:spPr>
            <a:xfrm>
              <a:off x="7735761" y="3795302"/>
              <a:ext cx="122717" cy="69735"/>
            </a:xfrm>
            <a:custGeom>
              <a:avLst/>
              <a:gdLst/>
              <a:ahLst/>
              <a:cxnLst/>
              <a:rect l="l" t="t" r="r" b="b"/>
              <a:pathLst>
                <a:path w="122717" h="69735" extrusionOk="0">
                  <a:moveTo>
                    <a:pt x="0" y="69736"/>
                  </a:moveTo>
                  <a:lnTo>
                    <a:pt x="122717" y="69736"/>
                  </a:lnTo>
                  <a:lnTo>
                    <a:pt x="122717" y="9924"/>
                  </a:lnTo>
                  <a:cubicBezTo>
                    <a:pt x="122717" y="4452"/>
                    <a:pt x="118231" y="0"/>
                    <a:pt x="112794" y="0"/>
                  </a:cubicBezTo>
                  <a:lnTo>
                    <a:pt x="9924" y="0"/>
                  </a:lnTo>
                  <a:cubicBezTo>
                    <a:pt x="4452" y="0"/>
                    <a:pt x="0" y="4486"/>
                    <a:pt x="0" y="9924"/>
                  </a:cubicBezTo>
                  <a:lnTo>
                    <a:pt x="0" y="697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1" name="Google Shape;1390;p30"/>
            <p:cNvSpPr/>
            <p:nvPr/>
          </p:nvSpPr>
          <p:spPr>
            <a:xfrm>
              <a:off x="7735897" y="3795268"/>
              <a:ext cx="122444" cy="8292"/>
            </a:xfrm>
            <a:custGeom>
              <a:avLst/>
              <a:gdLst/>
              <a:ahLst/>
              <a:cxnLst/>
              <a:rect l="l" t="t" r="r" b="b"/>
              <a:pathLst>
                <a:path w="122444" h="8292" extrusionOk="0">
                  <a:moveTo>
                    <a:pt x="122445" y="8292"/>
                  </a:moveTo>
                  <a:cubicBezTo>
                    <a:pt x="121663" y="3603"/>
                    <a:pt x="117551" y="0"/>
                    <a:pt x="112658" y="0"/>
                  </a:cubicBezTo>
                  <a:lnTo>
                    <a:pt x="9788" y="0"/>
                  </a:lnTo>
                  <a:cubicBezTo>
                    <a:pt x="4894" y="0"/>
                    <a:pt x="782" y="3603"/>
                    <a:pt x="0" y="8292"/>
                  </a:cubicBezTo>
                  <a:lnTo>
                    <a:pt x="122445" y="82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2" name="Google Shape;1391;p30"/>
            <p:cNvSpPr/>
            <p:nvPr/>
          </p:nvSpPr>
          <p:spPr>
            <a:xfrm>
              <a:off x="7761249" y="3757172"/>
              <a:ext cx="71740" cy="39727"/>
            </a:xfrm>
            <a:custGeom>
              <a:avLst/>
              <a:gdLst/>
              <a:ahLst/>
              <a:cxnLst/>
              <a:rect l="l" t="t" r="r" b="b"/>
              <a:pathLst>
                <a:path w="71740" h="39727" extrusionOk="0">
                  <a:moveTo>
                    <a:pt x="0" y="39727"/>
                  </a:moveTo>
                  <a:lnTo>
                    <a:pt x="71741" y="39727"/>
                  </a:lnTo>
                  <a:lnTo>
                    <a:pt x="71741" y="9923"/>
                  </a:lnTo>
                  <a:cubicBezTo>
                    <a:pt x="71741" y="4452"/>
                    <a:pt x="67289" y="0"/>
                    <a:pt x="61818" y="0"/>
                  </a:cubicBezTo>
                  <a:lnTo>
                    <a:pt x="9958" y="0"/>
                  </a:lnTo>
                  <a:cubicBezTo>
                    <a:pt x="4486" y="0"/>
                    <a:pt x="34" y="4452"/>
                    <a:pt x="34" y="9923"/>
                  </a:cubicBezTo>
                  <a:lnTo>
                    <a:pt x="34" y="397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3" name="Google Shape;1392;p30"/>
            <p:cNvSpPr/>
            <p:nvPr/>
          </p:nvSpPr>
          <p:spPr>
            <a:xfrm>
              <a:off x="7761556" y="3757138"/>
              <a:ext cx="71196" cy="7646"/>
            </a:xfrm>
            <a:custGeom>
              <a:avLst/>
              <a:gdLst/>
              <a:ahLst/>
              <a:cxnLst/>
              <a:rect l="l" t="t" r="r" b="b"/>
              <a:pathLst>
                <a:path w="71196" h="7646" extrusionOk="0">
                  <a:moveTo>
                    <a:pt x="71163" y="7646"/>
                  </a:moveTo>
                  <a:cubicBezTo>
                    <a:pt x="70110" y="3262"/>
                    <a:pt x="66167" y="0"/>
                    <a:pt x="61512" y="0"/>
                  </a:cubicBezTo>
                  <a:lnTo>
                    <a:pt x="9652" y="0"/>
                  </a:lnTo>
                  <a:cubicBezTo>
                    <a:pt x="4996" y="0"/>
                    <a:pt x="1020" y="3262"/>
                    <a:pt x="0" y="7646"/>
                  </a:cubicBezTo>
                  <a:lnTo>
                    <a:pt x="71197" y="76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4" name="Google Shape;1393;p30"/>
            <p:cNvSpPr/>
            <p:nvPr/>
          </p:nvSpPr>
          <p:spPr>
            <a:xfrm>
              <a:off x="7578755" y="3861231"/>
              <a:ext cx="171280" cy="178790"/>
            </a:xfrm>
            <a:custGeom>
              <a:avLst/>
              <a:gdLst/>
              <a:ahLst/>
              <a:cxnLst/>
              <a:rect l="l" t="t" r="r" b="b"/>
              <a:pathLst>
                <a:path w="171280" h="178790" extrusionOk="0">
                  <a:moveTo>
                    <a:pt x="112216" y="0"/>
                  </a:moveTo>
                  <a:lnTo>
                    <a:pt x="171281" y="54850"/>
                  </a:lnTo>
                  <a:lnTo>
                    <a:pt x="28750" y="178791"/>
                  </a:lnTo>
                  <a:lnTo>
                    <a:pt x="0" y="152079"/>
                  </a:lnTo>
                  <a:lnTo>
                    <a:pt x="112250" y="0"/>
                  </a:lnTo>
                  <a:lnTo>
                    <a:pt x="112250" y="0"/>
                  </a:lnTo>
                  <a:close/>
                  <a:moveTo>
                    <a:pt x="108410" y="63312"/>
                  </a:moveTo>
                  <a:cubicBezTo>
                    <a:pt x="105419" y="60458"/>
                    <a:pt x="100593" y="60594"/>
                    <a:pt x="97738" y="63584"/>
                  </a:cubicBezTo>
                  <a:lnTo>
                    <a:pt x="51996" y="111910"/>
                  </a:lnTo>
                  <a:cubicBezTo>
                    <a:pt x="49141" y="114900"/>
                    <a:pt x="49277" y="119726"/>
                    <a:pt x="52302" y="122581"/>
                  </a:cubicBezTo>
                  <a:lnTo>
                    <a:pt x="52302" y="122581"/>
                  </a:lnTo>
                  <a:cubicBezTo>
                    <a:pt x="55326" y="125436"/>
                    <a:pt x="60119" y="125300"/>
                    <a:pt x="62973" y="122309"/>
                  </a:cubicBezTo>
                  <a:lnTo>
                    <a:pt x="108715" y="73984"/>
                  </a:lnTo>
                  <a:cubicBezTo>
                    <a:pt x="111570" y="70959"/>
                    <a:pt x="111434" y="66167"/>
                    <a:pt x="108444" y="63312"/>
                  </a:cubicBezTo>
                  <a:lnTo>
                    <a:pt x="108444" y="633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5" name="Google Shape;1394;p30"/>
            <p:cNvSpPr/>
            <p:nvPr/>
          </p:nvSpPr>
          <p:spPr>
            <a:xfrm>
              <a:off x="7845327" y="3860042"/>
              <a:ext cx="171279" cy="178824"/>
            </a:xfrm>
            <a:custGeom>
              <a:avLst/>
              <a:gdLst/>
              <a:ahLst/>
              <a:cxnLst/>
              <a:rect l="l" t="t" r="r" b="b"/>
              <a:pathLst>
                <a:path w="171279" h="178824" extrusionOk="0">
                  <a:moveTo>
                    <a:pt x="59064" y="0"/>
                  </a:moveTo>
                  <a:lnTo>
                    <a:pt x="0" y="54850"/>
                  </a:lnTo>
                  <a:lnTo>
                    <a:pt x="142529" y="178825"/>
                  </a:lnTo>
                  <a:lnTo>
                    <a:pt x="171280" y="152113"/>
                  </a:lnTo>
                  <a:lnTo>
                    <a:pt x="59030" y="34"/>
                  </a:lnTo>
                  <a:lnTo>
                    <a:pt x="59030" y="34"/>
                  </a:lnTo>
                  <a:close/>
                  <a:moveTo>
                    <a:pt x="62871" y="63312"/>
                  </a:moveTo>
                  <a:cubicBezTo>
                    <a:pt x="65895" y="60458"/>
                    <a:pt x="70686" y="60594"/>
                    <a:pt x="73541" y="63584"/>
                  </a:cubicBezTo>
                  <a:lnTo>
                    <a:pt x="119284" y="111910"/>
                  </a:lnTo>
                  <a:cubicBezTo>
                    <a:pt x="122139" y="114934"/>
                    <a:pt x="122003" y="119726"/>
                    <a:pt x="119012" y="122581"/>
                  </a:cubicBezTo>
                  <a:lnTo>
                    <a:pt x="119012" y="122581"/>
                  </a:lnTo>
                  <a:cubicBezTo>
                    <a:pt x="115987" y="125435"/>
                    <a:pt x="111196" y="125300"/>
                    <a:pt x="108341" y="122309"/>
                  </a:cubicBezTo>
                  <a:lnTo>
                    <a:pt x="62599" y="73983"/>
                  </a:lnTo>
                  <a:cubicBezTo>
                    <a:pt x="59744" y="70959"/>
                    <a:pt x="59880" y="66167"/>
                    <a:pt x="62904" y="63312"/>
                  </a:cubicBezTo>
                  <a:lnTo>
                    <a:pt x="62904" y="633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6" name="Google Shape;1395;p30"/>
            <p:cNvSpPr/>
            <p:nvPr/>
          </p:nvSpPr>
          <p:spPr>
            <a:xfrm>
              <a:off x="7679538" y="3848961"/>
              <a:ext cx="80741" cy="80717"/>
            </a:xfrm>
            <a:custGeom>
              <a:avLst/>
              <a:gdLst/>
              <a:ahLst/>
              <a:cxnLst/>
              <a:rect l="l" t="t" r="r" b="b"/>
              <a:pathLst>
                <a:path w="80741" h="80717" extrusionOk="0">
                  <a:moveTo>
                    <a:pt x="12928" y="69942"/>
                  </a:moveTo>
                  <a:cubicBezTo>
                    <a:pt x="29241" y="85099"/>
                    <a:pt x="54797" y="84147"/>
                    <a:pt x="69953" y="67835"/>
                  </a:cubicBezTo>
                  <a:cubicBezTo>
                    <a:pt x="85110" y="51488"/>
                    <a:pt x="84193" y="25966"/>
                    <a:pt x="67847" y="10775"/>
                  </a:cubicBezTo>
                  <a:cubicBezTo>
                    <a:pt x="51534" y="-4382"/>
                    <a:pt x="25978" y="-3430"/>
                    <a:pt x="10787" y="12882"/>
                  </a:cubicBezTo>
                  <a:cubicBezTo>
                    <a:pt x="-4369" y="29229"/>
                    <a:pt x="-3452" y="54751"/>
                    <a:pt x="12894" y="6994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7" name="Google Shape;1396;p30"/>
            <p:cNvSpPr/>
            <p:nvPr/>
          </p:nvSpPr>
          <p:spPr>
            <a:xfrm>
              <a:off x="7835027" y="3847805"/>
              <a:ext cx="80683" cy="80683"/>
            </a:xfrm>
            <a:custGeom>
              <a:avLst/>
              <a:gdLst/>
              <a:ahLst/>
              <a:cxnLst/>
              <a:rect l="l" t="t" r="r" b="b"/>
              <a:pathLst>
                <a:path w="80683" h="80683" extrusionOk="0">
                  <a:moveTo>
                    <a:pt x="67835" y="69908"/>
                  </a:moveTo>
                  <a:cubicBezTo>
                    <a:pt x="51488" y="85065"/>
                    <a:pt x="25966" y="84113"/>
                    <a:pt x="10775" y="67801"/>
                  </a:cubicBezTo>
                  <a:cubicBezTo>
                    <a:pt x="-4382" y="51488"/>
                    <a:pt x="-3430" y="25932"/>
                    <a:pt x="12882" y="10775"/>
                  </a:cubicBezTo>
                  <a:cubicBezTo>
                    <a:pt x="29194" y="-4381"/>
                    <a:pt x="54751" y="-3430"/>
                    <a:pt x="69907" y="12882"/>
                  </a:cubicBezTo>
                  <a:cubicBezTo>
                    <a:pt x="85065" y="29229"/>
                    <a:pt x="84113" y="54751"/>
                    <a:pt x="67801" y="6994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8" name="Google Shape;1397;p30"/>
            <p:cNvSpPr/>
            <p:nvPr/>
          </p:nvSpPr>
          <p:spPr>
            <a:xfrm>
              <a:off x="7577226" y="3998731"/>
              <a:ext cx="139844" cy="148884"/>
            </a:xfrm>
            <a:custGeom>
              <a:avLst/>
              <a:gdLst/>
              <a:ahLst/>
              <a:cxnLst/>
              <a:rect l="l" t="t" r="r" b="b"/>
              <a:pathLst>
                <a:path w="139844" h="148884" extrusionOk="0">
                  <a:moveTo>
                    <a:pt x="0" y="43874"/>
                  </a:moveTo>
                  <a:lnTo>
                    <a:pt x="50025" y="0"/>
                  </a:lnTo>
                  <a:lnTo>
                    <a:pt x="139844" y="127509"/>
                  </a:lnTo>
                  <a:lnTo>
                    <a:pt x="115478" y="148885"/>
                  </a:lnTo>
                  <a:lnTo>
                    <a:pt x="0" y="43874"/>
                  </a:lnTo>
                  <a:lnTo>
                    <a:pt x="0" y="43874"/>
                  </a:lnTo>
                  <a:close/>
                  <a:moveTo>
                    <a:pt x="94917" y="101884"/>
                  </a:moveTo>
                  <a:lnTo>
                    <a:pt x="94917" y="101884"/>
                  </a:lnTo>
                  <a:cubicBezTo>
                    <a:pt x="97500" y="99709"/>
                    <a:pt x="97772" y="95802"/>
                    <a:pt x="95564" y="93253"/>
                  </a:cubicBezTo>
                  <a:lnTo>
                    <a:pt x="60322" y="52234"/>
                  </a:lnTo>
                  <a:cubicBezTo>
                    <a:pt x="58113" y="49685"/>
                    <a:pt x="54239" y="49379"/>
                    <a:pt x="51656" y="51588"/>
                  </a:cubicBezTo>
                  <a:lnTo>
                    <a:pt x="51656" y="51588"/>
                  </a:lnTo>
                  <a:cubicBezTo>
                    <a:pt x="49107" y="53797"/>
                    <a:pt x="48802" y="57671"/>
                    <a:pt x="51010" y="60220"/>
                  </a:cubicBezTo>
                  <a:lnTo>
                    <a:pt x="86252" y="101239"/>
                  </a:lnTo>
                  <a:cubicBezTo>
                    <a:pt x="88427" y="103788"/>
                    <a:pt x="92335" y="104093"/>
                    <a:pt x="94883" y="1018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9" name="Google Shape;1398;p30"/>
            <p:cNvSpPr/>
            <p:nvPr/>
          </p:nvSpPr>
          <p:spPr>
            <a:xfrm>
              <a:off x="7878257" y="3997576"/>
              <a:ext cx="139844" cy="148884"/>
            </a:xfrm>
            <a:custGeom>
              <a:avLst/>
              <a:gdLst/>
              <a:ahLst/>
              <a:cxnLst/>
              <a:rect l="l" t="t" r="r" b="b"/>
              <a:pathLst>
                <a:path w="139844" h="148884" extrusionOk="0">
                  <a:moveTo>
                    <a:pt x="139844" y="43874"/>
                  </a:moveTo>
                  <a:lnTo>
                    <a:pt x="89820" y="0"/>
                  </a:lnTo>
                  <a:lnTo>
                    <a:pt x="0" y="127509"/>
                  </a:lnTo>
                  <a:lnTo>
                    <a:pt x="24366" y="148884"/>
                  </a:lnTo>
                  <a:lnTo>
                    <a:pt x="139844" y="43874"/>
                  </a:lnTo>
                  <a:lnTo>
                    <a:pt x="139844" y="43874"/>
                  </a:lnTo>
                  <a:close/>
                  <a:moveTo>
                    <a:pt x="44927" y="101884"/>
                  </a:moveTo>
                  <a:lnTo>
                    <a:pt x="44927" y="101884"/>
                  </a:lnTo>
                  <a:cubicBezTo>
                    <a:pt x="42378" y="99709"/>
                    <a:pt x="42072" y="95801"/>
                    <a:pt x="44281" y="93252"/>
                  </a:cubicBezTo>
                  <a:lnTo>
                    <a:pt x="79523" y="52268"/>
                  </a:lnTo>
                  <a:cubicBezTo>
                    <a:pt x="81732" y="49685"/>
                    <a:pt x="85606" y="49413"/>
                    <a:pt x="88155" y="51622"/>
                  </a:cubicBezTo>
                  <a:lnTo>
                    <a:pt x="88155" y="51622"/>
                  </a:lnTo>
                  <a:cubicBezTo>
                    <a:pt x="90703" y="53831"/>
                    <a:pt x="91010" y="57705"/>
                    <a:pt x="88800" y="60254"/>
                  </a:cubicBezTo>
                  <a:lnTo>
                    <a:pt x="53559" y="101273"/>
                  </a:lnTo>
                  <a:cubicBezTo>
                    <a:pt x="51350" y="103821"/>
                    <a:pt x="47476" y="104127"/>
                    <a:pt x="44893" y="1019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0" name="Google Shape;1399;p30"/>
            <p:cNvSpPr/>
            <p:nvPr/>
          </p:nvSpPr>
          <p:spPr>
            <a:xfrm>
              <a:off x="7569444" y="3987823"/>
              <a:ext cx="66646" cy="66675"/>
            </a:xfrm>
            <a:custGeom>
              <a:avLst/>
              <a:gdLst/>
              <a:ahLst/>
              <a:cxnLst/>
              <a:rect l="l" t="t" r="r" b="b"/>
              <a:pathLst>
                <a:path w="66646" h="66675" extrusionOk="0">
                  <a:moveTo>
                    <a:pt x="55291" y="58384"/>
                  </a:moveTo>
                  <a:cubicBezTo>
                    <a:pt x="69123" y="46252"/>
                    <a:pt x="70516" y="25182"/>
                    <a:pt x="58384" y="11350"/>
                  </a:cubicBezTo>
                  <a:cubicBezTo>
                    <a:pt x="46252" y="-2482"/>
                    <a:pt x="25182" y="-3875"/>
                    <a:pt x="11350" y="8291"/>
                  </a:cubicBezTo>
                  <a:cubicBezTo>
                    <a:pt x="-2482" y="20424"/>
                    <a:pt x="-3875" y="41494"/>
                    <a:pt x="8291" y="55325"/>
                  </a:cubicBezTo>
                  <a:cubicBezTo>
                    <a:pt x="20424" y="69157"/>
                    <a:pt x="41494" y="70550"/>
                    <a:pt x="55325" y="583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1" name="Google Shape;1400;p30"/>
            <p:cNvSpPr/>
            <p:nvPr/>
          </p:nvSpPr>
          <p:spPr>
            <a:xfrm>
              <a:off x="7959242" y="3986668"/>
              <a:ext cx="66675" cy="66680"/>
            </a:xfrm>
            <a:custGeom>
              <a:avLst/>
              <a:gdLst/>
              <a:ahLst/>
              <a:cxnLst/>
              <a:rect l="l" t="t" r="r" b="b"/>
              <a:pathLst>
                <a:path w="66675" h="66680" extrusionOk="0">
                  <a:moveTo>
                    <a:pt x="55325" y="58384"/>
                  </a:moveTo>
                  <a:cubicBezTo>
                    <a:pt x="69157" y="46252"/>
                    <a:pt x="70550" y="25181"/>
                    <a:pt x="58384" y="11350"/>
                  </a:cubicBezTo>
                  <a:cubicBezTo>
                    <a:pt x="46252" y="-2482"/>
                    <a:pt x="25182" y="-3875"/>
                    <a:pt x="11350" y="8291"/>
                  </a:cubicBezTo>
                  <a:cubicBezTo>
                    <a:pt x="-2482" y="20423"/>
                    <a:pt x="-3875" y="41494"/>
                    <a:pt x="8292" y="55325"/>
                  </a:cubicBezTo>
                  <a:cubicBezTo>
                    <a:pt x="20423" y="69157"/>
                    <a:pt x="41494" y="70550"/>
                    <a:pt x="55325" y="584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2" name="Google Shape;1401;p30"/>
            <p:cNvSpPr/>
            <p:nvPr/>
          </p:nvSpPr>
          <p:spPr>
            <a:xfrm>
              <a:off x="7693791" y="3864562"/>
              <a:ext cx="206598" cy="49514"/>
            </a:xfrm>
            <a:custGeom>
              <a:avLst/>
              <a:gdLst/>
              <a:ahLst/>
              <a:cxnLst/>
              <a:rect l="l" t="t" r="r" b="b"/>
              <a:pathLst>
                <a:path w="206598" h="49514" extrusionOk="0">
                  <a:moveTo>
                    <a:pt x="22939" y="0"/>
                  </a:moveTo>
                  <a:lnTo>
                    <a:pt x="183684" y="0"/>
                  </a:lnTo>
                  <a:cubicBezTo>
                    <a:pt x="214236" y="0"/>
                    <a:pt x="214236" y="49515"/>
                    <a:pt x="183684" y="49515"/>
                  </a:cubicBezTo>
                  <a:lnTo>
                    <a:pt x="22939" y="49515"/>
                  </a:lnTo>
                  <a:cubicBezTo>
                    <a:pt x="-7646" y="49515"/>
                    <a:pt x="-7646" y="0"/>
                    <a:pt x="229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3" name="Google Shape;1402;p30"/>
            <p:cNvSpPr/>
            <p:nvPr/>
          </p:nvSpPr>
          <p:spPr>
            <a:xfrm>
              <a:off x="7696544" y="4116996"/>
              <a:ext cx="77585" cy="32556"/>
            </a:xfrm>
            <a:custGeom>
              <a:avLst/>
              <a:gdLst/>
              <a:ahLst/>
              <a:cxnLst/>
              <a:rect l="l" t="t" r="r" b="b"/>
              <a:pathLst>
                <a:path w="77585" h="32556" extrusionOk="0">
                  <a:moveTo>
                    <a:pt x="0" y="32557"/>
                  </a:moveTo>
                  <a:lnTo>
                    <a:pt x="2447" y="0"/>
                  </a:lnTo>
                  <a:lnTo>
                    <a:pt x="77585" y="20526"/>
                  </a:lnTo>
                  <a:lnTo>
                    <a:pt x="77314" y="24468"/>
                  </a:lnTo>
                  <a:lnTo>
                    <a:pt x="0" y="3255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4" name="Google Shape;1403;p30"/>
            <p:cNvSpPr/>
            <p:nvPr/>
          </p:nvSpPr>
          <p:spPr>
            <a:xfrm>
              <a:off x="7821198" y="4115840"/>
              <a:ext cx="77620" cy="32523"/>
            </a:xfrm>
            <a:custGeom>
              <a:avLst/>
              <a:gdLst/>
              <a:ahLst/>
              <a:cxnLst/>
              <a:rect l="l" t="t" r="r" b="b"/>
              <a:pathLst>
                <a:path w="77620" h="32523" extrusionOk="0">
                  <a:moveTo>
                    <a:pt x="77620" y="32523"/>
                  </a:moveTo>
                  <a:lnTo>
                    <a:pt x="75172" y="0"/>
                  </a:lnTo>
                  <a:lnTo>
                    <a:pt x="0" y="20493"/>
                  </a:lnTo>
                  <a:lnTo>
                    <a:pt x="306" y="24435"/>
                  </a:lnTo>
                  <a:lnTo>
                    <a:pt x="77620" y="3252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5" name="Google Shape;1404;p30"/>
            <p:cNvSpPr/>
            <p:nvPr/>
          </p:nvSpPr>
          <p:spPr>
            <a:xfrm>
              <a:off x="7670017" y="4095145"/>
              <a:ext cx="66633" cy="66675"/>
            </a:xfrm>
            <a:custGeom>
              <a:avLst/>
              <a:gdLst/>
              <a:ahLst/>
              <a:cxnLst/>
              <a:rect l="l" t="t" r="r" b="b"/>
              <a:pathLst>
                <a:path w="66633" h="66675" extrusionOk="0">
                  <a:moveTo>
                    <a:pt x="55278" y="58384"/>
                  </a:moveTo>
                  <a:cubicBezTo>
                    <a:pt x="69110" y="46252"/>
                    <a:pt x="70503" y="25182"/>
                    <a:pt x="58370" y="11350"/>
                  </a:cubicBezTo>
                  <a:cubicBezTo>
                    <a:pt x="46238" y="-2482"/>
                    <a:pt x="25168" y="-3875"/>
                    <a:pt x="11337" y="8291"/>
                  </a:cubicBezTo>
                  <a:cubicBezTo>
                    <a:pt x="-2495" y="20424"/>
                    <a:pt x="-3855" y="41494"/>
                    <a:pt x="8278" y="55325"/>
                  </a:cubicBezTo>
                  <a:cubicBezTo>
                    <a:pt x="20410" y="69157"/>
                    <a:pt x="41480" y="70550"/>
                    <a:pt x="55278" y="583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6" name="Google Shape;1405;p30"/>
            <p:cNvSpPr/>
            <p:nvPr/>
          </p:nvSpPr>
          <p:spPr>
            <a:xfrm>
              <a:off x="7858678" y="4093955"/>
              <a:ext cx="66646" cy="66680"/>
            </a:xfrm>
            <a:custGeom>
              <a:avLst/>
              <a:gdLst/>
              <a:ahLst/>
              <a:cxnLst/>
              <a:rect l="l" t="t" r="r" b="b"/>
              <a:pathLst>
                <a:path w="66646" h="66680" extrusionOk="0">
                  <a:moveTo>
                    <a:pt x="11355" y="58384"/>
                  </a:moveTo>
                  <a:cubicBezTo>
                    <a:pt x="-2476" y="46252"/>
                    <a:pt x="-3870" y="25182"/>
                    <a:pt x="8263" y="11350"/>
                  </a:cubicBezTo>
                  <a:cubicBezTo>
                    <a:pt x="20395" y="-2482"/>
                    <a:pt x="41465" y="-3875"/>
                    <a:pt x="55297" y="8291"/>
                  </a:cubicBezTo>
                  <a:cubicBezTo>
                    <a:pt x="69128" y="20424"/>
                    <a:pt x="70522" y="41494"/>
                    <a:pt x="58355" y="55325"/>
                  </a:cubicBezTo>
                  <a:cubicBezTo>
                    <a:pt x="46223" y="69157"/>
                    <a:pt x="25153" y="70550"/>
                    <a:pt x="11321" y="584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7" name="Google Shape;1406;p30"/>
            <p:cNvSpPr/>
            <p:nvPr/>
          </p:nvSpPr>
          <p:spPr>
            <a:xfrm>
              <a:off x="7582799" y="4001246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8" y="39897"/>
                  </a:moveTo>
                  <a:cubicBezTo>
                    <a:pt x="30959" y="39897"/>
                    <a:pt x="39897" y="30925"/>
                    <a:pt x="39897" y="19949"/>
                  </a:cubicBezTo>
                  <a:cubicBezTo>
                    <a:pt x="39897" y="8972"/>
                    <a:pt x="30925" y="0"/>
                    <a:pt x="19948" y="0"/>
                  </a:cubicBezTo>
                  <a:cubicBezTo>
                    <a:pt x="8971" y="0"/>
                    <a:pt x="0" y="8972"/>
                    <a:pt x="0" y="19949"/>
                  </a:cubicBezTo>
                  <a:cubicBezTo>
                    <a:pt x="0" y="30925"/>
                    <a:pt x="8971" y="39897"/>
                    <a:pt x="19948" y="398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8" name="Google Shape;1407;p30"/>
            <p:cNvSpPr/>
            <p:nvPr/>
          </p:nvSpPr>
          <p:spPr>
            <a:xfrm>
              <a:off x="7972631" y="4000056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8" y="39897"/>
                  </a:moveTo>
                  <a:cubicBezTo>
                    <a:pt x="30959" y="39897"/>
                    <a:pt x="39897" y="30925"/>
                    <a:pt x="39897" y="19949"/>
                  </a:cubicBezTo>
                  <a:cubicBezTo>
                    <a:pt x="39897" y="8972"/>
                    <a:pt x="30925" y="0"/>
                    <a:pt x="19948" y="0"/>
                  </a:cubicBezTo>
                  <a:cubicBezTo>
                    <a:pt x="8971" y="0"/>
                    <a:pt x="0" y="8972"/>
                    <a:pt x="0" y="19949"/>
                  </a:cubicBezTo>
                  <a:cubicBezTo>
                    <a:pt x="0" y="30925"/>
                    <a:pt x="8971" y="39897"/>
                    <a:pt x="19948" y="398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9" name="Google Shape;1408;p30"/>
            <p:cNvSpPr/>
            <p:nvPr/>
          </p:nvSpPr>
          <p:spPr>
            <a:xfrm>
              <a:off x="7592212" y="4010625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7" y="21070"/>
                    <a:pt x="21071" y="16347"/>
                    <a:pt x="21071" y="10535"/>
                  </a:cubicBezTo>
                  <a:cubicBezTo>
                    <a:pt x="21071" y="4724"/>
                    <a:pt x="16347" y="0"/>
                    <a:pt x="10535" y="0"/>
                  </a:cubicBezTo>
                  <a:cubicBezTo>
                    <a:pt x="4724" y="0"/>
                    <a:pt x="0" y="4724"/>
                    <a:pt x="0" y="10535"/>
                  </a:cubicBezTo>
                  <a:cubicBezTo>
                    <a:pt x="0" y="16347"/>
                    <a:pt x="4724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0" name="Google Shape;1409;p30"/>
            <p:cNvSpPr/>
            <p:nvPr/>
          </p:nvSpPr>
          <p:spPr>
            <a:xfrm>
              <a:off x="7982045" y="4009470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6" y="21070"/>
                    <a:pt x="21070" y="16346"/>
                    <a:pt x="21070" y="10535"/>
                  </a:cubicBezTo>
                  <a:cubicBezTo>
                    <a:pt x="21070" y="4724"/>
                    <a:pt x="16346" y="0"/>
                    <a:pt x="10535" y="0"/>
                  </a:cubicBezTo>
                  <a:cubicBezTo>
                    <a:pt x="4723" y="0"/>
                    <a:pt x="0" y="4724"/>
                    <a:pt x="0" y="10535"/>
                  </a:cubicBezTo>
                  <a:cubicBezTo>
                    <a:pt x="0" y="16346"/>
                    <a:pt x="4723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1" name="Google Shape;1410;p30"/>
            <p:cNvSpPr/>
            <p:nvPr/>
          </p:nvSpPr>
          <p:spPr>
            <a:xfrm>
              <a:off x="7683392" y="4108534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9" y="39897"/>
                  </a:moveTo>
                  <a:cubicBezTo>
                    <a:pt x="30926" y="39897"/>
                    <a:pt x="39897" y="30925"/>
                    <a:pt x="39897" y="19949"/>
                  </a:cubicBezTo>
                  <a:cubicBezTo>
                    <a:pt x="39897" y="8972"/>
                    <a:pt x="30926" y="0"/>
                    <a:pt x="19949" y="0"/>
                  </a:cubicBezTo>
                  <a:cubicBezTo>
                    <a:pt x="8972" y="0"/>
                    <a:pt x="0" y="8972"/>
                    <a:pt x="0" y="19949"/>
                  </a:cubicBezTo>
                  <a:cubicBezTo>
                    <a:pt x="0" y="30925"/>
                    <a:pt x="8972" y="39897"/>
                    <a:pt x="19949" y="398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2" name="Google Shape;1411;p30"/>
            <p:cNvSpPr/>
            <p:nvPr/>
          </p:nvSpPr>
          <p:spPr>
            <a:xfrm>
              <a:off x="7872072" y="4107344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9" y="39898"/>
                  </a:moveTo>
                  <a:cubicBezTo>
                    <a:pt x="30926" y="39898"/>
                    <a:pt x="39897" y="30926"/>
                    <a:pt x="39897" y="19949"/>
                  </a:cubicBezTo>
                  <a:cubicBezTo>
                    <a:pt x="39897" y="8972"/>
                    <a:pt x="30926" y="0"/>
                    <a:pt x="19949" y="0"/>
                  </a:cubicBezTo>
                  <a:cubicBezTo>
                    <a:pt x="8971" y="0"/>
                    <a:pt x="0" y="8972"/>
                    <a:pt x="0" y="19949"/>
                  </a:cubicBezTo>
                  <a:cubicBezTo>
                    <a:pt x="0" y="30926"/>
                    <a:pt x="8971" y="39898"/>
                    <a:pt x="19949" y="3989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3" name="Google Shape;1412;p30"/>
            <p:cNvSpPr/>
            <p:nvPr/>
          </p:nvSpPr>
          <p:spPr>
            <a:xfrm>
              <a:off x="7692806" y="4117947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7" y="21070"/>
                    <a:pt x="21070" y="16347"/>
                    <a:pt x="21070" y="10535"/>
                  </a:cubicBezTo>
                  <a:cubicBezTo>
                    <a:pt x="21070" y="4724"/>
                    <a:pt x="16313" y="0"/>
                    <a:pt x="10535" y="0"/>
                  </a:cubicBezTo>
                  <a:cubicBezTo>
                    <a:pt x="4757" y="0"/>
                    <a:pt x="0" y="4724"/>
                    <a:pt x="0" y="10535"/>
                  </a:cubicBezTo>
                  <a:cubicBezTo>
                    <a:pt x="0" y="16347"/>
                    <a:pt x="4723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4" name="Google Shape;1413;p30"/>
            <p:cNvSpPr/>
            <p:nvPr/>
          </p:nvSpPr>
          <p:spPr>
            <a:xfrm>
              <a:off x="7881486" y="4116758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7" y="21070"/>
                    <a:pt x="21070" y="16347"/>
                    <a:pt x="21070" y="10535"/>
                  </a:cubicBezTo>
                  <a:cubicBezTo>
                    <a:pt x="21070" y="4724"/>
                    <a:pt x="16347" y="0"/>
                    <a:pt x="10535" y="0"/>
                  </a:cubicBezTo>
                  <a:cubicBezTo>
                    <a:pt x="4723" y="0"/>
                    <a:pt x="0" y="4724"/>
                    <a:pt x="0" y="10535"/>
                  </a:cubicBezTo>
                  <a:cubicBezTo>
                    <a:pt x="0" y="16347"/>
                    <a:pt x="4723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5" name="Google Shape;1414;p30"/>
            <p:cNvSpPr/>
            <p:nvPr/>
          </p:nvSpPr>
          <p:spPr>
            <a:xfrm>
              <a:off x="7702695" y="3872106"/>
              <a:ext cx="34494" cy="34459"/>
            </a:xfrm>
            <a:custGeom>
              <a:avLst/>
              <a:gdLst/>
              <a:ahLst/>
              <a:cxnLst/>
              <a:rect l="l" t="t" r="r" b="b"/>
              <a:pathLst>
                <a:path w="34494" h="34459" extrusionOk="0">
                  <a:moveTo>
                    <a:pt x="17264" y="34460"/>
                  </a:moveTo>
                  <a:cubicBezTo>
                    <a:pt x="26746" y="34460"/>
                    <a:pt x="34494" y="26711"/>
                    <a:pt x="34494" y="17230"/>
                  </a:cubicBezTo>
                  <a:cubicBezTo>
                    <a:pt x="34494" y="7748"/>
                    <a:pt x="26746" y="0"/>
                    <a:pt x="17264" y="0"/>
                  </a:cubicBezTo>
                  <a:cubicBezTo>
                    <a:pt x="7783" y="0"/>
                    <a:pt x="0" y="7748"/>
                    <a:pt x="0" y="17230"/>
                  </a:cubicBezTo>
                  <a:cubicBezTo>
                    <a:pt x="0" y="26711"/>
                    <a:pt x="7748" y="34460"/>
                    <a:pt x="17264" y="34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6" name="Google Shape;1415;p30"/>
            <p:cNvSpPr/>
            <p:nvPr/>
          </p:nvSpPr>
          <p:spPr>
            <a:xfrm>
              <a:off x="7858172" y="3870917"/>
              <a:ext cx="34460" cy="34459"/>
            </a:xfrm>
            <a:custGeom>
              <a:avLst/>
              <a:gdLst/>
              <a:ahLst/>
              <a:cxnLst/>
              <a:rect l="l" t="t" r="r" b="b"/>
              <a:pathLst>
                <a:path w="34460" h="34459" extrusionOk="0">
                  <a:moveTo>
                    <a:pt x="17230" y="34460"/>
                  </a:moveTo>
                  <a:cubicBezTo>
                    <a:pt x="26746" y="34460"/>
                    <a:pt x="34460" y="26711"/>
                    <a:pt x="34460" y="17230"/>
                  </a:cubicBezTo>
                  <a:cubicBezTo>
                    <a:pt x="34460" y="7748"/>
                    <a:pt x="26712" y="0"/>
                    <a:pt x="17230" y="0"/>
                  </a:cubicBezTo>
                  <a:cubicBezTo>
                    <a:pt x="7748" y="0"/>
                    <a:pt x="0" y="7748"/>
                    <a:pt x="0" y="17230"/>
                  </a:cubicBezTo>
                  <a:cubicBezTo>
                    <a:pt x="0" y="26711"/>
                    <a:pt x="7748" y="34460"/>
                    <a:pt x="17230" y="34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7" name="Google Shape;1416;p30"/>
            <p:cNvSpPr/>
            <p:nvPr/>
          </p:nvSpPr>
          <p:spPr>
            <a:xfrm>
              <a:off x="7711772" y="3880384"/>
              <a:ext cx="16509" cy="16544"/>
            </a:xfrm>
            <a:custGeom>
              <a:avLst/>
              <a:gdLst/>
              <a:ahLst/>
              <a:cxnLst/>
              <a:rect l="l" t="t" r="r" b="b"/>
              <a:pathLst>
                <a:path w="16509" h="16544" extrusionOk="0">
                  <a:moveTo>
                    <a:pt x="2614" y="14321"/>
                  </a:moveTo>
                  <a:cubicBezTo>
                    <a:pt x="5944" y="17448"/>
                    <a:pt x="11178" y="17244"/>
                    <a:pt x="14304" y="13913"/>
                  </a:cubicBezTo>
                  <a:cubicBezTo>
                    <a:pt x="17396" y="10583"/>
                    <a:pt x="17226" y="5349"/>
                    <a:pt x="13862" y="2223"/>
                  </a:cubicBezTo>
                  <a:cubicBezTo>
                    <a:pt x="10532" y="-904"/>
                    <a:pt x="5298" y="-700"/>
                    <a:pt x="2206" y="2631"/>
                  </a:cubicBezTo>
                  <a:cubicBezTo>
                    <a:pt x="-887" y="5961"/>
                    <a:pt x="-717" y="11195"/>
                    <a:pt x="2648" y="143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8" name="Google Shape;1417;p30"/>
            <p:cNvSpPr/>
            <p:nvPr/>
          </p:nvSpPr>
          <p:spPr>
            <a:xfrm>
              <a:off x="7867079" y="3879195"/>
              <a:ext cx="16557" cy="16544"/>
            </a:xfrm>
            <a:custGeom>
              <a:avLst/>
              <a:gdLst/>
              <a:ahLst/>
              <a:cxnLst/>
              <a:rect l="l" t="t" r="r" b="b"/>
              <a:pathLst>
                <a:path w="16557" h="16544" extrusionOk="0">
                  <a:moveTo>
                    <a:pt x="13897" y="14321"/>
                  </a:moveTo>
                  <a:cubicBezTo>
                    <a:pt x="10566" y="17448"/>
                    <a:pt x="5333" y="17244"/>
                    <a:pt x="2206" y="13914"/>
                  </a:cubicBezTo>
                  <a:cubicBezTo>
                    <a:pt x="-887" y="10583"/>
                    <a:pt x="-717" y="5349"/>
                    <a:pt x="2648" y="2223"/>
                  </a:cubicBezTo>
                  <a:cubicBezTo>
                    <a:pt x="5978" y="-904"/>
                    <a:pt x="11212" y="-700"/>
                    <a:pt x="14338" y="2631"/>
                  </a:cubicBezTo>
                  <a:cubicBezTo>
                    <a:pt x="17464" y="5961"/>
                    <a:pt x="17261" y="11195"/>
                    <a:pt x="13897" y="143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8800" y="716381"/>
            <a:ext cx="8026399" cy="3710737"/>
          </a:xfrm>
        </p:spPr>
        <p:txBody>
          <a:bodyPr/>
          <a:lstStyle/>
          <a:p>
            <a:pPr marL="139700" indent="0">
              <a:buNone/>
            </a:pPr>
            <a:endParaRPr lang="en-US" sz="1800" b="1" noProof="0" dirty="0">
              <a:solidFill>
                <a:srgbClr val="0C373E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marL="482600" indent="-342900">
              <a:lnSpc>
                <a:spcPct val="100000"/>
              </a:lnSpc>
              <a:buClr>
                <a:srgbClr val="0C373E"/>
              </a:buClr>
              <a:buFont typeface="+mj-lt"/>
              <a:buAutoNum type="arabicPeriod"/>
            </a:pPr>
            <a:r>
              <a:rPr lang="en-US" b="1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Failure distribution</a:t>
            </a:r>
            <a:br>
              <a:rPr lang="en-US" b="1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</a:br>
            <a:r>
              <a:rPr lang="en-US" sz="1200" noProof="0" dirty="0">
                <a:solidFill>
                  <a:srgbClr val="03515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% of machines failed vs not failed</a:t>
            </a:r>
            <a:br>
              <a:rPr lang="en-US" sz="1200" noProof="0" dirty="0">
                <a:solidFill>
                  <a:srgbClr val="03515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</a:br>
            <a:r>
              <a:rPr lang="en-US" sz="1200" noProof="0" dirty="0">
                <a:solidFill>
                  <a:srgbClr val="03515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Which failure modes are most common</a:t>
            </a:r>
          </a:p>
          <a:p>
            <a:pPr marL="482600" indent="-342900">
              <a:lnSpc>
                <a:spcPct val="100000"/>
              </a:lnSpc>
              <a:buClr>
                <a:srgbClr val="0C373E"/>
              </a:buClr>
              <a:buFont typeface="+mj-lt"/>
              <a:buAutoNum type="arabicPeriod"/>
            </a:pPr>
            <a:r>
              <a:rPr lang="en-US" b="1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 Failure by product type (L/M/H)</a:t>
            </a:r>
            <a:br>
              <a:rPr lang="en-US" b="1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</a:br>
            <a:endParaRPr lang="en-US" b="1" noProof="0" dirty="0">
              <a:solidFill>
                <a:srgbClr val="0C373E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marL="482600" indent="-342900">
              <a:lnSpc>
                <a:spcPct val="100000"/>
              </a:lnSpc>
              <a:buClr>
                <a:srgbClr val="0C373E"/>
              </a:buClr>
              <a:buFont typeface="+mj-lt"/>
              <a:buAutoNum type="arabicPeriod"/>
            </a:pPr>
            <a:r>
              <a:rPr lang="en-US" b="1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Time patterns of failures (day vs night, shift analysis)</a:t>
            </a:r>
            <a:br>
              <a:rPr lang="en-US" b="1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</a:br>
            <a:endParaRPr lang="en-US" b="1" noProof="0" dirty="0">
              <a:solidFill>
                <a:srgbClr val="0C373E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marL="482600" indent="-342900">
              <a:lnSpc>
                <a:spcPct val="100000"/>
              </a:lnSpc>
              <a:buClr>
                <a:srgbClr val="0C373E"/>
              </a:buClr>
              <a:buFont typeface="+mj-lt"/>
              <a:buAutoNum type="arabicPeriod"/>
            </a:pPr>
            <a:r>
              <a:rPr lang="en-US" b="1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Seasonality or environment effects (daily cycle, summer vs winter)</a:t>
            </a:r>
            <a:br>
              <a:rPr lang="en-US" b="1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</a:br>
            <a:endParaRPr lang="en-US" b="1" noProof="0" dirty="0">
              <a:solidFill>
                <a:srgbClr val="0C373E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marL="482600" indent="-342900">
              <a:lnSpc>
                <a:spcPct val="100000"/>
              </a:lnSpc>
              <a:buClr>
                <a:srgbClr val="0C373E"/>
              </a:buClr>
              <a:buFont typeface="+mj-lt"/>
              <a:buAutoNum type="arabicPeriod"/>
            </a:pPr>
            <a:r>
              <a:rPr lang="en-US" b="1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Random failures (RNF) — frequency compared to other failures</a:t>
            </a:r>
            <a:br>
              <a:rPr lang="en-US" sz="1600" b="1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</a:br>
            <a:endParaRPr lang="en-US" sz="1600" b="1" noProof="0" dirty="0">
              <a:solidFill>
                <a:srgbClr val="0C373E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marL="482600" indent="-342900">
              <a:lnSpc>
                <a:spcPct val="100000"/>
              </a:lnSpc>
              <a:buClr>
                <a:srgbClr val="0C373E"/>
              </a:buClr>
              <a:buFont typeface="+mj-lt"/>
              <a:buAutoNum type="arabicPeriod"/>
            </a:pPr>
            <a:r>
              <a:rPr lang="en-US" b="1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Relationship between tool wear and failures (thresholds)</a:t>
            </a:r>
            <a:br>
              <a:rPr lang="en-US" b="1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</a:br>
            <a:endParaRPr lang="en-US" b="1" noProof="0" dirty="0">
              <a:solidFill>
                <a:srgbClr val="0C373E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marL="482600" indent="-342900">
              <a:lnSpc>
                <a:spcPct val="100000"/>
              </a:lnSpc>
              <a:buClr>
                <a:srgbClr val="0C373E"/>
              </a:buClr>
              <a:buFont typeface="+mj-lt"/>
              <a:buAutoNum type="arabicPeriod"/>
            </a:pPr>
            <a:r>
              <a:rPr lang="en-US" b="1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Speed–torque–power relationships (does extreme power correlate with PWF?)</a:t>
            </a:r>
          </a:p>
          <a:p>
            <a:pPr marL="482600" indent="-342900">
              <a:lnSpc>
                <a:spcPct val="200000"/>
              </a:lnSpc>
              <a:buFont typeface="+mj-lt"/>
              <a:buAutoNum type="arabicPeriod"/>
            </a:pPr>
            <a:endParaRPr lang="en-US" noProof="0" dirty="0">
              <a:solidFill>
                <a:srgbClr val="0C373E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8485" y="19050"/>
            <a:ext cx="3793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noProof="0" dirty="0">
                <a:solidFill>
                  <a:srgbClr val="03515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Insights</a:t>
            </a:r>
            <a:endParaRPr lang="en-US" noProof="0" dirty="0">
              <a:latin typeface="Montserrat" panose="00000500000000000000" pitchFamily="2" charset="0"/>
            </a:endParaRPr>
          </a:p>
        </p:txBody>
      </p:sp>
      <p:grpSp>
        <p:nvGrpSpPr>
          <p:cNvPr id="5" name="Google Shape;2446;p47"/>
          <p:cNvGrpSpPr/>
          <p:nvPr/>
        </p:nvGrpSpPr>
        <p:grpSpPr>
          <a:xfrm rot="5400000">
            <a:off x="8092327" y="1905000"/>
            <a:ext cx="1389144" cy="804990"/>
            <a:chOff x="2974447" y="973475"/>
            <a:chExt cx="395621" cy="229257"/>
          </a:xfrm>
        </p:grpSpPr>
        <p:sp>
          <p:nvSpPr>
            <p:cNvPr id="6" name="Google Shape;2447;p47"/>
            <p:cNvSpPr/>
            <p:nvPr/>
          </p:nvSpPr>
          <p:spPr>
            <a:xfrm>
              <a:off x="3216115" y="1014970"/>
              <a:ext cx="143617" cy="99165"/>
            </a:xfrm>
            <a:custGeom>
              <a:avLst/>
              <a:gdLst/>
              <a:ahLst/>
              <a:cxnLst/>
              <a:rect l="l" t="t" r="r" b="b"/>
              <a:pathLst>
                <a:path w="143617" h="99165" extrusionOk="0">
                  <a:moveTo>
                    <a:pt x="25250" y="0"/>
                  </a:moveTo>
                  <a:lnTo>
                    <a:pt x="0" y="53661"/>
                  </a:lnTo>
                  <a:lnTo>
                    <a:pt x="131315" y="99166"/>
                  </a:lnTo>
                  <a:lnTo>
                    <a:pt x="143617" y="73032"/>
                  </a:lnTo>
                  <a:lnTo>
                    <a:pt x="252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" name="Google Shape;2448;p47"/>
            <p:cNvSpPr/>
            <p:nvPr/>
          </p:nvSpPr>
          <p:spPr>
            <a:xfrm>
              <a:off x="3199573" y="1012361"/>
              <a:ext cx="59416" cy="59416"/>
            </a:xfrm>
            <a:custGeom>
              <a:avLst/>
              <a:gdLst/>
              <a:ahLst/>
              <a:cxnLst/>
              <a:rect l="l" t="t" r="r" b="b"/>
              <a:pathLst>
                <a:path w="59416" h="59416" extrusionOk="0">
                  <a:moveTo>
                    <a:pt x="56576" y="42370"/>
                  </a:moveTo>
                  <a:cubicBezTo>
                    <a:pt x="49609" y="57187"/>
                    <a:pt x="31869" y="63576"/>
                    <a:pt x="17052" y="56576"/>
                  </a:cubicBezTo>
                  <a:cubicBezTo>
                    <a:pt x="2201" y="49575"/>
                    <a:pt x="-4154" y="31903"/>
                    <a:pt x="2847" y="17052"/>
                  </a:cubicBezTo>
                  <a:cubicBezTo>
                    <a:pt x="9847" y="2201"/>
                    <a:pt x="27519" y="-4154"/>
                    <a:pt x="42370" y="2847"/>
                  </a:cubicBezTo>
                  <a:cubicBezTo>
                    <a:pt x="57187" y="9847"/>
                    <a:pt x="63576" y="27519"/>
                    <a:pt x="56576" y="423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" name="Google Shape;2449;p47"/>
            <p:cNvSpPr/>
            <p:nvPr/>
          </p:nvSpPr>
          <p:spPr>
            <a:xfrm>
              <a:off x="3321058" y="1098265"/>
              <a:ext cx="48971" cy="61137"/>
            </a:xfrm>
            <a:custGeom>
              <a:avLst/>
              <a:gdLst/>
              <a:ahLst/>
              <a:cxnLst/>
              <a:rect l="l" t="t" r="r" b="b"/>
              <a:pathLst>
                <a:path w="48971" h="61137" extrusionOk="0">
                  <a:moveTo>
                    <a:pt x="48971" y="0"/>
                  </a:moveTo>
                  <a:lnTo>
                    <a:pt x="0" y="1087"/>
                  </a:lnTo>
                  <a:lnTo>
                    <a:pt x="11521" y="61137"/>
                  </a:lnTo>
                  <a:lnTo>
                    <a:pt x="35378" y="60594"/>
                  </a:lnTo>
                  <a:lnTo>
                    <a:pt x="489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" name="Google Shape;2450;p47"/>
            <p:cNvSpPr/>
            <p:nvPr/>
          </p:nvSpPr>
          <p:spPr>
            <a:xfrm>
              <a:off x="3321017" y="1074810"/>
              <a:ext cx="49051" cy="49051"/>
            </a:xfrm>
            <a:custGeom>
              <a:avLst/>
              <a:gdLst/>
              <a:ahLst/>
              <a:cxnLst/>
              <a:rect l="l" t="t" r="r" b="b"/>
              <a:pathLst>
                <a:path w="49051" h="49051" extrusionOk="0">
                  <a:moveTo>
                    <a:pt x="25087" y="49046"/>
                  </a:moveTo>
                  <a:cubicBezTo>
                    <a:pt x="11561" y="49351"/>
                    <a:pt x="312" y="38646"/>
                    <a:pt x="6" y="25087"/>
                  </a:cubicBezTo>
                  <a:cubicBezTo>
                    <a:pt x="-300" y="11561"/>
                    <a:pt x="10406" y="312"/>
                    <a:pt x="23965" y="6"/>
                  </a:cubicBezTo>
                  <a:cubicBezTo>
                    <a:pt x="37491" y="-299"/>
                    <a:pt x="48740" y="10406"/>
                    <a:pt x="49045" y="23965"/>
                  </a:cubicBezTo>
                  <a:cubicBezTo>
                    <a:pt x="49351" y="37491"/>
                    <a:pt x="38646" y="48740"/>
                    <a:pt x="25087" y="490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" name="Google Shape;2451;p47"/>
            <p:cNvSpPr/>
            <p:nvPr/>
          </p:nvSpPr>
          <p:spPr>
            <a:xfrm>
              <a:off x="3330854" y="1084680"/>
              <a:ext cx="29350" cy="29345"/>
            </a:xfrm>
            <a:custGeom>
              <a:avLst/>
              <a:gdLst/>
              <a:ahLst/>
              <a:cxnLst/>
              <a:rect l="l" t="t" r="r" b="b"/>
              <a:pathLst>
                <a:path w="29350" h="29345" extrusionOk="0">
                  <a:moveTo>
                    <a:pt x="4749" y="3866"/>
                  </a:moveTo>
                  <a:cubicBezTo>
                    <a:pt x="-1232" y="9337"/>
                    <a:pt x="-1606" y="18649"/>
                    <a:pt x="3866" y="24596"/>
                  </a:cubicBezTo>
                  <a:cubicBezTo>
                    <a:pt x="9337" y="30577"/>
                    <a:pt x="18649" y="30951"/>
                    <a:pt x="24596" y="25480"/>
                  </a:cubicBezTo>
                  <a:cubicBezTo>
                    <a:pt x="30577" y="20008"/>
                    <a:pt x="30951" y="10697"/>
                    <a:pt x="25514" y="4749"/>
                  </a:cubicBezTo>
                  <a:cubicBezTo>
                    <a:pt x="20008" y="-1232"/>
                    <a:pt x="10731" y="-1606"/>
                    <a:pt x="4749" y="386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" name="Google Shape;2452;p47"/>
            <p:cNvSpPr/>
            <p:nvPr/>
          </p:nvSpPr>
          <p:spPr>
            <a:xfrm>
              <a:off x="3337762" y="1091572"/>
              <a:ext cx="15511" cy="15494"/>
            </a:xfrm>
            <a:custGeom>
              <a:avLst/>
              <a:gdLst/>
              <a:ahLst/>
              <a:cxnLst/>
              <a:rect l="l" t="t" r="r" b="b"/>
              <a:pathLst>
                <a:path w="15511" h="15494" extrusionOk="0">
                  <a:moveTo>
                    <a:pt x="2496" y="2038"/>
                  </a:moveTo>
                  <a:cubicBezTo>
                    <a:pt x="-630" y="4926"/>
                    <a:pt x="-868" y="9854"/>
                    <a:pt x="2055" y="12981"/>
                  </a:cubicBezTo>
                  <a:cubicBezTo>
                    <a:pt x="4943" y="16141"/>
                    <a:pt x="9837" y="16345"/>
                    <a:pt x="12998" y="13456"/>
                  </a:cubicBezTo>
                  <a:cubicBezTo>
                    <a:pt x="16158" y="10568"/>
                    <a:pt x="16362" y="5640"/>
                    <a:pt x="13473" y="2513"/>
                  </a:cubicBezTo>
                  <a:cubicBezTo>
                    <a:pt x="10551" y="-647"/>
                    <a:pt x="5657" y="-851"/>
                    <a:pt x="2496" y="20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" name="Google Shape;2453;p47"/>
            <p:cNvSpPr/>
            <p:nvPr/>
          </p:nvSpPr>
          <p:spPr>
            <a:xfrm>
              <a:off x="3314669" y="1153523"/>
              <a:ext cx="45997" cy="36431"/>
            </a:xfrm>
            <a:custGeom>
              <a:avLst/>
              <a:gdLst/>
              <a:ahLst/>
              <a:cxnLst/>
              <a:rect l="l" t="t" r="r" b="b"/>
              <a:pathLst>
                <a:path w="45997" h="36431" extrusionOk="0">
                  <a:moveTo>
                    <a:pt x="29124" y="0"/>
                  </a:moveTo>
                  <a:lnTo>
                    <a:pt x="0" y="0"/>
                  </a:lnTo>
                  <a:lnTo>
                    <a:pt x="0" y="36431"/>
                  </a:lnTo>
                  <a:lnTo>
                    <a:pt x="29124" y="36431"/>
                  </a:lnTo>
                  <a:cubicBezTo>
                    <a:pt x="51622" y="36431"/>
                    <a:pt x="51622" y="0"/>
                    <a:pt x="291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" name="Google Shape;2454;p47"/>
            <p:cNvSpPr/>
            <p:nvPr/>
          </p:nvSpPr>
          <p:spPr>
            <a:xfrm>
              <a:off x="3303420" y="1138910"/>
              <a:ext cx="18827" cy="63278"/>
            </a:xfrm>
            <a:custGeom>
              <a:avLst/>
              <a:gdLst/>
              <a:ahLst/>
              <a:cxnLst/>
              <a:rect l="l" t="t" r="r" b="b"/>
              <a:pathLst>
                <a:path w="18827" h="63278" extrusionOk="0">
                  <a:moveTo>
                    <a:pt x="9414" y="0"/>
                  </a:moveTo>
                  <a:lnTo>
                    <a:pt x="9414" y="0"/>
                  </a:lnTo>
                  <a:cubicBezTo>
                    <a:pt x="4214" y="0"/>
                    <a:pt x="0" y="4248"/>
                    <a:pt x="0" y="9414"/>
                  </a:cubicBezTo>
                  <a:lnTo>
                    <a:pt x="0" y="53865"/>
                  </a:lnTo>
                  <a:cubicBezTo>
                    <a:pt x="0" y="59030"/>
                    <a:pt x="4214" y="63278"/>
                    <a:pt x="9414" y="63278"/>
                  </a:cubicBezTo>
                  <a:lnTo>
                    <a:pt x="9414" y="63278"/>
                  </a:lnTo>
                  <a:cubicBezTo>
                    <a:pt x="14579" y="63278"/>
                    <a:pt x="18827" y="59030"/>
                    <a:pt x="18827" y="53865"/>
                  </a:cubicBezTo>
                  <a:lnTo>
                    <a:pt x="18827" y="9414"/>
                  </a:lnTo>
                  <a:cubicBezTo>
                    <a:pt x="18827" y="4214"/>
                    <a:pt x="14613" y="0"/>
                    <a:pt x="94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" name="Google Shape;2455;p47"/>
            <p:cNvSpPr/>
            <p:nvPr/>
          </p:nvSpPr>
          <p:spPr>
            <a:xfrm>
              <a:off x="2984751" y="1015480"/>
              <a:ext cx="143617" cy="99165"/>
            </a:xfrm>
            <a:custGeom>
              <a:avLst/>
              <a:gdLst/>
              <a:ahLst/>
              <a:cxnLst/>
              <a:rect l="l" t="t" r="r" b="b"/>
              <a:pathLst>
                <a:path w="143617" h="99165" extrusionOk="0">
                  <a:moveTo>
                    <a:pt x="118367" y="0"/>
                  </a:moveTo>
                  <a:lnTo>
                    <a:pt x="143617" y="53661"/>
                  </a:lnTo>
                  <a:lnTo>
                    <a:pt x="12302" y="99166"/>
                  </a:lnTo>
                  <a:lnTo>
                    <a:pt x="0" y="73032"/>
                  </a:lnTo>
                  <a:lnTo>
                    <a:pt x="1183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" name="Google Shape;2456;p47"/>
            <p:cNvSpPr/>
            <p:nvPr/>
          </p:nvSpPr>
          <p:spPr>
            <a:xfrm>
              <a:off x="3085488" y="1012911"/>
              <a:ext cx="59415" cy="59401"/>
            </a:xfrm>
            <a:custGeom>
              <a:avLst/>
              <a:gdLst/>
              <a:ahLst/>
              <a:cxnLst/>
              <a:rect l="l" t="t" r="r" b="b"/>
              <a:pathLst>
                <a:path w="59415" h="59401" extrusionOk="0">
                  <a:moveTo>
                    <a:pt x="2847" y="42365"/>
                  </a:moveTo>
                  <a:cubicBezTo>
                    <a:pt x="9847" y="57216"/>
                    <a:pt x="27519" y="63537"/>
                    <a:pt x="42336" y="56570"/>
                  </a:cubicBezTo>
                  <a:cubicBezTo>
                    <a:pt x="57187" y="49569"/>
                    <a:pt x="63576" y="31897"/>
                    <a:pt x="56576" y="17046"/>
                  </a:cubicBezTo>
                  <a:cubicBezTo>
                    <a:pt x="49575" y="2229"/>
                    <a:pt x="31869" y="-4160"/>
                    <a:pt x="17052" y="2841"/>
                  </a:cubicBezTo>
                  <a:cubicBezTo>
                    <a:pt x="2201" y="9808"/>
                    <a:pt x="-4154" y="27513"/>
                    <a:pt x="2847" y="4236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" name="Google Shape;2457;p47"/>
            <p:cNvSpPr/>
            <p:nvPr/>
          </p:nvSpPr>
          <p:spPr>
            <a:xfrm>
              <a:off x="2974488" y="1098775"/>
              <a:ext cx="48937" cy="61137"/>
            </a:xfrm>
            <a:custGeom>
              <a:avLst/>
              <a:gdLst/>
              <a:ahLst/>
              <a:cxnLst/>
              <a:rect l="l" t="t" r="r" b="b"/>
              <a:pathLst>
                <a:path w="48937" h="61137" extrusionOk="0">
                  <a:moveTo>
                    <a:pt x="0" y="0"/>
                  </a:moveTo>
                  <a:lnTo>
                    <a:pt x="48937" y="1121"/>
                  </a:lnTo>
                  <a:lnTo>
                    <a:pt x="37416" y="61137"/>
                  </a:lnTo>
                  <a:lnTo>
                    <a:pt x="13560" y="605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" name="Google Shape;2458;p47"/>
            <p:cNvSpPr/>
            <p:nvPr/>
          </p:nvSpPr>
          <p:spPr>
            <a:xfrm>
              <a:off x="2974447" y="1075353"/>
              <a:ext cx="49051" cy="49045"/>
            </a:xfrm>
            <a:custGeom>
              <a:avLst/>
              <a:gdLst/>
              <a:ahLst/>
              <a:cxnLst/>
              <a:rect l="l" t="t" r="r" b="b"/>
              <a:pathLst>
                <a:path w="49051" h="49045" extrusionOk="0">
                  <a:moveTo>
                    <a:pt x="23965" y="49012"/>
                  </a:moveTo>
                  <a:cubicBezTo>
                    <a:pt x="37491" y="49317"/>
                    <a:pt x="48740" y="38612"/>
                    <a:pt x="49045" y="25087"/>
                  </a:cubicBezTo>
                  <a:cubicBezTo>
                    <a:pt x="49351" y="11527"/>
                    <a:pt x="38646" y="312"/>
                    <a:pt x="25087" y="6"/>
                  </a:cubicBezTo>
                  <a:cubicBezTo>
                    <a:pt x="11561" y="-299"/>
                    <a:pt x="312" y="10406"/>
                    <a:pt x="6" y="23965"/>
                  </a:cubicBezTo>
                  <a:cubicBezTo>
                    <a:pt x="-299" y="37491"/>
                    <a:pt x="10440" y="48706"/>
                    <a:pt x="23965" y="490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" name="Google Shape;2459;p47"/>
            <p:cNvSpPr/>
            <p:nvPr/>
          </p:nvSpPr>
          <p:spPr>
            <a:xfrm>
              <a:off x="3096134" y="1024452"/>
              <a:ext cx="152045" cy="36431"/>
            </a:xfrm>
            <a:custGeom>
              <a:avLst/>
              <a:gdLst/>
              <a:ahLst/>
              <a:cxnLst/>
              <a:rect l="l" t="t" r="r" b="b"/>
              <a:pathLst>
                <a:path w="152045" h="36431" extrusionOk="0">
                  <a:moveTo>
                    <a:pt x="16873" y="0"/>
                  </a:moveTo>
                  <a:lnTo>
                    <a:pt x="135172" y="0"/>
                  </a:lnTo>
                  <a:cubicBezTo>
                    <a:pt x="157670" y="0"/>
                    <a:pt x="157670" y="36431"/>
                    <a:pt x="135172" y="36431"/>
                  </a:cubicBezTo>
                  <a:lnTo>
                    <a:pt x="16873" y="36431"/>
                  </a:lnTo>
                  <a:cubicBezTo>
                    <a:pt x="-5624" y="36431"/>
                    <a:pt x="-5624" y="0"/>
                    <a:pt x="168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" name="Google Shape;2460;p47"/>
            <p:cNvSpPr/>
            <p:nvPr/>
          </p:nvSpPr>
          <p:spPr>
            <a:xfrm>
              <a:off x="2984317" y="1085189"/>
              <a:ext cx="29332" cy="29345"/>
            </a:xfrm>
            <a:custGeom>
              <a:avLst/>
              <a:gdLst/>
              <a:ahLst/>
              <a:cxnLst/>
              <a:rect l="l" t="t" r="r" b="b"/>
              <a:pathLst>
                <a:path w="29332" h="29345" extrusionOk="0">
                  <a:moveTo>
                    <a:pt x="24596" y="3866"/>
                  </a:moveTo>
                  <a:cubicBezTo>
                    <a:pt x="30577" y="9337"/>
                    <a:pt x="30917" y="18649"/>
                    <a:pt x="25480" y="24596"/>
                  </a:cubicBezTo>
                  <a:cubicBezTo>
                    <a:pt x="20008" y="30577"/>
                    <a:pt x="10697" y="30951"/>
                    <a:pt x="4749" y="25480"/>
                  </a:cubicBezTo>
                  <a:cubicBezTo>
                    <a:pt x="-1232" y="19974"/>
                    <a:pt x="-1606" y="10697"/>
                    <a:pt x="3866" y="4749"/>
                  </a:cubicBezTo>
                  <a:cubicBezTo>
                    <a:pt x="9337" y="-1232"/>
                    <a:pt x="18683" y="-1606"/>
                    <a:pt x="24630" y="386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" name="Google Shape;2461;p47"/>
            <p:cNvSpPr/>
            <p:nvPr/>
          </p:nvSpPr>
          <p:spPr>
            <a:xfrm>
              <a:off x="2991209" y="1092093"/>
              <a:ext cx="15497" cy="15482"/>
            </a:xfrm>
            <a:custGeom>
              <a:avLst/>
              <a:gdLst/>
              <a:ahLst/>
              <a:cxnLst/>
              <a:rect l="l" t="t" r="r" b="b"/>
              <a:pathLst>
                <a:path w="15497" h="15482" extrusionOk="0">
                  <a:moveTo>
                    <a:pt x="13015" y="2026"/>
                  </a:moveTo>
                  <a:cubicBezTo>
                    <a:pt x="16141" y="4948"/>
                    <a:pt x="16345" y="9842"/>
                    <a:pt x="13456" y="12969"/>
                  </a:cubicBezTo>
                  <a:cubicBezTo>
                    <a:pt x="10534" y="16129"/>
                    <a:pt x="5640" y="16333"/>
                    <a:pt x="2514" y="13444"/>
                  </a:cubicBezTo>
                  <a:cubicBezTo>
                    <a:pt x="-647" y="10556"/>
                    <a:pt x="-851" y="5628"/>
                    <a:pt x="2038" y="2501"/>
                  </a:cubicBezTo>
                  <a:cubicBezTo>
                    <a:pt x="4926" y="-625"/>
                    <a:pt x="9820" y="-863"/>
                    <a:pt x="13015" y="20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" name="Google Shape;2462;p47"/>
            <p:cNvSpPr/>
            <p:nvPr/>
          </p:nvSpPr>
          <p:spPr>
            <a:xfrm>
              <a:off x="3102538" y="1029921"/>
              <a:ext cx="25356" cy="25390"/>
            </a:xfrm>
            <a:custGeom>
              <a:avLst/>
              <a:gdLst/>
              <a:ahLst/>
              <a:cxnLst/>
              <a:rect l="l" t="t" r="r" b="b"/>
              <a:pathLst>
                <a:path w="25356" h="25390" extrusionOk="0">
                  <a:moveTo>
                    <a:pt x="17402" y="920"/>
                  </a:moveTo>
                  <a:cubicBezTo>
                    <a:pt x="23893" y="3536"/>
                    <a:pt x="27053" y="10945"/>
                    <a:pt x="24437" y="17436"/>
                  </a:cubicBezTo>
                  <a:cubicBezTo>
                    <a:pt x="21820" y="23927"/>
                    <a:pt x="14445" y="27087"/>
                    <a:pt x="7954" y="24471"/>
                  </a:cubicBezTo>
                  <a:cubicBezTo>
                    <a:pt x="1463" y="21854"/>
                    <a:pt x="-1697" y="14479"/>
                    <a:pt x="920" y="7954"/>
                  </a:cubicBezTo>
                  <a:cubicBezTo>
                    <a:pt x="3536" y="1463"/>
                    <a:pt x="10945" y="-1697"/>
                    <a:pt x="17436" y="9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2" name="Google Shape;2463;p47"/>
            <p:cNvSpPr/>
            <p:nvPr/>
          </p:nvSpPr>
          <p:spPr>
            <a:xfrm>
              <a:off x="3109334" y="1036105"/>
              <a:ext cx="12172" cy="12166"/>
            </a:xfrm>
            <a:custGeom>
              <a:avLst/>
              <a:gdLst/>
              <a:ahLst/>
              <a:cxnLst/>
              <a:rect l="l" t="t" r="r" b="b"/>
              <a:pathLst>
                <a:path w="12172" h="12166" extrusionOk="0">
                  <a:moveTo>
                    <a:pt x="580" y="8669"/>
                  </a:moveTo>
                  <a:cubicBezTo>
                    <a:pt x="2008" y="11693"/>
                    <a:pt x="5644" y="13019"/>
                    <a:pt x="8703" y="11591"/>
                  </a:cubicBezTo>
                  <a:cubicBezTo>
                    <a:pt x="11727" y="10164"/>
                    <a:pt x="13019" y="6528"/>
                    <a:pt x="11591" y="3503"/>
                  </a:cubicBezTo>
                  <a:cubicBezTo>
                    <a:pt x="10164" y="445"/>
                    <a:pt x="6528" y="-847"/>
                    <a:pt x="3503" y="580"/>
                  </a:cubicBezTo>
                  <a:cubicBezTo>
                    <a:pt x="445" y="2008"/>
                    <a:pt x="-847" y="5644"/>
                    <a:pt x="580" y="86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3" name="Google Shape;2464;p47"/>
            <p:cNvSpPr/>
            <p:nvPr/>
          </p:nvSpPr>
          <p:spPr>
            <a:xfrm>
              <a:off x="2983816" y="1154033"/>
              <a:ext cx="45997" cy="36431"/>
            </a:xfrm>
            <a:custGeom>
              <a:avLst/>
              <a:gdLst/>
              <a:ahLst/>
              <a:cxnLst/>
              <a:rect l="l" t="t" r="r" b="b"/>
              <a:pathLst>
                <a:path w="45997" h="36431" extrusionOk="0">
                  <a:moveTo>
                    <a:pt x="16873" y="0"/>
                  </a:moveTo>
                  <a:lnTo>
                    <a:pt x="45998" y="0"/>
                  </a:lnTo>
                  <a:lnTo>
                    <a:pt x="45998" y="36431"/>
                  </a:lnTo>
                  <a:lnTo>
                    <a:pt x="16873" y="36431"/>
                  </a:lnTo>
                  <a:cubicBezTo>
                    <a:pt x="-5624" y="36431"/>
                    <a:pt x="-5624" y="0"/>
                    <a:pt x="168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4" name="Google Shape;2465;p47"/>
            <p:cNvSpPr/>
            <p:nvPr/>
          </p:nvSpPr>
          <p:spPr>
            <a:xfrm>
              <a:off x="3022235" y="1139454"/>
              <a:ext cx="18827" cy="63278"/>
            </a:xfrm>
            <a:custGeom>
              <a:avLst/>
              <a:gdLst/>
              <a:ahLst/>
              <a:cxnLst/>
              <a:rect l="l" t="t" r="r" b="b"/>
              <a:pathLst>
                <a:path w="18827" h="63278" extrusionOk="0">
                  <a:moveTo>
                    <a:pt x="9414" y="0"/>
                  </a:moveTo>
                  <a:lnTo>
                    <a:pt x="9414" y="0"/>
                  </a:lnTo>
                  <a:cubicBezTo>
                    <a:pt x="14579" y="0"/>
                    <a:pt x="18793" y="4248"/>
                    <a:pt x="18827" y="9414"/>
                  </a:cubicBezTo>
                  <a:lnTo>
                    <a:pt x="18827" y="53865"/>
                  </a:lnTo>
                  <a:cubicBezTo>
                    <a:pt x="18827" y="59030"/>
                    <a:pt x="14579" y="63278"/>
                    <a:pt x="9414" y="63278"/>
                  </a:cubicBezTo>
                  <a:lnTo>
                    <a:pt x="9414" y="63278"/>
                  </a:lnTo>
                  <a:cubicBezTo>
                    <a:pt x="4214" y="63278"/>
                    <a:pt x="0" y="59064"/>
                    <a:pt x="0" y="53865"/>
                  </a:cubicBezTo>
                  <a:lnTo>
                    <a:pt x="0" y="9414"/>
                  </a:lnTo>
                  <a:cubicBezTo>
                    <a:pt x="0" y="4248"/>
                    <a:pt x="4214" y="0"/>
                    <a:pt x="94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5" name="Google Shape;2466;p47"/>
            <p:cNvSpPr/>
            <p:nvPr/>
          </p:nvSpPr>
          <p:spPr>
            <a:xfrm>
              <a:off x="3127008" y="973475"/>
              <a:ext cx="90295" cy="51315"/>
            </a:xfrm>
            <a:custGeom>
              <a:avLst/>
              <a:gdLst/>
              <a:ahLst/>
              <a:cxnLst/>
              <a:rect l="l" t="t" r="r" b="b"/>
              <a:pathLst>
                <a:path w="90295" h="51315" extrusionOk="0">
                  <a:moveTo>
                    <a:pt x="0" y="51316"/>
                  </a:moveTo>
                  <a:lnTo>
                    <a:pt x="90296" y="51316"/>
                  </a:lnTo>
                  <a:lnTo>
                    <a:pt x="90296" y="7307"/>
                  </a:lnTo>
                  <a:cubicBezTo>
                    <a:pt x="90296" y="3262"/>
                    <a:pt x="87033" y="0"/>
                    <a:pt x="82989" y="0"/>
                  </a:cubicBezTo>
                  <a:lnTo>
                    <a:pt x="7307" y="0"/>
                  </a:lnTo>
                  <a:cubicBezTo>
                    <a:pt x="3296" y="0"/>
                    <a:pt x="0" y="3296"/>
                    <a:pt x="0" y="7307"/>
                  </a:cubicBezTo>
                  <a:lnTo>
                    <a:pt x="0" y="513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6" name="Google Shape;2467;p47"/>
            <p:cNvSpPr/>
            <p:nvPr/>
          </p:nvSpPr>
          <p:spPr>
            <a:xfrm>
              <a:off x="3127144" y="973475"/>
              <a:ext cx="90091" cy="6083"/>
            </a:xfrm>
            <a:custGeom>
              <a:avLst/>
              <a:gdLst/>
              <a:ahLst/>
              <a:cxnLst/>
              <a:rect l="l" t="t" r="r" b="b"/>
              <a:pathLst>
                <a:path w="90091" h="6083" extrusionOk="0">
                  <a:moveTo>
                    <a:pt x="90058" y="6083"/>
                  </a:moveTo>
                  <a:cubicBezTo>
                    <a:pt x="89480" y="2651"/>
                    <a:pt x="86456" y="0"/>
                    <a:pt x="82887" y="0"/>
                  </a:cubicBezTo>
                  <a:lnTo>
                    <a:pt x="7205" y="0"/>
                  </a:lnTo>
                  <a:cubicBezTo>
                    <a:pt x="3602" y="0"/>
                    <a:pt x="578" y="2651"/>
                    <a:pt x="0" y="6083"/>
                  </a:cubicBezTo>
                  <a:lnTo>
                    <a:pt x="90092" y="608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" name="Google Shape;2468;p47"/>
            <p:cNvSpPr/>
            <p:nvPr/>
          </p:nvSpPr>
          <p:spPr>
            <a:xfrm>
              <a:off x="3216589" y="1029411"/>
              <a:ext cx="25390" cy="25390"/>
            </a:xfrm>
            <a:custGeom>
              <a:avLst/>
              <a:gdLst/>
              <a:ahLst/>
              <a:cxnLst/>
              <a:rect l="l" t="t" r="r" b="b"/>
              <a:pathLst>
                <a:path w="25390" h="25390" extrusionOk="0">
                  <a:moveTo>
                    <a:pt x="7954" y="920"/>
                  </a:moveTo>
                  <a:cubicBezTo>
                    <a:pt x="1463" y="3536"/>
                    <a:pt x="-1697" y="10945"/>
                    <a:pt x="920" y="17436"/>
                  </a:cubicBezTo>
                  <a:cubicBezTo>
                    <a:pt x="3536" y="23927"/>
                    <a:pt x="10945" y="27087"/>
                    <a:pt x="17436" y="24471"/>
                  </a:cubicBezTo>
                  <a:cubicBezTo>
                    <a:pt x="23927" y="21854"/>
                    <a:pt x="27087" y="14445"/>
                    <a:pt x="24471" y="7954"/>
                  </a:cubicBezTo>
                  <a:cubicBezTo>
                    <a:pt x="21854" y="1463"/>
                    <a:pt x="14479" y="-1697"/>
                    <a:pt x="7954" y="9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8" name="Google Shape;2469;p47"/>
            <p:cNvSpPr/>
            <p:nvPr/>
          </p:nvSpPr>
          <p:spPr>
            <a:xfrm>
              <a:off x="3222982" y="1035595"/>
              <a:ext cx="12166" cy="12151"/>
            </a:xfrm>
            <a:custGeom>
              <a:avLst/>
              <a:gdLst/>
              <a:ahLst/>
              <a:cxnLst/>
              <a:rect l="l" t="t" r="r" b="b"/>
              <a:pathLst>
                <a:path w="12166" h="12151" extrusionOk="0">
                  <a:moveTo>
                    <a:pt x="11586" y="8669"/>
                  </a:moveTo>
                  <a:cubicBezTo>
                    <a:pt x="10158" y="11693"/>
                    <a:pt x="6556" y="12985"/>
                    <a:pt x="3498" y="11591"/>
                  </a:cubicBezTo>
                  <a:cubicBezTo>
                    <a:pt x="473" y="10164"/>
                    <a:pt x="-852" y="6528"/>
                    <a:pt x="575" y="3503"/>
                  </a:cubicBezTo>
                  <a:cubicBezTo>
                    <a:pt x="2002" y="445"/>
                    <a:pt x="5639" y="-847"/>
                    <a:pt x="8663" y="581"/>
                  </a:cubicBezTo>
                  <a:cubicBezTo>
                    <a:pt x="11722" y="2008"/>
                    <a:pt x="13013" y="5644"/>
                    <a:pt x="11586" y="86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4">
          <a:extLst>
            <a:ext uri="{FF2B5EF4-FFF2-40B4-BE49-F238E27FC236}">
              <a16:creationId xmlns:a16="http://schemas.microsoft.com/office/drawing/2014/main" id="{46D4B9F3-2C33-5B0D-407B-5F3D46F4D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30">
            <a:extLst>
              <a:ext uri="{FF2B5EF4-FFF2-40B4-BE49-F238E27FC236}">
                <a16:creationId xmlns:a16="http://schemas.microsoft.com/office/drawing/2014/main" id="{06C18764-09A1-FA78-C41C-609AA085A8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29932" y="2111442"/>
            <a:ext cx="4820508" cy="9101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400" noProof="0" dirty="0">
                <a:solidFill>
                  <a:srgbClr val="03515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Dashboard</a:t>
            </a:r>
          </a:p>
        </p:txBody>
      </p:sp>
      <p:grpSp>
        <p:nvGrpSpPr>
          <p:cNvPr id="1268" name="Google Shape;1268;p30">
            <a:extLst>
              <a:ext uri="{FF2B5EF4-FFF2-40B4-BE49-F238E27FC236}">
                <a16:creationId xmlns:a16="http://schemas.microsoft.com/office/drawing/2014/main" id="{D7007C5D-6DBD-E172-63C1-0A8518D35076}"/>
              </a:ext>
            </a:extLst>
          </p:cNvPr>
          <p:cNvGrpSpPr/>
          <p:nvPr/>
        </p:nvGrpSpPr>
        <p:grpSpPr>
          <a:xfrm>
            <a:off x="6590802" y="1205338"/>
            <a:ext cx="3180479" cy="3938442"/>
            <a:chOff x="6590802" y="1205338"/>
            <a:chExt cx="3180479" cy="3938442"/>
          </a:xfrm>
        </p:grpSpPr>
        <p:grpSp>
          <p:nvGrpSpPr>
            <p:cNvPr id="1269" name="Google Shape;1269;p30">
              <a:extLst>
                <a:ext uri="{FF2B5EF4-FFF2-40B4-BE49-F238E27FC236}">
                  <a16:creationId xmlns:a16="http://schemas.microsoft.com/office/drawing/2014/main" id="{12A447E4-11CA-79B9-EEB3-E5BB8C23B776}"/>
                </a:ext>
              </a:extLst>
            </p:cNvPr>
            <p:cNvGrpSpPr/>
            <p:nvPr/>
          </p:nvGrpSpPr>
          <p:grpSpPr>
            <a:xfrm>
              <a:off x="6590802" y="1205338"/>
              <a:ext cx="3180479" cy="3938442"/>
              <a:chOff x="6590802" y="1205338"/>
              <a:chExt cx="3180479" cy="3938442"/>
            </a:xfrm>
          </p:grpSpPr>
          <p:sp>
            <p:nvSpPr>
              <p:cNvPr id="1270" name="Google Shape;1270;p30">
                <a:extLst>
                  <a:ext uri="{FF2B5EF4-FFF2-40B4-BE49-F238E27FC236}">
                    <a16:creationId xmlns:a16="http://schemas.microsoft.com/office/drawing/2014/main" id="{D6FCCB4D-357E-686B-4754-349E23759292}"/>
                  </a:ext>
                </a:extLst>
              </p:cNvPr>
              <p:cNvSpPr/>
              <p:nvPr/>
            </p:nvSpPr>
            <p:spPr>
              <a:xfrm flipH="1">
                <a:off x="8147676" y="3172468"/>
                <a:ext cx="289800" cy="213712"/>
              </a:xfrm>
              <a:custGeom>
                <a:avLst/>
                <a:gdLst/>
                <a:ahLst/>
                <a:cxnLst/>
                <a:rect l="l" t="t" r="r" b="b"/>
                <a:pathLst>
                  <a:path w="129955" h="95835" extrusionOk="0">
                    <a:moveTo>
                      <a:pt x="64978" y="95835"/>
                    </a:moveTo>
                    <a:cubicBezTo>
                      <a:pt x="100763" y="95835"/>
                      <a:pt x="129955" y="74323"/>
                      <a:pt x="129955" y="47918"/>
                    </a:cubicBezTo>
                    <a:cubicBezTo>
                      <a:pt x="129955" y="21512"/>
                      <a:pt x="100763" y="0"/>
                      <a:pt x="64978" y="0"/>
                    </a:cubicBezTo>
                    <a:cubicBezTo>
                      <a:pt x="29192" y="0"/>
                      <a:pt x="0" y="21546"/>
                      <a:pt x="0" y="47918"/>
                    </a:cubicBezTo>
                    <a:cubicBezTo>
                      <a:pt x="0" y="74289"/>
                      <a:pt x="29192" y="95835"/>
                      <a:pt x="64978" y="95835"/>
                    </a:cubicBezTo>
                    <a:close/>
                  </a:path>
                </a:pathLst>
              </a:custGeom>
              <a:solidFill>
                <a:srgbClr val="0057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1" name="Google Shape;1271;p30">
                <a:extLst>
                  <a:ext uri="{FF2B5EF4-FFF2-40B4-BE49-F238E27FC236}">
                    <a16:creationId xmlns:a16="http://schemas.microsoft.com/office/drawing/2014/main" id="{FEEA6BB9-1843-AD2B-C81C-9C24F6A0EB91}"/>
                  </a:ext>
                </a:extLst>
              </p:cNvPr>
              <p:cNvSpPr/>
              <p:nvPr/>
            </p:nvSpPr>
            <p:spPr>
              <a:xfrm flipH="1">
                <a:off x="8148662" y="3265703"/>
                <a:ext cx="289724" cy="131789"/>
              </a:xfrm>
              <a:custGeom>
                <a:avLst/>
                <a:gdLst/>
                <a:ahLst/>
                <a:cxnLst/>
                <a:rect l="l" t="t" r="r" b="b"/>
                <a:pathLst>
                  <a:path w="129921" h="59098" extrusionOk="0">
                    <a:moveTo>
                      <a:pt x="0" y="0"/>
                    </a:moveTo>
                    <a:lnTo>
                      <a:pt x="129921" y="0"/>
                    </a:lnTo>
                    <a:lnTo>
                      <a:pt x="129921" y="59099"/>
                    </a:lnTo>
                    <a:lnTo>
                      <a:pt x="0" y="5909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2" name="Google Shape;1272;p30">
                <a:extLst>
                  <a:ext uri="{FF2B5EF4-FFF2-40B4-BE49-F238E27FC236}">
                    <a16:creationId xmlns:a16="http://schemas.microsoft.com/office/drawing/2014/main" id="{35112A75-B3A8-49AB-795A-F58965C57B95}"/>
                  </a:ext>
                </a:extLst>
              </p:cNvPr>
              <p:cNvSpPr/>
              <p:nvPr/>
            </p:nvSpPr>
            <p:spPr>
              <a:xfrm flipH="1">
                <a:off x="8099110" y="3217341"/>
                <a:ext cx="394079" cy="57822"/>
              </a:xfrm>
              <a:custGeom>
                <a:avLst/>
                <a:gdLst/>
                <a:ahLst/>
                <a:cxnLst/>
                <a:rect l="l" t="t" r="r" b="b"/>
                <a:pathLst>
                  <a:path w="176717" h="25929" extrusionOk="0">
                    <a:moveTo>
                      <a:pt x="163736" y="0"/>
                    </a:moveTo>
                    <a:lnTo>
                      <a:pt x="12982" y="0"/>
                    </a:lnTo>
                    <a:cubicBezTo>
                      <a:pt x="5845" y="0"/>
                      <a:pt x="0" y="5845"/>
                      <a:pt x="0" y="12982"/>
                    </a:cubicBezTo>
                    <a:lnTo>
                      <a:pt x="0" y="12982"/>
                    </a:lnTo>
                    <a:cubicBezTo>
                      <a:pt x="0" y="20119"/>
                      <a:pt x="5845" y="25930"/>
                      <a:pt x="12982" y="25930"/>
                    </a:cubicBezTo>
                    <a:lnTo>
                      <a:pt x="163736" y="25930"/>
                    </a:lnTo>
                    <a:cubicBezTo>
                      <a:pt x="170872" y="25930"/>
                      <a:pt x="176718" y="20085"/>
                      <a:pt x="176718" y="12948"/>
                    </a:cubicBezTo>
                    <a:lnTo>
                      <a:pt x="176718" y="12948"/>
                    </a:lnTo>
                    <a:cubicBezTo>
                      <a:pt x="176718" y="5811"/>
                      <a:pt x="170872" y="0"/>
                      <a:pt x="163736" y="0"/>
                    </a:cubicBezTo>
                    <a:close/>
                  </a:path>
                </a:pathLst>
              </a:custGeom>
              <a:solidFill>
                <a:srgbClr val="00495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3" name="Google Shape;1273;p30">
                <a:extLst>
                  <a:ext uri="{FF2B5EF4-FFF2-40B4-BE49-F238E27FC236}">
                    <a16:creationId xmlns:a16="http://schemas.microsoft.com/office/drawing/2014/main" id="{446885DD-3608-8DED-831A-AA5736325A7A}"/>
                  </a:ext>
                </a:extLst>
              </p:cNvPr>
              <p:cNvSpPr/>
              <p:nvPr/>
            </p:nvSpPr>
            <p:spPr>
              <a:xfrm flipH="1">
                <a:off x="8394275" y="3275785"/>
                <a:ext cx="19247" cy="73965"/>
              </a:xfrm>
              <a:custGeom>
                <a:avLst/>
                <a:gdLst/>
                <a:ahLst/>
                <a:cxnLst/>
                <a:rect l="l" t="t" r="r" b="b"/>
                <a:pathLst>
                  <a:path w="8631" h="33168" extrusionOk="0">
                    <a:moveTo>
                      <a:pt x="0" y="0"/>
                    </a:moveTo>
                    <a:lnTo>
                      <a:pt x="8632" y="0"/>
                    </a:lnTo>
                    <a:lnTo>
                      <a:pt x="8632" y="33169"/>
                    </a:lnTo>
                    <a:lnTo>
                      <a:pt x="0" y="33169"/>
                    </a:ln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4" name="Google Shape;1274;p30">
                <a:extLst>
                  <a:ext uri="{FF2B5EF4-FFF2-40B4-BE49-F238E27FC236}">
                    <a16:creationId xmlns:a16="http://schemas.microsoft.com/office/drawing/2014/main" id="{C69B2113-185D-3B12-48C2-1A0AF818FC72}"/>
                  </a:ext>
                </a:extLst>
              </p:cNvPr>
              <p:cNvSpPr/>
              <p:nvPr/>
            </p:nvSpPr>
            <p:spPr>
              <a:xfrm flipH="1">
                <a:off x="9082312" y="3273815"/>
                <a:ext cx="289800" cy="131789"/>
              </a:xfrm>
              <a:custGeom>
                <a:avLst/>
                <a:gdLst/>
                <a:ahLst/>
                <a:cxnLst/>
                <a:rect l="l" t="t" r="r" b="b"/>
                <a:pathLst>
                  <a:path w="129955" h="59098" extrusionOk="0">
                    <a:moveTo>
                      <a:pt x="0" y="0"/>
                    </a:moveTo>
                    <a:lnTo>
                      <a:pt x="129955" y="0"/>
                    </a:lnTo>
                    <a:lnTo>
                      <a:pt x="129955" y="59099"/>
                    </a:lnTo>
                    <a:lnTo>
                      <a:pt x="0" y="5909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5" name="Google Shape;1275;p30">
                <a:extLst>
                  <a:ext uri="{FF2B5EF4-FFF2-40B4-BE49-F238E27FC236}">
                    <a16:creationId xmlns:a16="http://schemas.microsoft.com/office/drawing/2014/main" id="{553C23C0-EBC3-40A0-A6D4-F171C0966BBA}"/>
                  </a:ext>
                </a:extLst>
              </p:cNvPr>
              <p:cNvSpPr/>
              <p:nvPr/>
            </p:nvSpPr>
            <p:spPr>
              <a:xfrm flipH="1">
                <a:off x="9030259" y="3225453"/>
                <a:ext cx="393927" cy="57822"/>
              </a:xfrm>
              <a:custGeom>
                <a:avLst/>
                <a:gdLst/>
                <a:ahLst/>
                <a:cxnLst/>
                <a:rect l="l" t="t" r="r" b="b"/>
                <a:pathLst>
                  <a:path w="176649" h="25929" extrusionOk="0">
                    <a:moveTo>
                      <a:pt x="12948" y="0"/>
                    </a:moveTo>
                    <a:lnTo>
                      <a:pt x="163702" y="0"/>
                    </a:lnTo>
                    <a:cubicBezTo>
                      <a:pt x="170838" y="0"/>
                      <a:pt x="176650" y="5811"/>
                      <a:pt x="176650" y="12948"/>
                    </a:cubicBezTo>
                    <a:lnTo>
                      <a:pt x="176650" y="12948"/>
                    </a:lnTo>
                    <a:cubicBezTo>
                      <a:pt x="176650" y="20085"/>
                      <a:pt x="170838" y="25930"/>
                      <a:pt x="163702" y="25930"/>
                    </a:cubicBezTo>
                    <a:lnTo>
                      <a:pt x="12948" y="25930"/>
                    </a:lnTo>
                    <a:cubicBezTo>
                      <a:pt x="5811" y="25930"/>
                      <a:pt x="0" y="20085"/>
                      <a:pt x="0" y="12948"/>
                    </a:cubicBezTo>
                    <a:lnTo>
                      <a:pt x="0" y="12948"/>
                    </a:lnTo>
                    <a:cubicBezTo>
                      <a:pt x="0" y="5811"/>
                      <a:pt x="5811" y="0"/>
                      <a:pt x="129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6" name="Google Shape;1276;p30">
                <a:extLst>
                  <a:ext uri="{FF2B5EF4-FFF2-40B4-BE49-F238E27FC236}">
                    <a16:creationId xmlns:a16="http://schemas.microsoft.com/office/drawing/2014/main" id="{AC548150-27D1-5EA6-A95E-6DB0986300A6}"/>
                  </a:ext>
                </a:extLst>
              </p:cNvPr>
              <p:cNvSpPr/>
              <p:nvPr/>
            </p:nvSpPr>
            <p:spPr>
              <a:xfrm flipH="1">
                <a:off x="7715701" y="3357802"/>
                <a:ext cx="2055581" cy="865082"/>
              </a:xfrm>
              <a:custGeom>
                <a:avLst/>
                <a:gdLst/>
                <a:ahLst/>
                <a:cxnLst/>
                <a:rect l="l" t="t" r="r" b="b"/>
                <a:pathLst>
                  <a:path w="921785" h="387929" extrusionOk="0">
                    <a:moveTo>
                      <a:pt x="38776" y="34"/>
                    </a:moveTo>
                    <a:lnTo>
                      <a:pt x="883010" y="34"/>
                    </a:lnTo>
                    <a:cubicBezTo>
                      <a:pt x="904420" y="34"/>
                      <a:pt x="921786" y="17400"/>
                      <a:pt x="921786" y="38810"/>
                    </a:cubicBezTo>
                    <a:lnTo>
                      <a:pt x="921786" y="349153"/>
                    </a:lnTo>
                    <a:cubicBezTo>
                      <a:pt x="921786" y="370563"/>
                      <a:pt x="904420" y="387929"/>
                      <a:pt x="883010" y="387929"/>
                    </a:cubicBezTo>
                    <a:lnTo>
                      <a:pt x="38776" y="387929"/>
                    </a:lnTo>
                    <a:cubicBezTo>
                      <a:pt x="17366" y="387929"/>
                      <a:pt x="0" y="370563"/>
                      <a:pt x="0" y="349153"/>
                    </a:cubicBezTo>
                    <a:lnTo>
                      <a:pt x="0" y="38776"/>
                    </a:lnTo>
                    <a:cubicBezTo>
                      <a:pt x="0" y="17366"/>
                      <a:pt x="17366" y="0"/>
                      <a:pt x="387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7" name="Google Shape;1277;p30">
                <a:extLst>
                  <a:ext uri="{FF2B5EF4-FFF2-40B4-BE49-F238E27FC236}">
                    <a16:creationId xmlns:a16="http://schemas.microsoft.com/office/drawing/2014/main" id="{1A60A436-280A-493B-DFB3-7E1E3A96BE92}"/>
                  </a:ext>
                </a:extLst>
              </p:cNvPr>
              <p:cNvSpPr/>
              <p:nvPr/>
            </p:nvSpPr>
            <p:spPr>
              <a:xfrm flipH="1">
                <a:off x="7715625" y="3766299"/>
                <a:ext cx="2055656" cy="373162"/>
              </a:xfrm>
              <a:custGeom>
                <a:avLst/>
                <a:gdLst/>
                <a:ahLst/>
                <a:cxnLst/>
                <a:rect l="l" t="t" r="r" b="b"/>
                <a:pathLst>
                  <a:path w="921819" h="167337" extrusionOk="0">
                    <a:moveTo>
                      <a:pt x="921786" y="0"/>
                    </a:moveTo>
                    <a:lnTo>
                      <a:pt x="921786" y="128528"/>
                    </a:lnTo>
                    <a:cubicBezTo>
                      <a:pt x="921786" y="149870"/>
                      <a:pt x="904318" y="167338"/>
                      <a:pt x="883010" y="167338"/>
                    </a:cubicBezTo>
                    <a:lnTo>
                      <a:pt x="38776" y="167338"/>
                    </a:lnTo>
                    <a:cubicBezTo>
                      <a:pt x="17434" y="167338"/>
                      <a:pt x="0" y="149870"/>
                      <a:pt x="0" y="128528"/>
                    </a:cubicBezTo>
                    <a:lnTo>
                      <a:pt x="0" y="0"/>
                    </a:lnTo>
                    <a:lnTo>
                      <a:pt x="921820" y="0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8" name="Google Shape;1278;p30">
                <a:extLst>
                  <a:ext uri="{FF2B5EF4-FFF2-40B4-BE49-F238E27FC236}">
                    <a16:creationId xmlns:a16="http://schemas.microsoft.com/office/drawing/2014/main" id="{6D20CBD9-78CC-FD56-2556-BD1B257BA0F1}"/>
                  </a:ext>
                </a:extLst>
              </p:cNvPr>
              <p:cNvSpPr/>
              <p:nvPr/>
            </p:nvSpPr>
            <p:spPr>
              <a:xfrm flipH="1">
                <a:off x="9664275" y="3357878"/>
                <a:ext cx="107007" cy="865082"/>
              </a:xfrm>
              <a:custGeom>
                <a:avLst/>
                <a:gdLst/>
                <a:ahLst/>
                <a:cxnLst/>
                <a:rect l="l" t="t" r="r" b="b"/>
                <a:pathLst>
                  <a:path w="47985" h="387929" extrusionOk="0">
                    <a:moveTo>
                      <a:pt x="38776" y="0"/>
                    </a:moveTo>
                    <a:lnTo>
                      <a:pt x="47986" y="0"/>
                    </a:lnTo>
                    <a:lnTo>
                      <a:pt x="47986" y="387929"/>
                    </a:lnTo>
                    <a:lnTo>
                      <a:pt x="38776" y="387929"/>
                    </a:lnTo>
                    <a:cubicBezTo>
                      <a:pt x="17434" y="387929"/>
                      <a:pt x="0" y="370461"/>
                      <a:pt x="0" y="349153"/>
                    </a:cubicBezTo>
                    <a:lnTo>
                      <a:pt x="0" y="38810"/>
                    </a:lnTo>
                    <a:cubicBezTo>
                      <a:pt x="0" y="17468"/>
                      <a:pt x="17434" y="34"/>
                      <a:pt x="38776" y="3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9" name="Google Shape;1279;p30">
                <a:extLst>
                  <a:ext uri="{FF2B5EF4-FFF2-40B4-BE49-F238E27FC236}">
                    <a16:creationId xmlns:a16="http://schemas.microsoft.com/office/drawing/2014/main" id="{B3C3F3B5-073B-5415-83A2-04ABE13F6AE7}"/>
                  </a:ext>
                </a:extLst>
              </p:cNvPr>
              <p:cNvSpPr/>
              <p:nvPr/>
            </p:nvSpPr>
            <p:spPr>
              <a:xfrm flipH="1">
                <a:off x="9664199" y="3766299"/>
                <a:ext cx="107082" cy="373088"/>
              </a:xfrm>
              <a:custGeom>
                <a:avLst/>
                <a:gdLst/>
                <a:ahLst/>
                <a:cxnLst/>
                <a:rect l="l" t="t" r="r" b="b"/>
                <a:pathLst>
                  <a:path w="48019" h="167304" extrusionOk="0">
                    <a:moveTo>
                      <a:pt x="47986" y="0"/>
                    </a:moveTo>
                    <a:lnTo>
                      <a:pt x="47986" y="167304"/>
                    </a:lnTo>
                    <a:lnTo>
                      <a:pt x="38776" y="167304"/>
                    </a:lnTo>
                    <a:cubicBezTo>
                      <a:pt x="17434" y="167304"/>
                      <a:pt x="0" y="149836"/>
                      <a:pt x="0" y="128528"/>
                    </a:cubicBezTo>
                    <a:lnTo>
                      <a:pt x="0" y="0"/>
                    </a:lnTo>
                    <a:lnTo>
                      <a:pt x="48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0" name="Google Shape;1280;p30">
                <a:extLst>
                  <a:ext uri="{FF2B5EF4-FFF2-40B4-BE49-F238E27FC236}">
                    <a16:creationId xmlns:a16="http://schemas.microsoft.com/office/drawing/2014/main" id="{85C52549-B6B5-914D-14A0-D2D72BA8D75C}"/>
                  </a:ext>
                </a:extLst>
              </p:cNvPr>
              <p:cNvSpPr/>
              <p:nvPr/>
            </p:nvSpPr>
            <p:spPr>
              <a:xfrm flipH="1">
                <a:off x="7715263" y="3357878"/>
                <a:ext cx="107007" cy="865082"/>
              </a:xfrm>
              <a:custGeom>
                <a:avLst/>
                <a:gdLst/>
                <a:ahLst/>
                <a:cxnLst/>
                <a:rect l="l" t="t" r="r" b="b"/>
                <a:pathLst>
                  <a:path w="47985" h="387929" extrusionOk="0">
                    <a:moveTo>
                      <a:pt x="9210" y="387929"/>
                    </a:moveTo>
                    <a:lnTo>
                      <a:pt x="0" y="387929"/>
                    </a:lnTo>
                    <a:lnTo>
                      <a:pt x="0" y="0"/>
                    </a:lnTo>
                    <a:lnTo>
                      <a:pt x="9210" y="0"/>
                    </a:lnTo>
                    <a:cubicBezTo>
                      <a:pt x="30552" y="0"/>
                      <a:pt x="47986" y="17468"/>
                      <a:pt x="47986" y="38776"/>
                    </a:cubicBezTo>
                    <a:lnTo>
                      <a:pt x="47986" y="349119"/>
                    </a:lnTo>
                    <a:cubicBezTo>
                      <a:pt x="47986" y="370461"/>
                      <a:pt x="30518" y="387895"/>
                      <a:pt x="9210" y="38789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1" name="Google Shape;1281;p30">
                <a:extLst>
                  <a:ext uri="{FF2B5EF4-FFF2-40B4-BE49-F238E27FC236}">
                    <a16:creationId xmlns:a16="http://schemas.microsoft.com/office/drawing/2014/main" id="{E2C3D03A-D8BD-07C0-4F27-8AE623F93904}"/>
                  </a:ext>
                </a:extLst>
              </p:cNvPr>
              <p:cNvSpPr/>
              <p:nvPr/>
            </p:nvSpPr>
            <p:spPr>
              <a:xfrm flipH="1">
                <a:off x="7715188" y="3766374"/>
                <a:ext cx="107082" cy="373086"/>
              </a:xfrm>
              <a:custGeom>
                <a:avLst/>
                <a:gdLst/>
                <a:ahLst/>
                <a:cxnLst/>
                <a:rect l="l" t="t" r="r" b="b"/>
                <a:pathLst>
                  <a:path w="48019" h="167303" extrusionOk="0">
                    <a:moveTo>
                      <a:pt x="9210" y="167304"/>
                    </a:moveTo>
                    <a:lnTo>
                      <a:pt x="0" y="167304"/>
                    </a:lnTo>
                    <a:lnTo>
                      <a:pt x="0" y="0"/>
                    </a:lnTo>
                    <a:lnTo>
                      <a:pt x="48020" y="0"/>
                    </a:lnTo>
                    <a:lnTo>
                      <a:pt x="48020" y="128528"/>
                    </a:lnTo>
                    <a:cubicBezTo>
                      <a:pt x="48020" y="149870"/>
                      <a:pt x="30552" y="167304"/>
                      <a:pt x="9244" y="1673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2" name="Google Shape;1282;p30">
                <a:extLst>
                  <a:ext uri="{FF2B5EF4-FFF2-40B4-BE49-F238E27FC236}">
                    <a16:creationId xmlns:a16="http://schemas.microsoft.com/office/drawing/2014/main" id="{6119A7ED-2FF5-9E48-FF10-FC34CEA6C68B}"/>
                  </a:ext>
                </a:extLst>
              </p:cNvPr>
              <p:cNvSpPr/>
              <p:nvPr/>
            </p:nvSpPr>
            <p:spPr>
              <a:xfrm flipH="1">
                <a:off x="7912634" y="3457557"/>
                <a:ext cx="1728040" cy="75026"/>
              </a:xfrm>
              <a:custGeom>
                <a:avLst/>
                <a:gdLst/>
                <a:ahLst/>
                <a:cxnLst/>
                <a:rect l="l" t="t" r="r" b="b"/>
                <a:pathLst>
                  <a:path w="774906" h="33644" extrusionOk="0">
                    <a:moveTo>
                      <a:pt x="16822" y="0"/>
                    </a:moveTo>
                    <a:lnTo>
                      <a:pt x="758084" y="0"/>
                    </a:lnTo>
                    <a:cubicBezTo>
                      <a:pt x="767328" y="0"/>
                      <a:pt x="774907" y="7578"/>
                      <a:pt x="774907" y="16822"/>
                    </a:cubicBezTo>
                    <a:lnTo>
                      <a:pt x="774907" y="16822"/>
                    </a:lnTo>
                    <a:cubicBezTo>
                      <a:pt x="774907" y="26066"/>
                      <a:pt x="767328" y="33644"/>
                      <a:pt x="758084" y="33644"/>
                    </a:cubicBezTo>
                    <a:lnTo>
                      <a:pt x="16822" y="33644"/>
                    </a:lnTo>
                    <a:cubicBezTo>
                      <a:pt x="7545" y="33644"/>
                      <a:pt x="0" y="26066"/>
                      <a:pt x="0" y="16822"/>
                    </a:cubicBezTo>
                    <a:lnTo>
                      <a:pt x="0" y="16822"/>
                    </a:lnTo>
                    <a:cubicBezTo>
                      <a:pt x="0" y="7578"/>
                      <a:pt x="7579" y="0"/>
                      <a:pt x="16822" y="0"/>
                    </a:cubicBez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3" name="Google Shape;1283;p30">
                <a:extLst>
                  <a:ext uri="{FF2B5EF4-FFF2-40B4-BE49-F238E27FC236}">
                    <a16:creationId xmlns:a16="http://schemas.microsoft.com/office/drawing/2014/main" id="{CD4C715D-2273-722B-139D-2215C96C7048}"/>
                  </a:ext>
                </a:extLst>
              </p:cNvPr>
              <p:cNvSpPr/>
              <p:nvPr/>
            </p:nvSpPr>
            <p:spPr>
              <a:xfrm flipH="1">
                <a:off x="9328001" y="3283897"/>
                <a:ext cx="19247" cy="73965"/>
              </a:xfrm>
              <a:custGeom>
                <a:avLst/>
                <a:gdLst/>
                <a:ahLst/>
                <a:cxnLst/>
                <a:rect l="l" t="t" r="r" b="b"/>
                <a:pathLst>
                  <a:path w="8631" h="33168" extrusionOk="0">
                    <a:moveTo>
                      <a:pt x="0" y="0"/>
                    </a:moveTo>
                    <a:lnTo>
                      <a:pt x="8632" y="0"/>
                    </a:lnTo>
                    <a:lnTo>
                      <a:pt x="8632" y="33168"/>
                    </a:lnTo>
                    <a:lnTo>
                      <a:pt x="0" y="33168"/>
                    </a:ln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284" name="Google Shape;1284;p30">
                <a:extLst>
                  <a:ext uri="{FF2B5EF4-FFF2-40B4-BE49-F238E27FC236}">
                    <a16:creationId xmlns:a16="http://schemas.microsoft.com/office/drawing/2014/main" id="{3906B9DF-8FDD-06F4-28BC-AEC0C566B959}"/>
                  </a:ext>
                </a:extLst>
              </p:cNvPr>
              <p:cNvGrpSpPr/>
              <p:nvPr/>
            </p:nvGrpSpPr>
            <p:grpSpPr>
              <a:xfrm flipH="1">
                <a:off x="7950758" y="3766296"/>
                <a:ext cx="1585011" cy="675315"/>
                <a:chOff x="4439952" y="2779427"/>
                <a:chExt cx="710608" cy="302764"/>
              </a:xfrm>
            </p:grpSpPr>
            <p:sp>
              <p:nvSpPr>
                <p:cNvPr id="1285" name="Google Shape;1285;p30">
                  <a:extLst>
                    <a:ext uri="{FF2B5EF4-FFF2-40B4-BE49-F238E27FC236}">
                      <a16:creationId xmlns:a16="http://schemas.microsoft.com/office/drawing/2014/main" id="{87AE23F2-031C-541A-549F-05623ED00E7C}"/>
                    </a:ext>
                  </a:extLst>
                </p:cNvPr>
                <p:cNvSpPr/>
                <p:nvPr/>
              </p:nvSpPr>
              <p:spPr>
                <a:xfrm>
                  <a:off x="4439952" y="2779427"/>
                  <a:ext cx="71060" cy="286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" h="286520" extrusionOk="0">
                      <a:moveTo>
                        <a:pt x="0" y="0"/>
                      </a:moveTo>
                      <a:lnTo>
                        <a:pt x="71061" y="0"/>
                      </a:lnTo>
                      <a:lnTo>
                        <a:pt x="71061" y="286520"/>
                      </a:lnTo>
                      <a:lnTo>
                        <a:pt x="0" y="28652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86" name="Google Shape;1286;p30">
                  <a:extLst>
                    <a:ext uri="{FF2B5EF4-FFF2-40B4-BE49-F238E27FC236}">
                      <a16:creationId xmlns:a16="http://schemas.microsoft.com/office/drawing/2014/main" id="{83E6DC1E-B11E-F54D-630E-EF7C01AC9B45}"/>
                    </a:ext>
                  </a:extLst>
                </p:cNvPr>
                <p:cNvSpPr/>
                <p:nvPr/>
              </p:nvSpPr>
              <p:spPr>
                <a:xfrm>
                  <a:off x="5079499" y="2795671"/>
                  <a:ext cx="71060" cy="286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" h="286520" extrusionOk="0">
                      <a:moveTo>
                        <a:pt x="0" y="0"/>
                      </a:moveTo>
                      <a:lnTo>
                        <a:pt x="71061" y="0"/>
                      </a:lnTo>
                      <a:lnTo>
                        <a:pt x="71061" y="286520"/>
                      </a:lnTo>
                      <a:lnTo>
                        <a:pt x="0" y="28652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87" name="Google Shape;1287;p30">
                  <a:extLst>
                    <a:ext uri="{FF2B5EF4-FFF2-40B4-BE49-F238E27FC236}">
                      <a16:creationId xmlns:a16="http://schemas.microsoft.com/office/drawing/2014/main" id="{06F5482F-F953-A825-F35B-0B8928CAB2C3}"/>
                    </a:ext>
                  </a:extLst>
                </p:cNvPr>
                <p:cNvSpPr/>
                <p:nvPr/>
              </p:nvSpPr>
              <p:spPr>
                <a:xfrm>
                  <a:off x="4439952" y="3018743"/>
                  <a:ext cx="710608" cy="63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8" h="63448" extrusionOk="0">
                      <a:moveTo>
                        <a:pt x="0" y="0"/>
                      </a:moveTo>
                      <a:lnTo>
                        <a:pt x="710608" y="0"/>
                      </a:lnTo>
                      <a:lnTo>
                        <a:pt x="710608" y="63448"/>
                      </a:lnTo>
                      <a:lnTo>
                        <a:pt x="0" y="6344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sp>
            <p:nvSpPr>
              <p:cNvPr id="1288" name="Google Shape;1288;p30">
                <a:extLst>
                  <a:ext uri="{FF2B5EF4-FFF2-40B4-BE49-F238E27FC236}">
                    <a16:creationId xmlns:a16="http://schemas.microsoft.com/office/drawing/2014/main" id="{7E368A96-84FC-F31F-AFAC-4E81B376FD99}"/>
                  </a:ext>
                </a:extLst>
              </p:cNvPr>
              <p:cNvSpPr/>
              <p:nvPr/>
            </p:nvSpPr>
            <p:spPr>
              <a:xfrm flipH="1">
                <a:off x="9376164" y="3695045"/>
                <a:ext cx="160663" cy="142475"/>
              </a:xfrm>
              <a:custGeom>
                <a:avLst/>
                <a:gdLst/>
                <a:ahLst/>
                <a:cxnLst/>
                <a:rect l="l" t="t" r="r" b="b"/>
                <a:pathLst>
                  <a:path w="72046" h="63890" extrusionOk="0">
                    <a:moveTo>
                      <a:pt x="36023" y="63890"/>
                    </a:moveTo>
                    <a:cubicBezTo>
                      <a:pt x="55870" y="63890"/>
                      <a:pt x="72046" y="49549"/>
                      <a:pt x="72046" y="31945"/>
                    </a:cubicBezTo>
                    <a:cubicBezTo>
                      <a:pt x="72046" y="14341"/>
                      <a:pt x="55870" y="0"/>
                      <a:pt x="36023" y="0"/>
                    </a:cubicBezTo>
                    <a:cubicBezTo>
                      <a:pt x="16176" y="0"/>
                      <a:pt x="0" y="14375"/>
                      <a:pt x="0" y="31945"/>
                    </a:cubicBezTo>
                    <a:cubicBezTo>
                      <a:pt x="0" y="49515"/>
                      <a:pt x="16176" y="63890"/>
                      <a:pt x="36023" y="6389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9" name="Google Shape;1289;p30">
                <a:extLst>
                  <a:ext uri="{FF2B5EF4-FFF2-40B4-BE49-F238E27FC236}">
                    <a16:creationId xmlns:a16="http://schemas.microsoft.com/office/drawing/2014/main" id="{7D77895C-1C10-216B-B7D5-31E8B3AAE7D7}"/>
                  </a:ext>
                </a:extLst>
              </p:cNvPr>
              <p:cNvSpPr/>
              <p:nvPr/>
            </p:nvSpPr>
            <p:spPr>
              <a:xfrm flipH="1">
                <a:off x="7950790" y="3731353"/>
                <a:ext cx="160663" cy="142475"/>
              </a:xfrm>
              <a:custGeom>
                <a:avLst/>
                <a:gdLst/>
                <a:ahLst/>
                <a:cxnLst/>
                <a:rect l="l" t="t" r="r" b="b"/>
                <a:pathLst>
                  <a:path w="72046" h="63890" extrusionOk="0">
                    <a:moveTo>
                      <a:pt x="36023" y="63890"/>
                    </a:moveTo>
                    <a:cubicBezTo>
                      <a:pt x="55870" y="63890"/>
                      <a:pt x="72046" y="49549"/>
                      <a:pt x="72046" y="31945"/>
                    </a:cubicBezTo>
                    <a:cubicBezTo>
                      <a:pt x="72046" y="14341"/>
                      <a:pt x="55870" y="0"/>
                      <a:pt x="36023" y="0"/>
                    </a:cubicBezTo>
                    <a:cubicBezTo>
                      <a:pt x="16176" y="0"/>
                      <a:pt x="0" y="14341"/>
                      <a:pt x="0" y="31945"/>
                    </a:cubicBezTo>
                    <a:cubicBezTo>
                      <a:pt x="0" y="49549"/>
                      <a:pt x="16176" y="63890"/>
                      <a:pt x="36023" y="6389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290" name="Google Shape;1290;p30">
                <a:extLst>
                  <a:ext uri="{FF2B5EF4-FFF2-40B4-BE49-F238E27FC236}">
                    <a16:creationId xmlns:a16="http://schemas.microsoft.com/office/drawing/2014/main" id="{7F3DD7B7-3A93-EE09-23B2-F470062F45FD}"/>
                  </a:ext>
                </a:extLst>
              </p:cNvPr>
              <p:cNvGrpSpPr/>
              <p:nvPr/>
            </p:nvGrpSpPr>
            <p:grpSpPr>
              <a:xfrm flipH="1">
                <a:off x="7063250" y="1284726"/>
                <a:ext cx="506187" cy="975768"/>
                <a:chOff x="4380117" y="1824165"/>
                <a:chExt cx="226939" cy="437466"/>
              </a:xfrm>
            </p:grpSpPr>
            <p:sp>
              <p:nvSpPr>
                <p:cNvPr id="1291" name="Google Shape;1291;p30">
                  <a:extLst>
                    <a:ext uri="{FF2B5EF4-FFF2-40B4-BE49-F238E27FC236}">
                      <a16:creationId xmlns:a16="http://schemas.microsoft.com/office/drawing/2014/main" id="{FD025BAE-790E-E10A-6861-E22CEEF27DDC}"/>
                    </a:ext>
                  </a:extLst>
                </p:cNvPr>
                <p:cNvSpPr/>
                <p:nvPr/>
              </p:nvSpPr>
              <p:spPr>
                <a:xfrm>
                  <a:off x="4469971" y="2216942"/>
                  <a:ext cx="57501" cy="446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501" h="44689" extrusionOk="0">
                      <a:moveTo>
                        <a:pt x="57501" y="0"/>
                      </a:moveTo>
                      <a:lnTo>
                        <a:pt x="0" y="0"/>
                      </a:lnTo>
                      <a:lnTo>
                        <a:pt x="18487" y="44689"/>
                      </a:lnTo>
                      <a:lnTo>
                        <a:pt x="38776" y="44689"/>
                      </a:lnTo>
                      <a:lnTo>
                        <a:pt x="5750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2" name="Google Shape;1292;p30">
                  <a:extLst>
                    <a:ext uri="{FF2B5EF4-FFF2-40B4-BE49-F238E27FC236}">
                      <a16:creationId xmlns:a16="http://schemas.microsoft.com/office/drawing/2014/main" id="{1B9F56CF-D53A-D2D2-A4CA-01A7734D537A}"/>
                    </a:ext>
                  </a:extLst>
                </p:cNvPr>
                <p:cNvSpPr/>
                <p:nvPr/>
              </p:nvSpPr>
              <p:spPr>
                <a:xfrm>
                  <a:off x="4496614" y="2025306"/>
                  <a:ext cx="110442" cy="191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42" h="191602" extrusionOk="0">
                      <a:moveTo>
                        <a:pt x="48054" y="0"/>
                      </a:moveTo>
                      <a:cubicBezTo>
                        <a:pt x="48054" y="0"/>
                        <a:pt x="106234" y="59574"/>
                        <a:pt x="110279" y="62973"/>
                      </a:cubicBezTo>
                      <a:cubicBezTo>
                        <a:pt x="114323" y="66337"/>
                        <a:pt x="41937" y="191603"/>
                        <a:pt x="41937" y="191603"/>
                      </a:cubicBezTo>
                      <a:lnTo>
                        <a:pt x="0" y="191603"/>
                      </a:lnTo>
                      <a:lnTo>
                        <a:pt x="0" y="8564"/>
                      </a:lnTo>
                      <a:lnTo>
                        <a:pt x="480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3" name="Google Shape;1293;p30">
                  <a:extLst>
                    <a:ext uri="{FF2B5EF4-FFF2-40B4-BE49-F238E27FC236}">
                      <a16:creationId xmlns:a16="http://schemas.microsoft.com/office/drawing/2014/main" id="{4A5226BC-2ACE-9551-60AB-A7A6584B02A1}"/>
                    </a:ext>
                  </a:extLst>
                </p:cNvPr>
                <p:cNvSpPr/>
                <p:nvPr/>
              </p:nvSpPr>
              <p:spPr>
                <a:xfrm>
                  <a:off x="4388719" y="2025306"/>
                  <a:ext cx="110410" cy="191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10" h="191602" extrusionOk="0">
                      <a:moveTo>
                        <a:pt x="62391" y="0"/>
                      </a:moveTo>
                      <a:cubicBezTo>
                        <a:pt x="62391" y="0"/>
                        <a:pt x="4210" y="59574"/>
                        <a:pt x="166" y="62973"/>
                      </a:cubicBezTo>
                      <a:cubicBezTo>
                        <a:pt x="-3912" y="66337"/>
                        <a:pt x="68474" y="191603"/>
                        <a:pt x="68474" y="191603"/>
                      </a:cubicBezTo>
                      <a:lnTo>
                        <a:pt x="110410" y="191603"/>
                      </a:lnTo>
                      <a:lnTo>
                        <a:pt x="110410" y="8564"/>
                      </a:lnTo>
                      <a:lnTo>
                        <a:pt x="623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4" name="Google Shape;1294;p30">
                  <a:extLst>
                    <a:ext uri="{FF2B5EF4-FFF2-40B4-BE49-F238E27FC236}">
                      <a16:creationId xmlns:a16="http://schemas.microsoft.com/office/drawing/2014/main" id="{C02E6FB2-8F2E-F13B-7B0D-0B871E5EAB5D}"/>
                    </a:ext>
                  </a:extLst>
                </p:cNvPr>
                <p:cNvSpPr/>
                <p:nvPr/>
              </p:nvSpPr>
              <p:spPr>
                <a:xfrm>
                  <a:off x="4381340" y="1840704"/>
                  <a:ext cx="156938" cy="1811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938" h="181135" extrusionOk="0">
                      <a:moveTo>
                        <a:pt x="0" y="0"/>
                      </a:moveTo>
                      <a:lnTo>
                        <a:pt x="20152" y="0"/>
                      </a:lnTo>
                      <a:cubicBezTo>
                        <a:pt x="95359" y="0"/>
                        <a:pt x="156939" y="61545"/>
                        <a:pt x="156939" y="136786"/>
                      </a:cubicBezTo>
                      <a:lnTo>
                        <a:pt x="156939" y="181136"/>
                      </a:lnTo>
                      <a:lnTo>
                        <a:pt x="82309" y="181136"/>
                      </a:lnTo>
                      <a:lnTo>
                        <a:pt x="82309" y="162478"/>
                      </a:lnTo>
                      <a:cubicBezTo>
                        <a:pt x="82309" y="94646"/>
                        <a:pt x="48733" y="70143"/>
                        <a:pt x="34" y="71741"/>
                      </a:cubicBezTo>
                      <a:lnTo>
                        <a:pt x="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5" name="Google Shape;1295;p30">
                  <a:extLst>
                    <a:ext uri="{FF2B5EF4-FFF2-40B4-BE49-F238E27FC236}">
                      <a16:creationId xmlns:a16="http://schemas.microsoft.com/office/drawing/2014/main" id="{D0D83EB7-5364-C0A9-B952-0A923D934E46}"/>
                    </a:ext>
                  </a:extLst>
                </p:cNvPr>
                <p:cNvSpPr/>
                <p:nvPr/>
              </p:nvSpPr>
              <p:spPr>
                <a:xfrm>
                  <a:off x="4432079" y="2021024"/>
                  <a:ext cx="132436" cy="23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436" h="23721" extrusionOk="0">
                      <a:moveTo>
                        <a:pt x="0" y="23721"/>
                      </a:moveTo>
                      <a:lnTo>
                        <a:pt x="0" y="11861"/>
                      </a:lnTo>
                      <a:cubicBezTo>
                        <a:pt x="0" y="5336"/>
                        <a:pt x="5336" y="0"/>
                        <a:pt x="11860" y="0"/>
                      </a:cubicBezTo>
                      <a:lnTo>
                        <a:pt x="120576" y="0"/>
                      </a:lnTo>
                      <a:cubicBezTo>
                        <a:pt x="127101" y="0"/>
                        <a:pt x="132436" y="5336"/>
                        <a:pt x="132436" y="11861"/>
                      </a:cubicBezTo>
                      <a:lnTo>
                        <a:pt x="132436" y="23721"/>
                      </a:lnTo>
                      <a:lnTo>
                        <a:pt x="0" y="2372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6" name="Google Shape;1296;p30">
                  <a:extLst>
                    <a:ext uri="{FF2B5EF4-FFF2-40B4-BE49-F238E27FC236}">
                      <a16:creationId xmlns:a16="http://schemas.microsoft.com/office/drawing/2014/main" id="{078B3A60-80D2-D714-A677-D96E74C53813}"/>
                    </a:ext>
                  </a:extLst>
                </p:cNvPr>
                <p:cNvSpPr/>
                <p:nvPr/>
              </p:nvSpPr>
              <p:spPr>
                <a:xfrm>
                  <a:off x="4493284" y="2021024"/>
                  <a:ext cx="71230" cy="23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230" h="23721" extrusionOk="0">
                      <a:moveTo>
                        <a:pt x="0" y="0"/>
                      </a:moveTo>
                      <a:lnTo>
                        <a:pt x="59370" y="0"/>
                      </a:lnTo>
                      <a:cubicBezTo>
                        <a:pt x="65895" y="0"/>
                        <a:pt x="71231" y="5336"/>
                        <a:pt x="71231" y="11861"/>
                      </a:cubicBezTo>
                      <a:lnTo>
                        <a:pt x="71231" y="23721"/>
                      </a:lnTo>
                      <a:lnTo>
                        <a:pt x="0" y="2372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7" name="Google Shape;1297;p30">
                  <a:extLst>
                    <a:ext uri="{FF2B5EF4-FFF2-40B4-BE49-F238E27FC236}">
                      <a16:creationId xmlns:a16="http://schemas.microsoft.com/office/drawing/2014/main" id="{E2B897BF-0E32-1170-C963-454390345A66}"/>
                    </a:ext>
                  </a:extLst>
                </p:cNvPr>
                <p:cNvSpPr/>
                <p:nvPr/>
              </p:nvSpPr>
              <p:spPr>
                <a:xfrm>
                  <a:off x="4453489" y="2009877"/>
                  <a:ext cx="99131" cy="11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31" h="11248" extrusionOk="0">
                      <a:moveTo>
                        <a:pt x="93524" y="0"/>
                      </a:moveTo>
                      <a:lnTo>
                        <a:pt x="5607" y="0"/>
                      </a:lnTo>
                      <a:cubicBezTo>
                        <a:pt x="2515" y="0"/>
                        <a:pt x="0" y="2515"/>
                        <a:pt x="0" y="5607"/>
                      </a:cubicBezTo>
                      <a:lnTo>
                        <a:pt x="0" y="5607"/>
                      </a:lnTo>
                      <a:cubicBezTo>
                        <a:pt x="0" y="8700"/>
                        <a:pt x="2515" y="11249"/>
                        <a:pt x="5607" y="11249"/>
                      </a:cubicBezTo>
                      <a:lnTo>
                        <a:pt x="93524" y="11249"/>
                      </a:lnTo>
                      <a:cubicBezTo>
                        <a:pt x="96617" y="11249"/>
                        <a:pt x="99131" y="8700"/>
                        <a:pt x="99131" y="5607"/>
                      </a:cubicBezTo>
                      <a:lnTo>
                        <a:pt x="99131" y="5607"/>
                      </a:lnTo>
                      <a:cubicBezTo>
                        <a:pt x="99131" y="2515"/>
                        <a:pt x="96583" y="0"/>
                        <a:pt x="935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8" name="Google Shape;1298;p30">
                  <a:extLst>
                    <a:ext uri="{FF2B5EF4-FFF2-40B4-BE49-F238E27FC236}">
                      <a16:creationId xmlns:a16="http://schemas.microsoft.com/office/drawing/2014/main" id="{AFFAD97F-6C91-2F7D-A794-08EDA68FE09E}"/>
                    </a:ext>
                  </a:extLst>
                </p:cNvPr>
                <p:cNvSpPr/>
                <p:nvPr/>
              </p:nvSpPr>
              <p:spPr>
                <a:xfrm>
                  <a:off x="4451585" y="1992137"/>
                  <a:ext cx="99199" cy="11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99" h="11248" extrusionOk="0">
                      <a:moveTo>
                        <a:pt x="93558" y="34"/>
                      </a:moveTo>
                      <a:lnTo>
                        <a:pt x="5641" y="34"/>
                      </a:lnTo>
                      <a:cubicBezTo>
                        <a:pt x="2549" y="34"/>
                        <a:pt x="0" y="2549"/>
                        <a:pt x="0" y="5641"/>
                      </a:cubicBezTo>
                      <a:lnTo>
                        <a:pt x="0" y="5641"/>
                      </a:lnTo>
                      <a:cubicBezTo>
                        <a:pt x="0" y="8734"/>
                        <a:pt x="2549" y="11249"/>
                        <a:pt x="5641" y="11249"/>
                      </a:cubicBezTo>
                      <a:lnTo>
                        <a:pt x="93558" y="11249"/>
                      </a:lnTo>
                      <a:cubicBezTo>
                        <a:pt x="96651" y="11249"/>
                        <a:pt x="99200" y="8700"/>
                        <a:pt x="99200" y="5607"/>
                      </a:cubicBezTo>
                      <a:lnTo>
                        <a:pt x="99200" y="5607"/>
                      </a:lnTo>
                      <a:cubicBezTo>
                        <a:pt x="99200" y="2515"/>
                        <a:pt x="96685" y="0"/>
                        <a:pt x="9355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9" name="Google Shape;1299;p30">
                  <a:extLst>
                    <a:ext uri="{FF2B5EF4-FFF2-40B4-BE49-F238E27FC236}">
                      <a16:creationId xmlns:a16="http://schemas.microsoft.com/office/drawing/2014/main" id="{1A286649-CC39-43BF-BDF4-F2EF70F95CA9}"/>
                    </a:ext>
                  </a:extLst>
                </p:cNvPr>
                <p:cNvSpPr/>
                <p:nvPr/>
              </p:nvSpPr>
              <p:spPr>
                <a:xfrm>
                  <a:off x="4449751" y="1974466"/>
                  <a:ext cx="99165" cy="11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65" h="11214" extrusionOk="0">
                      <a:moveTo>
                        <a:pt x="93524" y="0"/>
                      </a:moveTo>
                      <a:lnTo>
                        <a:pt x="5607" y="0"/>
                      </a:lnTo>
                      <a:cubicBezTo>
                        <a:pt x="2515" y="0"/>
                        <a:pt x="0" y="2515"/>
                        <a:pt x="0" y="5607"/>
                      </a:cubicBezTo>
                      <a:lnTo>
                        <a:pt x="0" y="5607"/>
                      </a:lnTo>
                      <a:cubicBezTo>
                        <a:pt x="0" y="8700"/>
                        <a:pt x="2515" y="11215"/>
                        <a:pt x="5607" y="11215"/>
                      </a:cubicBezTo>
                      <a:lnTo>
                        <a:pt x="93524" y="11215"/>
                      </a:lnTo>
                      <a:cubicBezTo>
                        <a:pt x="96617" y="11215"/>
                        <a:pt x="99165" y="8666"/>
                        <a:pt x="99165" y="5607"/>
                      </a:cubicBezTo>
                      <a:lnTo>
                        <a:pt x="99165" y="5607"/>
                      </a:lnTo>
                      <a:cubicBezTo>
                        <a:pt x="99165" y="2515"/>
                        <a:pt x="96651" y="0"/>
                        <a:pt x="935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0" name="Google Shape;1300;p30">
                  <a:extLst>
                    <a:ext uri="{FF2B5EF4-FFF2-40B4-BE49-F238E27FC236}">
                      <a16:creationId xmlns:a16="http://schemas.microsoft.com/office/drawing/2014/main" id="{F819007F-38E5-2F81-5D31-BB3A3216E68D}"/>
                    </a:ext>
                  </a:extLst>
                </p:cNvPr>
                <p:cNvSpPr/>
                <p:nvPr/>
              </p:nvSpPr>
              <p:spPr>
                <a:xfrm>
                  <a:off x="4447881" y="1956760"/>
                  <a:ext cx="99131" cy="11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31" h="11214" extrusionOk="0">
                      <a:moveTo>
                        <a:pt x="93524" y="0"/>
                      </a:moveTo>
                      <a:lnTo>
                        <a:pt x="5607" y="0"/>
                      </a:lnTo>
                      <a:cubicBezTo>
                        <a:pt x="2515" y="0"/>
                        <a:pt x="0" y="2515"/>
                        <a:pt x="0" y="5607"/>
                      </a:cubicBezTo>
                      <a:lnTo>
                        <a:pt x="0" y="5607"/>
                      </a:lnTo>
                      <a:cubicBezTo>
                        <a:pt x="0" y="8700"/>
                        <a:pt x="2549" y="11215"/>
                        <a:pt x="5607" y="11215"/>
                      </a:cubicBezTo>
                      <a:lnTo>
                        <a:pt x="93524" y="11215"/>
                      </a:lnTo>
                      <a:cubicBezTo>
                        <a:pt x="96617" y="11215"/>
                        <a:pt x="99132" y="8700"/>
                        <a:pt x="99132" y="5607"/>
                      </a:cubicBezTo>
                      <a:lnTo>
                        <a:pt x="99132" y="5607"/>
                      </a:lnTo>
                      <a:cubicBezTo>
                        <a:pt x="99132" y="2515"/>
                        <a:pt x="96617" y="0"/>
                        <a:pt x="935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1" name="Google Shape;1301;p30">
                  <a:extLst>
                    <a:ext uri="{FF2B5EF4-FFF2-40B4-BE49-F238E27FC236}">
                      <a16:creationId xmlns:a16="http://schemas.microsoft.com/office/drawing/2014/main" id="{79EF181A-5574-9E7C-2526-597DDF25C345}"/>
                    </a:ext>
                  </a:extLst>
                </p:cNvPr>
                <p:cNvSpPr/>
                <p:nvPr/>
              </p:nvSpPr>
              <p:spPr>
                <a:xfrm>
                  <a:off x="4446074" y="1936907"/>
                  <a:ext cx="99074" cy="15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74" h="15507" extrusionOk="0">
                      <a:moveTo>
                        <a:pt x="93156" y="6"/>
                      </a:moveTo>
                      <a:lnTo>
                        <a:pt x="5341" y="4288"/>
                      </a:lnTo>
                      <a:cubicBezTo>
                        <a:pt x="2249" y="4424"/>
                        <a:pt x="-130" y="7074"/>
                        <a:pt x="6" y="10167"/>
                      </a:cubicBezTo>
                      <a:lnTo>
                        <a:pt x="6" y="10167"/>
                      </a:lnTo>
                      <a:cubicBezTo>
                        <a:pt x="142" y="13259"/>
                        <a:pt x="2792" y="15638"/>
                        <a:pt x="5885" y="15502"/>
                      </a:cubicBezTo>
                      <a:lnTo>
                        <a:pt x="93734" y="11220"/>
                      </a:lnTo>
                      <a:cubicBezTo>
                        <a:pt x="96826" y="11084"/>
                        <a:pt x="99205" y="8434"/>
                        <a:pt x="99069" y="5341"/>
                      </a:cubicBezTo>
                      <a:lnTo>
                        <a:pt x="99069" y="5341"/>
                      </a:lnTo>
                      <a:cubicBezTo>
                        <a:pt x="98899" y="2249"/>
                        <a:pt x="96283" y="-130"/>
                        <a:pt x="93190" y="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2" name="Google Shape;1302;p30">
                  <a:extLst>
                    <a:ext uri="{FF2B5EF4-FFF2-40B4-BE49-F238E27FC236}">
                      <a16:creationId xmlns:a16="http://schemas.microsoft.com/office/drawing/2014/main" id="{F62EA694-905B-E59F-652E-6AC6488FE1C5}"/>
                    </a:ext>
                  </a:extLst>
                </p:cNvPr>
                <p:cNvSpPr/>
                <p:nvPr/>
              </p:nvSpPr>
              <p:spPr>
                <a:xfrm>
                  <a:off x="4437315" y="1910952"/>
                  <a:ext cx="97595" cy="2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595" h="27725" extrusionOk="0">
                      <a:moveTo>
                        <a:pt x="90939" y="99"/>
                      </a:moveTo>
                      <a:lnTo>
                        <a:pt x="4551" y="16582"/>
                      </a:lnTo>
                      <a:cubicBezTo>
                        <a:pt x="1526" y="17159"/>
                        <a:pt x="-479" y="20116"/>
                        <a:pt x="99" y="23175"/>
                      </a:cubicBezTo>
                      <a:lnTo>
                        <a:pt x="99" y="23175"/>
                      </a:lnTo>
                      <a:cubicBezTo>
                        <a:pt x="677" y="26199"/>
                        <a:pt x="3633" y="28204"/>
                        <a:pt x="6658" y="27626"/>
                      </a:cubicBezTo>
                      <a:lnTo>
                        <a:pt x="93012" y="11110"/>
                      </a:lnTo>
                      <a:cubicBezTo>
                        <a:pt x="96036" y="10532"/>
                        <a:pt x="98075" y="7576"/>
                        <a:pt x="97498" y="4551"/>
                      </a:cubicBezTo>
                      <a:lnTo>
                        <a:pt x="97498" y="4551"/>
                      </a:lnTo>
                      <a:cubicBezTo>
                        <a:pt x="96920" y="1526"/>
                        <a:pt x="93963" y="-478"/>
                        <a:pt x="90939" y="9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3" name="Google Shape;1303;p30">
                  <a:extLst>
                    <a:ext uri="{FF2B5EF4-FFF2-40B4-BE49-F238E27FC236}">
                      <a16:creationId xmlns:a16="http://schemas.microsoft.com/office/drawing/2014/main" id="{1206A4CB-153D-1DF1-AECF-8088FF92F447}"/>
                    </a:ext>
                  </a:extLst>
                </p:cNvPr>
                <p:cNvSpPr/>
                <p:nvPr/>
              </p:nvSpPr>
              <p:spPr>
                <a:xfrm>
                  <a:off x="4429531" y="1882948"/>
                  <a:ext cx="90598" cy="49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598" h="49035" extrusionOk="0">
                      <a:moveTo>
                        <a:pt x="82580" y="542"/>
                      </a:moveTo>
                      <a:lnTo>
                        <a:pt x="3193" y="38366"/>
                      </a:lnTo>
                      <a:cubicBezTo>
                        <a:pt x="406" y="39692"/>
                        <a:pt x="-783" y="43056"/>
                        <a:pt x="542" y="45843"/>
                      </a:cubicBezTo>
                      <a:lnTo>
                        <a:pt x="542" y="45843"/>
                      </a:lnTo>
                      <a:cubicBezTo>
                        <a:pt x="1867" y="48630"/>
                        <a:pt x="5232" y="49819"/>
                        <a:pt x="8018" y="48494"/>
                      </a:cubicBezTo>
                      <a:lnTo>
                        <a:pt x="87405" y="10669"/>
                      </a:lnTo>
                      <a:cubicBezTo>
                        <a:pt x="90192" y="9344"/>
                        <a:pt x="91382" y="5980"/>
                        <a:pt x="90056" y="3193"/>
                      </a:cubicBezTo>
                      <a:lnTo>
                        <a:pt x="90056" y="3193"/>
                      </a:lnTo>
                      <a:cubicBezTo>
                        <a:pt x="88731" y="406"/>
                        <a:pt x="85332" y="-783"/>
                        <a:pt x="82546" y="542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4" name="Google Shape;1304;p30">
                  <a:extLst>
                    <a:ext uri="{FF2B5EF4-FFF2-40B4-BE49-F238E27FC236}">
                      <a16:creationId xmlns:a16="http://schemas.microsoft.com/office/drawing/2014/main" id="{40A5D801-1E30-FCDC-7F50-6232237701AF}"/>
                    </a:ext>
                  </a:extLst>
                </p:cNvPr>
                <p:cNvSpPr/>
                <p:nvPr/>
              </p:nvSpPr>
              <p:spPr>
                <a:xfrm>
                  <a:off x="4422838" y="1855265"/>
                  <a:ext cx="71972" cy="7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972" h="74814" extrusionOk="0">
                      <a:moveTo>
                        <a:pt x="62324" y="1718"/>
                      </a:moveTo>
                      <a:lnTo>
                        <a:pt x="1560" y="65302"/>
                      </a:lnTo>
                      <a:cubicBezTo>
                        <a:pt x="-581" y="67545"/>
                        <a:pt x="-513" y="71113"/>
                        <a:pt x="1730" y="73254"/>
                      </a:cubicBezTo>
                      <a:lnTo>
                        <a:pt x="1730" y="73254"/>
                      </a:lnTo>
                      <a:cubicBezTo>
                        <a:pt x="3973" y="75395"/>
                        <a:pt x="7541" y="75327"/>
                        <a:pt x="9682" y="73085"/>
                      </a:cubicBezTo>
                      <a:lnTo>
                        <a:pt x="70412" y="9500"/>
                      </a:lnTo>
                      <a:cubicBezTo>
                        <a:pt x="72553" y="7257"/>
                        <a:pt x="72485" y="3689"/>
                        <a:pt x="70242" y="1548"/>
                      </a:cubicBezTo>
                      <a:lnTo>
                        <a:pt x="70242" y="1548"/>
                      </a:lnTo>
                      <a:cubicBezTo>
                        <a:pt x="67999" y="-593"/>
                        <a:pt x="64431" y="-491"/>
                        <a:pt x="62324" y="171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5" name="Google Shape;1305;p30">
                  <a:extLst>
                    <a:ext uri="{FF2B5EF4-FFF2-40B4-BE49-F238E27FC236}">
                      <a16:creationId xmlns:a16="http://schemas.microsoft.com/office/drawing/2014/main" id="{67991E2D-B03F-2F04-9FAC-DA2D3F65E937}"/>
                    </a:ext>
                  </a:extLst>
                </p:cNvPr>
                <p:cNvSpPr/>
                <p:nvPr/>
              </p:nvSpPr>
              <p:spPr>
                <a:xfrm>
                  <a:off x="4416185" y="1835374"/>
                  <a:ext cx="45386" cy="922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86" h="92221" extrusionOk="0">
                      <a:moveTo>
                        <a:pt x="34619" y="3427"/>
                      </a:moveTo>
                      <a:lnTo>
                        <a:pt x="431" y="84445"/>
                      </a:lnTo>
                      <a:cubicBezTo>
                        <a:pt x="-758" y="87299"/>
                        <a:pt x="601" y="90596"/>
                        <a:pt x="3422" y="91785"/>
                      </a:cubicBezTo>
                      <a:lnTo>
                        <a:pt x="3422" y="91785"/>
                      </a:lnTo>
                      <a:cubicBezTo>
                        <a:pt x="6277" y="92975"/>
                        <a:pt x="9573" y="91649"/>
                        <a:pt x="10762" y="88795"/>
                      </a:cubicBezTo>
                      <a:lnTo>
                        <a:pt x="44951" y="7777"/>
                      </a:lnTo>
                      <a:cubicBezTo>
                        <a:pt x="46140" y="4956"/>
                        <a:pt x="44815" y="1625"/>
                        <a:pt x="41960" y="436"/>
                      </a:cubicBezTo>
                      <a:lnTo>
                        <a:pt x="41960" y="436"/>
                      </a:lnTo>
                      <a:cubicBezTo>
                        <a:pt x="39105" y="-753"/>
                        <a:pt x="35809" y="572"/>
                        <a:pt x="34585" y="342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6" name="Google Shape;1306;p30">
                  <a:extLst>
                    <a:ext uri="{FF2B5EF4-FFF2-40B4-BE49-F238E27FC236}">
                      <a16:creationId xmlns:a16="http://schemas.microsoft.com/office/drawing/2014/main" id="{F02E4D75-D58D-528E-AD63-A87C159916C3}"/>
                    </a:ext>
                  </a:extLst>
                </p:cNvPr>
                <p:cNvSpPr/>
                <p:nvPr/>
              </p:nvSpPr>
              <p:spPr>
                <a:xfrm>
                  <a:off x="4407685" y="1824165"/>
                  <a:ext cx="19556" cy="98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56" h="98768" extrusionOk="0">
                      <a:moveTo>
                        <a:pt x="8354" y="5086"/>
                      </a:moveTo>
                      <a:lnTo>
                        <a:pt x="28" y="92629"/>
                      </a:lnTo>
                      <a:cubicBezTo>
                        <a:pt x="-279" y="95722"/>
                        <a:pt x="1999" y="98440"/>
                        <a:pt x="5091" y="98746"/>
                      </a:cubicBezTo>
                      <a:lnTo>
                        <a:pt x="5091" y="98746"/>
                      </a:lnTo>
                      <a:cubicBezTo>
                        <a:pt x="8149" y="99018"/>
                        <a:pt x="10902" y="96775"/>
                        <a:pt x="11208" y="93683"/>
                      </a:cubicBezTo>
                      <a:lnTo>
                        <a:pt x="19534" y="6140"/>
                      </a:lnTo>
                      <a:cubicBezTo>
                        <a:pt x="19806" y="3047"/>
                        <a:pt x="17563" y="294"/>
                        <a:pt x="14471" y="22"/>
                      </a:cubicBezTo>
                      <a:lnTo>
                        <a:pt x="14471" y="22"/>
                      </a:lnTo>
                      <a:cubicBezTo>
                        <a:pt x="11378" y="-250"/>
                        <a:pt x="8625" y="1993"/>
                        <a:pt x="8320" y="508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7" name="Google Shape;1307;p30">
                  <a:extLst>
                    <a:ext uri="{FF2B5EF4-FFF2-40B4-BE49-F238E27FC236}">
                      <a16:creationId xmlns:a16="http://schemas.microsoft.com/office/drawing/2014/main" id="{E69A3DA8-E622-08FC-1743-1325B4489932}"/>
                    </a:ext>
                  </a:extLst>
                </p:cNvPr>
                <p:cNvSpPr/>
                <p:nvPr/>
              </p:nvSpPr>
              <p:spPr>
                <a:xfrm>
                  <a:off x="4380117" y="1825037"/>
                  <a:ext cx="11486" cy="991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86" h="99165" extrusionOk="0">
                      <a:moveTo>
                        <a:pt x="238" y="5607"/>
                      </a:moveTo>
                      <a:lnTo>
                        <a:pt x="0" y="93524"/>
                      </a:lnTo>
                      <a:cubicBezTo>
                        <a:pt x="0" y="96617"/>
                        <a:pt x="2515" y="99166"/>
                        <a:pt x="5607" y="99166"/>
                      </a:cubicBezTo>
                      <a:lnTo>
                        <a:pt x="5607" y="99166"/>
                      </a:lnTo>
                      <a:cubicBezTo>
                        <a:pt x="8700" y="99166"/>
                        <a:pt x="11249" y="96651"/>
                        <a:pt x="11249" y="93558"/>
                      </a:cubicBezTo>
                      <a:lnTo>
                        <a:pt x="11486" y="5641"/>
                      </a:lnTo>
                      <a:cubicBezTo>
                        <a:pt x="11486" y="2549"/>
                        <a:pt x="8971" y="34"/>
                        <a:pt x="5879" y="0"/>
                      </a:cubicBezTo>
                      <a:lnTo>
                        <a:pt x="5879" y="0"/>
                      </a:lnTo>
                      <a:cubicBezTo>
                        <a:pt x="2787" y="0"/>
                        <a:pt x="272" y="2515"/>
                        <a:pt x="238" y="560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1308" name="Google Shape;1308;p30">
                <a:extLst>
                  <a:ext uri="{FF2B5EF4-FFF2-40B4-BE49-F238E27FC236}">
                    <a16:creationId xmlns:a16="http://schemas.microsoft.com/office/drawing/2014/main" id="{09FD5701-558A-5BDD-5423-267407546EF4}"/>
                  </a:ext>
                </a:extLst>
              </p:cNvPr>
              <p:cNvGrpSpPr/>
              <p:nvPr/>
            </p:nvGrpSpPr>
            <p:grpSpPr>
              <a:xfrm flipH="1">
                <a:off x="8101743" y="3785367"/>
                <a:ext cx="1282941" cy="330190"/>
                <a:chOff x="2195175" y="2564277"/>
                <a:chExt cx="575181" cy="148034"/>
              </a:xfrm>
            </p:grpSpPr>
            <p:sp>
              <p:nvSpPr>
                <p:cNvPr id="1309" name="Google Shape;1309;p30">
                  <a:extLst>
                    <a:ext uri="{FF2B5EF4-FFF2-40B4-BE49-F238E27FC236}">
                      <a16:creationId xmlns:a16="http://schemas.microsoft.com/office/drawing/2014/main" id="{097FC741-0308-0437-57C0-46EF698D7C09}"/>
                    </a:ext>
                  </a:extLst>
                </p:cNvPr>
                <p:cNvSpPr/>
                <p:nvPr/>
              </p:nvSpPr>
              <p:spPr>
                <a:xfrm>
                  <a:off x="2692873" y="2596358"/>
                  <a:ext cx="63822" cy="79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7982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79829"/>
                      </a:lnTo>
                      <a:lnTo>
                        <a:pt x="0" y="798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0" name="Google Shape;1310;p30">
                  <a:extLst>
                    <a:ext uri="{FF2B5EF4-FFF2-40B4-BE49-F238E27FC236}">
                      <a16:creationId xmlns:a16="http://schemas.microsoft.com/office/drawing/2014/main" id="{71841DC8-B110-A71B-7695-CFCBFD52614F}"/>
                    </a:ext>
                  </a:extLst>
                </p:cNvPr>
                <p:cNvSpPr/>
                <p:nvPr/>
              </p:nvSpPr>
              <p:spPr>
                <a:xfrm>
                  <a:off x="2692873" y="2606622"/>
                  <a:ext cx="63822" cy="11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11384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11385"/>
                      </a:lnTo>
                      <a:lnTo>
                        <a:pt x="0" y="11385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1" name="Google Shape;1311;p30">
                  <a:extLst>
                    <a:ext uri="{FF2B5EF4-FFF2-40B4-BE49-F238E27FC236}">
                      <a16:creationId xmlns:a16="http://schemas.microsoft.com/office/drawing/2014/main" id="{7A0959F1-4913-CA3B-F970-E7F1CF1B362F}"/>
                    </a:ext>
                  </a:extLst>
                </p:cNvPr>
                <p:cNvSpPr/>
                <p:nvPr/>
              </p:nvSpPr>
              <p:spPr>
                <a:xfrm>
                  <a:off x="2744731" y="2566146"/>
                  <a:ext cx="25624" cy="14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4" h="143107" extrusionOk="0">
                      <a:moveTo>
                        <a:pt x="25624" y="0"/>
                      </a:moveTo>
                      <a:lnTo>
                        <a:pt x="12812" y="0"/>
                      </a:lnTo>
                      <a:cubicBezTo>
                        <a:pt x="5777" y="0"/>
                        <a:pt x="0" y="5777"/>
                        <a:pt x="0" y="12812"/>
                      </a:cubicBezTo>
                      <a:lnTo>
                        <a:pt x="0" y="130295"/>
                      </a:lnTo>
                      <a:cubicBezTo>
                        <a:pt x="0" y="137330"/>
                        <a:pt x="5777" y="143107"/>
                        <a:pt x="12812" y="143107"/>
                      </a:cubicBezTo>
                      <a:lnTo>
                        <a:pt x="25624" y="143107"/>
                      </a:lnTo>
                      <a:lnTo>
                        <a:pt x="256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2" name="Google Shape;1312;p30">
                  <a:extLst>
                    <a:ext uri="{FF2B5EF4-FFF2-40B4-BE49-F238E27FC236}">
                      <a16:creationId xmlns:a16="http://schemas.microsoft.com/office/drawing/2014/main" id="{D2928BBD-3A7F-B09F-CAE4-5F27653EC68D}"/>
                    </a:ext>
                  </a:extLst>
                </p:cNvPr>
                <p:cNvSpPr/>
                <p:nvPr/>
              </p:nvSpPr>
              <p:spPr>
                <a:xfrm>
                  <a:off x="2744731" y="2632280"/>
                  <a:ext cx="25624" cy="76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4" h="76974" extrusionOk="0">
                      <a:moveTo>
                        <a:pt x="0" y="0"/>
                      </a:moveTo>
                      <a:lnTo>
                        <a:pt x="0" y="64162"/>
                      </a:lnTo>
                      <a:cubicBezTo>
                        <a:pt x="0" y="71197"/>
                        <a:pt x="5777" y="76974"/>
                        <a:pt x="12812" y="76974"/>
                      </a:cubicBezTo>
                      <a:lnTo>
                        <a:pt x="25624" y="76974"/>
                      </a:lnTo>
                      <a:lnTo>
                        <a:pt x="2562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3" name="Google Shape;1313;p30">
                  <a:extLst>
                    <a:ext uri="{FF2B5EF4-FFF2-40B4-BE49-F238E27FC236}">
                      <a16:creationId xmlns:a16="http://schemas.microsoft.com/office/drawing/2014/main" id="{7C320E2F-B9C3-6A23-79BF-8AA25D8FC6DD}"/>
                    </a:ext>
                  </a:extLst>
                </p:cNvPr>
                <p:cNvSpPr/>
                <p:nvPr/>
              </p:nvSpPr>
              <p:spPr>
                <a:xfrm>
                  <a:off x="2272625" y="2564277"/>
                  <a:ext cx="423680" cy="1480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680" h="148034" extrusionOk="0">
                      <a:moveTo>
                        <a:pt x="14341" y="0"/>
                      </a:moveTo>
                      <a:lnTo>
                        <a:pt x="409339" y="0"/>
                      </a:lnTo>
                      <a:cubicBezTo>
                        <a:pt x="417257" y="0"/>
                        <a:pt x="423680" y="6661"/>
                        <a:pt x="423680" y="14783"/>
                      </a:cubicBezTo>
                      <a:lnTo>
                        <a:pt x="423680" y="133252"/>
                      </a:lnTo>
                      <a:cubicBezTo>
                        <a:pt x="423680" y="141408"/>
                        <a:pt x="417257" y="148035"/>
                        <a:pt x="409339" y="148035"/>
                      </a:cubicBezTo>
                      <a:lnTo>
                        <a:pt x="14341" y="148035"/>
                      </a:lnTo>
                      <a:cubicBezTo>
                        <a:pt x="6457" y="148035"/>
                        <a:pt x="0" y="141374"/>
                        <a:pt x="0" y="133252"/>
                      </a:cubicBezTo>
                      <a:lnTo>
                        <a:pt x="0" y="14783"/>
                      </a:lnTo>
                      <a:cubicBezTo>
                        <a:pt x="0" y="6661"/>
                        <a:pt x="6457" y="0"/>
                        <a:pt x="1434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4" name="Google Shape;1314;p30">
                  <a:extLst>
                    <a:ext uri="{FF2B5EF4-FFF2-40B4-BE49-F238E27FC236}">
                      <a16:creationId xmlns:a16="http://schemas.microsoft.com/office/drawing/2014/main" id="{EFA2E911-5505-0087-A09A-6DCC773D9B63}"/>
                    </a:ext>
                  </a:extLst>
                </p:cNvPr>
                <p:cNvSpPr/>
                <p:nvPr/>
              </p:nvSpPr>
              <p:spPr>
                <a:xfrm>
                  <a:off x="2285267" y="2573283"/>
                  <a:ext cx="397954" cy="130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954" h="130295" extrusionOk="0">
                      <a:moveTo>
                        <a:pt x="12608" y="0"/>
                      </a:moveTo>
                      <a:lnTo>
                        <a:pt x="385312" y="0"/>
                      </a:lnTo>
                      <a:cubicBezTo>
                        <a:pt x="392245" y="0"/>
                        <a:pt x="397954" y="5845"/>
                        <a:pt x="397954" y="13016"/>
                      </a:cubicBezTo>
                      <a:lnTo>
                        <a:pt x="397954" y="117279"/>
                      </a:lnTo>
                      <a:cubicBezTo>
                        <a:pt x="397954" y="124416"/>
                        <a:pt x="392245" y="130295"/>
                        <a:pt x="385312" y="130295"/>
                      </a:cubicBezTo>
                      <a:lnTo>
                        <a:pt x="12608" y="130295"/>
                      </a:lnTo>
                      <a:cubicBezTo>
                        <a:pt x="5675" y="130295"/>
                        <a:pt x="0" y="124416"/>
                        <a:pt x="0" y="117279"/>
                      </a:cubicBezTo>
                      <a:lnTo>
                        <a:pt x="0" y="13016"/>
                      </a:lnTo>
                      <a:cubicBezTo>
                        <a:pt x="0" y="5845"/>
                        <a:pt x="5675" y="0"/>
                        <a:pt x="12608" y="0"/>
                      </a:cubicBez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grpSp>
              <p:nvGrpSpPr>
                <p:cNvPr id="1315" name="Google Shape;1315;p30">
                  <a:extLst>
                    <a:ext uri="{FF2B5EF4-FFF2-40B4-BE49-F238E27FC236}">
                      <a16:creationId xmlns:a16="http://schemas.microsoft.com/office/drawing/2014/main" id="{BAB1CF90-6638-F0D1-22E5-E0453708A1EE}"/>
                    </a:ext>
                  </a:extLst>
                </p:cNvPr>
                <p:cNvGrpSpPr/>
                <p:nvPr/>
              </p:nvGrpSpPr>
              <p:grpSpPr>
                <a:xfrm>
                  <a:off x="2445264" y="2583716"/>
                  <a:ext cx="207540" cy="106166"/>
                  <a:chOff x="2445264" y="2583716"/>
                  <a:chExt cx="207540" cy="106166"/>
                </a:xfrm>
              </p:grpSpPr>
              <p:sp>
                <p:nvSpPr>
                  <p:cNvPr id="1316" name="Google Shape;1316;p30">
                    <a:extLst>
                      <a:ext uri="{FF2B5EF4-FFF2-40B4-BE49-F238E27FC236}">
                        <a16:creationId xmlns:a16="http://schemas.microsoft.com/office/drawing/2014/main" id="{E2AF9BBD-FFC7-26C9-F113-51B36A725A25}"/>
                      </a:ext>
                    </a:extLst>
                  </p:cNvPr>
                  <p:cNvSpPr/>
                  <p:nvPr/>
                </p:nvSpPr>
                <p:spPr>
                  <a:xfrm>
                    <a:off x="2445264" y="2628813"/>
                    <a:ext cx="53694" cy="20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694" h="20900" extrusionOk="0">
                        <a:moveTo>
                          <a:pt x="0" y="0"/>
                        </a:moveTo>
                        <a:lnTo>
                          <a:pt x="53695" y="0"/>
                        </a:lnTo>
                        <a:lnTo>
                          <a:pt x="53695" y="20900"/>
                        </a:lnTo>
                        <a:lnTo>
                          <a:pt x="0" y="2090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17" name="Google Shape;1317;p30">
                    <a:extLst>
                      <a:ext uri="{FF2B5EF4-FFF2-40B4-BE49-F238E27FC236}">
                        <a16:creationId xmlns:a16="http://schemas.microsoft.com/office/drawing/2014/main" id="{F627E137-828C-4753-B938-2FF38BDCF287}"/>
                      </a:ext>
                    </a:extLst>
                  </p:cNvPr>
                  <p:cNvSpPr/>
                  <p:nvPr/>
                </p:nvSpPr>
                <p:spPr>
                  <a:xfrm>
                    <a:off x="2599110" y="2627216"/>
                    <a:ext cx="53694" cy="20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694" h="20900" extrusionOk="0">
                        <a:moveTo>
                          <a:pt x="0" y="0"/>
                        </a:moveTo>
                        <a:lnTo>
                          <a:pt x="53695" y="0"/>
                        </a:lnTo>
                        <a:lnTo>
                          <a:pt x="53695" y="20900"/>
                        </a:lnTo>
                        <a:lnTo>
                          <a:pt x="0" y="2090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18" name="Google Shape;1318;p30">
                    <a:extLst>
                      <a:ext uri="{FF2B5EF4-FFF2-40B4-BE49-F238E27FC236}">
                        <a16:creationId xmlns:a16="http://schemas.microsoft.com/office/drawing/2014/main" id="{56CD6902-3239-8929-8A2B-7245EBEEF223}"/>
                      </a:ext>
                    </a:extLst>
                  </p:cNvPr>
                  <p:cNvSpPr/>
                  <p:nvPr/>
                </p:nvSpPr>
                <p:spPr>
                  <a:xfrm>
                    <a:off x="2494643" y="2583716"/>
                    <a:ext cx="106166" cy="1061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166" h="106166" extrusionOk="0">
                        <a:moveTo>
                          <a:pt x="53083" y="106166"/>
                        </a:moveTo>
                        <a:cubicBezTo>
                          <a:pt x="82309" y="106166"/>
                          <a:pt x="106166" y="82309"/>
                          <a:pt x="106166" y="53083"/>
                        </a:cubicBezTo>
                        <a:cubicBezTo>
                          <a:pt x="106166" y="23857"/>
                          <a:pt x="82309" y="0"/>
                          <a:pt x="53083" y="0"/>
                        </a:cubicBezTo>
                        <a:cubicBezTo>
                          <a:pt x="23857" y="0"/>
                          <a:pt x="0" y="23857"/>
                          <a:pt x="0" y="53083"/>
                        </a:cubicBezTo>
                        <a:cubicBezTo>
                          <a:pt x="0" y="82309"/>
                          <a:pt x="23823" y="106166"/>
                          <a:pt x="53083" y="106166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19" name="Google Shape;1319;p30">
                    <a:extLst>
                      <a:ext uri="{FF2B5EF4-FFF2-40B4-BE49-F238E27FC236}">
                        <a16:creationId xmlns:a16="http://schemas.microsoft.com/office/drawing/2014/main" id="{B9C2ED6F-12CA-3DD8-1858-342ECCF41E7C}"/>
                      </a:ext>
                    </a:extLst>
                  </p:cNvPr>
                  <p:cNvSpPr/>
                  <p:nvPr/>
                </p:nvSpPr>
                <p:spPr>
                  <a:xfrm>
                    <a:off x="2503037" y="2592110"/>
                    <a:ext cx="89378" cy="893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378" h="89378" extrusionOk="0">
                        <a:moveTo>
                          <a:pt x="44689" y="89378"/>
                        </a:moveTo>
                        <a:cubicBezTo>
                          <a:pt x="69328" y="89378"/>
                          <a:pt x="89378" y="69294"/>
                          <a:pt x="89378" y="44689"/>
                        </a:cubicBezTo>
                        <a:cubicBezTo>
                          <a:pt x="89378" y="20085"/>
                          <a:pt x="69294" y="0"/>
                          <a:pt x="44689" y="0"/>
                        </a:cubicBezTo>
                        <a:cubicBezTo>
                          <a:pt x="20085" y="0"/>
                          <a:pt x="0" y="20085"/>
                          <a:pt x="0" y="44689"/>
                        </a:cubicBezTo>
                        <a:cubicBezTo>
                          <a:pt x="0" y="69294"/>
                          <a:pt x="20085" y="89378"/>
                          <a:pt x="44689" y="8937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0" name="Google Shape;1320;p30">
                    <a:extLst>
                      <a:ext uri="{FF2B5EF4-FFF2-40B4-BE49-F238E27FC236}">
                        <a16:creationId xmlns:a16="http://schemas.microsoft.com/office/drawing/2014/main" id="{651962B7-120A-EE82-27A0-0E584A980CA4}"/>
                      </a:ext>
                    </a:extLst>
                  </p:cNvPr>
                  <p:cNvSpPr/>
                  <p:nvPr/>
                </p:nvSpPr>
                <p:spPr>
                  <a:xfrm>
                    <a:off x="2503037" y="2592110"/>
                    <a:ext cx="89378" cy="463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378" h="46388" extrusionOk="0">
                        <a:moveTo>
                          <a:pt x="44689" y="0"/>
                        </a:moveTo>
                        <a:cubicBezTo>
                          <a:pt x="69362" y="0"/>
                          <a:pt x="89378" y="20017"/>
                          <a:pt x="89378" y="44689"/>
                        </a:cubicBezTo>
                        <a:cubicBezTo>
                          <a:pt x="89378" y="45267"/>
                          <a:pt x="89378" y="45811"/>
                          <a:pt x="89310" y="46388"/>
                        </a:cubicBezTo>
                        <a:lnTo>
                          <a:pt x="34" y="46388"/>
                        </a:lnTo>
                        <a:cubicBezTo>
                          <a:pt x="34" y="45811"/>
                          <a:pt x="0" y="45267"/>
                          <a:pt x="0" y="44689"/>
                        </a:cubicBezTo>
                        <a:cubicBezTo>
                          <a:pt x="0" y="20017"/>
                          <a:pt x="20017" y="0"/>
                          <a:pt x="44689" y="0"/>
                        </a:cubicBezTo>
                        <a:close/>
                      </a:path>
                    </a:pathLst>
                  </a:custGeom>
                  <a:solidFill>
                    <a:srgbClr val="74D9E8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1" name="Google Shape;1321;p30">
                    <a:extLst>
                      <a:ext uri="{FF2B5EF4-FFF2-40B4-BE49-F238E27FC236}">
                        <a16:creationId xmlns:a16="http://schemas.microsoft.com/office/drawing/2014/main" id="{DAA6975D-5300-4E0F-BA19-E0CBA69BAB6C}"/>
                      </a:ext>
                    </a:extLst>
                  </p:cNvPr>
                  <p:cNvSpPr/>
                  <p:nvPr/>
                </p:nvSpPr>
                <p:spPr>
                  <a:xfrm>
                    <a:off x="2546877" y="2599961"/>
                    <a:ext cx="46223" cy="379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223" h="37994" extrusionOk="0">
                        <a:moveTo>
                          <a:pt x="42004" y="18318"/>
                        </a:moveTo>
                        <a:cubicBezTo>
                          <a:pt x="44961" y="24673"/>
                          <a:pt x="46320" y="31401"/>
                          <a:pt x="46218" y="37994"/>
                        </a:cubicBezTo>
                        <a:lnTo>
                          <a:pt x="0" y="37994"/>
                        </a:lnTo>
                        <a:lnTo>
                          <a:pt x="26168" y="0"/>
                        </a:lnTo>
                        <a:cubicBezTo>
                          <a:pt x="32829" y="4384"/>
                          <a:pt x="38368" y="10603"/>
                          <a:pt x="42004" y="18318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2" name="Google Shape;1322;p30">
                    <a:extLst>
                      <a:ext uri="{FF2B5EF4-FFF2-40B4-BE49-F238E27FC236}">
                        <a16:creationId xmlns:a16="http://schemas.microsoft.com/office/drawing/2014/main" id="{BCF77884-E580-B9CD-6E33-BD230E3C8148}"/>
                      </a:ext>
                    </a:extLst>
                  </p:cNvPr>
                  <p:cNvSpPr/>
                  <p:nvPr/>
                </p:nvSpPr>
                <p:spPr>
                  <a:xfrm>
                    <a:off x="2527812" y="2592375"/>
                    <a:ext cx="42887" cy="463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887" h="46361" extrusionOk="0">
                        <a:moveTo>
                          <a:pt x="23687" y="143"/>
                        </a:moveTo>
                        <a:cubicBezTo>
                          <a:pt x="30722" y="687"/>
                          <a:pt x="37212" y="2828"/>
                          <a:pt x="42888" y="6193"/>
                        </a:cubicBezTo>
                        <a:lnTo>
                          <a:pt x="20085" y="46362"/>
                        </a:lnTo>
                        <a:lnTo>
                          <a:pt x="0" y="4833"/>
                        </a:lnTo>
                        <a:cubicBezTo>
                          <a:pt x="7069" y="1231"/>
                          <a:pt x="15225" y="-536"/>
                          <a:pt x="23721" y="14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3" name="Google Shape;1323;p30">
                    <a:extLst>
                      <a:ext uri="{FF2B5EF4-FFF2-40B4-BE49-F238E27FC236}">
                        <a16:creationId xmlns:a16="http://schemas.microsoft.com/office/drawing/2014/main" id="{C3E7DC5E-796C-A7C5-C389-25AC2926A73B}"/>
                      </a:ext>
                    </a:extLst>
                  </p:cNvPr>
                  <p:cNvSpPr/>
                  <p:nvPr/>
                </p:nvSpPr>
                <p:spPr>
                  <a:xfrm>
                    <a:off x="2503770" y="2600402"/>
                    <a:ext cx="46199" cy="385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199" h="38572" extrusionOk="0">
                        <a:moveTo>
                          <a:pt x="5554" y="15021"/>
                        </a:moveTo>
                        <a:cubicBezTo>
                          <a:pt x="8953" y="8836"/>
                          <a:pt x="13540" y="3806"/>
                          <a:pt x="18944" y="0"/>
                        </a:cubicBezTo>
                        <a:lnTo>
                          <a:pt x="46199" y="37349"/>
                        </a:lnTo>
                        <a:lnTo>
                          <a:pt x="49" y="38572"/>
                        </a:lnTo>
                        <a:cubicBezTo>
                          <a:pt x="-325" y="30620"/>
                          <a:pt x="1442" y="22497"/>
                          <a:pt x="5520" y="1502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grpSp>
                <p:nvGrpSpPr>
                  <p:cNvPr id="1324" name="Google Shape;1324;p30">
                    <a:extLst>
                      <a:ext uri="{FF2B5EF4-FFF2-40B4-BE49-F238E27FC236}">
                        <a16:creationId xmlns:a16="http://schemas.microsoft.com/office/drawing/2014/main" id="{07578C46-96A2-F1C2-35E3-29E0305DE739}"/>
                      </a:ext>
                    </a:extLst>
                  </p:cNvPr>
                  <p:cNvGrpSpPr/>
                  <p:nvPr/>
                </p:nvGrpSpPr>
                <p:grpSpPr>
                  <a:xfrm>
                    <a:off x="2527089" y="2609748"/>
                    <a:ext cx="30439" cy="37610"/>
                    <a:chOff x="4840276" y="2840598"/>
                    <a:chExt cx="30439" cy="37610"/>
                  </a:xfrm>
                </p:grpSpPr>
                <p:sp>
                  <p:nvSpPr>
                    <p:cNvPr id="1325" name="Google Shape;1325;p30">
                      <a:extLst>
                        <a:ext uri="{FF2B5EF4-FFF2-40B4-BE49-F238E27FC236}">
                          <a16:creationId xmlns:a16="http://schemas.microsoft.com/office/drawing/2014/main" id="{98FBEC20-9704-6880-9445-F79B1BFA04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50500" y="2857984"/>
                      <a:ext cx="20215" cy="202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215" h="20224" extrusionOk="0">
                          <a:moveTo>
                            <a:pt x="8171" y="184"/>
                          </a:moveTo>
                          <a:cubicBezTo>
                            <a:pt x="13642" y="-869"/>
                            <a:pt x="18978" y="2699"/>
                            <a:pt x="20031" y="8171"/>
                          </a:cubicBezTo>
                          <a:cubicBezTo>
                            <a:pt x="21085" y="13642"/>
                            <a:pt x="17516" y="18944"/>
                            <a:pt x="12045" y="20031"/>
                          </a:cubicBezTo>
                          <a:cubicBezTo>
                            <a:pt x="6573" y="21119"/>
                            <a:pt x="1238" y="17516"/>
                            <a:pt x="184" y="12045"/>
                          </a:cubicBezTo>
                          <a:cubicBezTo>
                            <a:pt x="-869" y="6573"/>
                            <a:pt x="2699" y="1238"/>
                            <a:pt x="8171" y="184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noProof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p:txBody>
                </p:sp>
                <p:sp>
                  <p:nvSpPr>
                    <p:cNvPr id="1326" name="Google Shape;1326;p30">
                      <a:extLst>
                        <a:ext uri="{FF2B5EF4-FFF2-40B4-BE49-F238E27FC236}">
                          <a16:creationId xmlns:a16="http://schemas.microsoft.com/office/drawing/2014/main" id="{5BEC7AD5-BDAA-44AB-FA3D-763356F6CA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0276" y="2840598"/>
                      <a:ext cx="20501" cy="2569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501" h="25692" extrusionOk="0">
                          <a:moveTo>
                            <a:pt x="14351" y="25692"/>
                          </a:moveTo>
                          <a:lnTo>
                            <a:pt x="20502" y="21410"/>
                          </a:lnTo>
                          <a:lnTo>
                            <a:pt x="6806" y="1597"/>
                          </a:lnTo>
                          <a:cubicBezTo>
                            <a:pt x="5651" y="-68"/>
                            <a:pt x="3306" y="-510"/>
                            <a:pt x="1606" y="646"/>
                          </a:cubicBezTo>
                          <a:lnTo>
                            <a:pt x="1606" y="646"/>
                          </a:lnTo>
                          <a:cubicBezTo>
                            <a:pt x="-93" y="1835"/>
                            <a:pt x="-501" y="4180"/>
                            <a:pt x="655" y="5845"/>
                          </a:cubicBezTo>
                          <a:lnTo>
                            <a:pt x="14317" y="25658"/>
                          </a:ln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noProof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p:txBody>
                </p:sp>
              </p:grpSp>
            </p:grpSp>
            <p:sp>
              <p:nvSpPr>
                <p:cNvPr id="1327" name="Google Shape;1327;p30">
                  <a:extLst>
                    <a:ext uri="{FF2B5EF4-FFF2-40B4-BE49-F238E27FC236}">
                      <a16:creationId xmlns:a16="http://schemas.microsoft.com/office/drawing/2014/main" id="{EF57641E-D34D-581F-8798-4C46CDD0F7AB}"/>
                    </a:ext>
                  </a:extLst>
                </p:cNvPr>
                <p:cNvSpPr/>
                <p:nvPr/>
              </p:nvSpPr>
              <p:spPr>
                <a:xfrm>
                  <a:off x="2310041" y="2586265"/>
                  <a:ext cx="102360" cy="102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360" h="102360" extrusionOk="0">
                      <a:moveTo>
                        <a:pt x="51180" y="0"/>
                      </a:moveTo>
                      <a:cubicBezTo>
                        <a:pt x="79421" y="0"/>
                        <a:pt x="102360" y="22939"/>
                        <a:pt x="102360" y="51180"/>
                      </a:cubicBezTo>
                      <a:cubicBezTo>
                        <a:pt x="102360" y="79421"/>
                        <a:pt x="79421" y="102360"/>
                        <a:pt x="51180" y="102360"/>
                      </a:cubicBezTo>
                      <a:cubicBezTo>
                        <a:pt x="22939" y="102360"/>
                        <a:pt x="0" y="79421"/>
                        <a:pt x="0" y="51180"/>
                      </a:cubicBezTo>
                      <a:cubicBezTo>
                        <a:pt x="0" y="22939"/>
                        <a:pt x="22939" y="0"/>
                        <a:pt x="51180" y="0"/>
                      </a:cubicBezTo>
                      <a:lnTo>
                        <a:pt x="51180" y="0"/>
                      </a:lnTo>
                      <a:close/>
                      <a:moveTo>
                        <a:pt x="51180" y="41936"/>
                      </a:moveTo>
                      <a:cubicBezTo>
                        <a:pt x="46048" y="41936"/>
                        <a:pt x="41903" y="46082"/>
                        <a:pt x="41903" y="51180"/>
                      </a:cubicBezTo>
                      <a:cubicBezTo>
                        <a:pt x="41903" y="56278"/>
                        <a:pt x="46048" y="60458"/>
                        <a:pt x="51180" y="60458"/>
                      </a:cubicBezTo>
                      <a:cubicBezTo>
                        <a:pt x="56312" y="60458"/>
                        <a:pt x="60458" y="56312"/>
                        <a:pt x="60458" y="51180"/>
                      </a:cubicBezTo>
                      <a:cubicBezTo>
                        <a:pt x="60458" y="46048"/>
                        <a:pt x="56312" y="41936"/>
                        <a:pt x="51180" y="41936"/>
                      </a:cubicBezTo>
                      <a:lnTo>
                        <a:pt x="51180" y="41936"/>
                      </a:lnTo>
                      <a:close/>
                      <a:moveTo>
                        <a:pt x="57263" y="30110"/>
                      </a:moveTo>
                      <a:cubicBezTo>
                        <a:pt x="64502" y="32183"/>
                        <a:pt x="70177" y="37892"/>
                        <a:pt x="72284" y="45097"/>
                      </a:cubicBezTo>
                      <a:lnTo>
                        <a:pt x="89073" y="45097"/>
                      </a:lnTo>
                      <a:cubicBezTo>
                        <a:pt x="86490" y="28784"/>
                        <a:pt x="73576" y="15905"/>
                        <a:pt x="57297" y="13322"/>
                      </a:cubicBezTo>
                      <a:lnTo>
                        <a:pt x="57297" y="30110"/>
                      </a:lnTo>
                      <a:lnTo>
                        <a:pt x="57297" y="30110"/>
                      </a:lnTo>
                      <a:close/>
                      <a:moveTo>
                        <a:pt x="72284" y="57263"/>
                      </a:moveTo>
                      <a:cubicBezTo>
                        <a:pt x="70177" y="64502"/>
                        <a:pt x="64502" y="70177"/>
                        <a:pt x="57263" y="72284"/>
                      </a:cubicBezTo>
                      <a:lnTo>
                        <a:pt x="57263" y="89072"/>
                      </a:lnTo>
                      <a:cubicBezTo>
                        <a:pt x="73576" y="86456"/>
                        <a:pt x="86456" y="73576"/>
                        <a:pt x="89038" y="57263"/>
                      </a:cubicBezTo>
                      <a:lnTo>
                        <a:pt x="72250" y="57263"/>
                      </a:lnTo>
                      <a:close/>
                      <a:moveTo>
                        <a:pt x="45131" y="72284"/>
                      </a:moveTo>
                      <a:cubicBezTo>
                        <a:pt x="37926" y="70177"/>
                        <a:pt x="32217" y="64502"/>
                        <a:pt x="30144" y="57263"/>
                      </a:cubicBezTo>
                      <a:lnTo>
                        <a:pt x="13356" y="57263"/>
                      </a:lnTo>
                      <a:cubicBezTo>
                        <a:pt x="15939" y="73576"/>
                        <a:pt x="28853" y="86456"/>
                        <a:pt x="45131" y="89072"/>
                      </a:cubicBezTo>
                      <a:lnTo>
                        <a:pt x="45131" y="72284"/>
                      </a:lnTo>
                      <a:lnTo>
                        <a:pt x="45131" y="72284"/>
                      </a:lnTo>
                      <a:close/>
                      <a:moveTo>
                        <a:pt x="30144" y="45131"/>
                      </a:moveTo>
                      <a:cubicBezTo>
                        <a:pt x="32217" y="37892"/>
                        <a:pt x="37926" y="32217"/>
                        <a:pt x="45131" y="30144"/>
                      </a:cubicBezTo>
                      <a:lnTo>
                        <a:pt x="45131" y="13356"/>
                      </a:lnTo>
                      <a:cubicBezTo>
                        <a:pt x="28853" y="15939"/>
                        <a:pt x="15939" y="28853"/>
                        <a:pt x="13356" y="45131"/>
                      </a:cubicBezTo>
                      <a:lnTo>
                        <a:pt x="30144" y="4513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28" name="Google Shape;1328;p30">
                  <a:extLst>
                    <a:ext uri="{FF2B5EF4-FFF2-40B4-BE49-F238E27FC236}">
                      <a16:creationId xmlns:a16="http://schemas.microsoft.com/office/drawing/2014/main" id="{62FC59F2-1CBF-A8D1-CCF8-54F54DE27C6B}"/>
                    </a:ext>
                  </a:extLst>
                </p:cNvPr>
                <p:cNvSpPr/>
                <p:nvPr/>
              </p:nvSpPr>
              <p:spPr>
                <a:xfrm>
                  <a:off x="2208836" y="2598499"/>
                  <a:ext cx="63822" cy="79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7982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79829"/>
                      </a:lnTo>
                      <a:lnTo>
                        <a:pt x="0" y="798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29" name="Google Shape;1329;p30">
                  <a:extLst>
                    <a:ext uri="{FF2B5EF4-FFF2-40B4-BE49-F238E27FC236}">
                      <a16:creationId xmlns:a16="http://schemas.microsoft.com/office/drawing/2014/main" id="{DE45B66A-10AA-8C03-62E0-87EB8C9A9A7A}"/>
                    </a:ext>
                  </a:extLst>
                </p:cNvPr>
                <p:cNvSpPr/>
                <p:nvPr/>
              </p:nvSpPr>
              <p:spPr>
                <a:xfrm>
                  <a:off x="2208836" y="2608729"/>
                  <a:ext cx="63822" cy="11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1141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11419"/>
                      </a:lnTo>
                      <a:lnTo>
                        <a:pt x="0" y="11419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30" name="Google Shape;1330;p30">
                  <a:extLst>
                    <a:ext uri="{FF2B5EF4-FFF2-40B4-BE49-F238E27FC236}">
                      <a16:creationId xmlns:a16="http://schemas.microsoft.com/office/drawing/2014/main" id="{171E69ED-03CA-C79E-3293-574D31A04D4A}"/>
                    </a:ext>
                  </a:extLst>
                </p:cNvPr>
                <p:cNvSpPr/>
                <p:nvPr/>
              </p:nvSpPr>
              <p:spPr>
                <a:xfrm>
                  <a:off x="2195175" y="2568219"/>
                  <a:ext cx="25623" cy="14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3" h="143107" extrusionOk="0">
                      <a:moveTo>
                        <a:pt x="0" y="34"/>
                      </a:moveTo>
                      <a:lnTo>
                        <a:pt x="12812" y="34"/>
                      </a:lnTo>
                      <a:cubicBezTo>
                        <a:pt x="19847" y="34"/>
                        <a:pt x="25624" y="5811"/>
                        <a:pt x="25624" y="12846"/>
                      </a:cubicBezTo>
                      <a:lnTo>
                        <a:pt x="25624" y="130295"/>
                      </a:lnTo>
                      <a:cubicBezTo>
                        <a:pt x="25624" y="137330"/>
                        <a:pt x="19847" y="143107"/>
                        <a:pt x="12812" y="143107"/>
                      </a:cubicBezTo>
                      <a:lnTo>
                        <a:pt x="0" y="14310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31" name="Google Shape;1331;p30">
                  <a:extLst>
                    <a:ext uri="{FF2B5EF4-FFF2-40B4-BE49-F238E27FC236}">
                      <a16:creationId xmlns:a16="http://schemas.microsoft.com/office/drawing/2014/main" id="{3ECB5A8A-5E92-642B-63F2-2CFC11C7A625}"/>
                    </a:ext>
                  </a:extLst>
                </p:cNvPr>
                <p:cNvSpPr/>
                <p:nvPr/>
              </p:nvSpPr>
              <p:spPr>
                <a:xfrm>
                  <a:off x="2195175" y="2634387"/>
                  <a:ext cx="25623" cy="76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3" h="76974" extrusionOk="0">
                      <a:moveTo>
                        <a:pt x="25624" y="0"/>
                      </a:moveTo>
                      <a:lnTo>
                        <a:pt x="25624" y="64162"/>
                      </a:lnTo>
                      <a:cubicBezTo>
                        <a:pt x="25624" y="71197"/>
                        <a:pt x="19847" y="76974"/>
                        <a:pt x="12812" y="76974"/>
                      </a:cubicBezTo>
                      <a:lnTo>
                        <a:pt x="0" y="76974"/>
                      </a:lnTo>
                      <a:lnTo>
                        <a:pt x="0" y="0"/>
                      </a:lnTo>
                      <a:lnTo>
                        <a:pt x="25624" y="0"/>
                      </a:lnTo>
                      <a:close/>
                    </a:path>
                  </a:pathLst>
                </a:custGeom>
                <a:solidFill>
                  <a:srgbClr val="161D1E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32" name="Google Shape;1332;p30">
                  <a:extLst>
                    <a:ext uri="{FF2B5EF4-FFF2-40B4-BE49-F238E27FC236}">
                      <a16:creationId xmlns:a16="http://schemas.microsoft.com/office/drawing/2014/main" id="{8CA8A714-A7AE-C74B-EDDF-F1266C8F7D07}"/>
                    </a:ext>
                  </a:extLst>
                </p:cNvPr>
                <p:cNvSpPr/>
                <p:nvPr/>
              </p:nvSpPr>
              <p:spPr>
                <a:xfrm>
                  <a:off x="2350924" y="2627556"/>
                  <a:ext cx="19982" cy="19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48" extrusionOk="0">
                      <a:moveTo>
                        <a:pt x="9991" y="19949"/>
                      </a:moveTo>
                      <a:cubicBezTo>
                        <a:pt x="15463" y="19949"/>
                        <a:pt x="19983" y="15463"/>
                        <a:pt x="19983" y="9958"/>
                      </a:cubicBezTo>
                      <a:cubicBezTo>
                        <a:pt x="19983" y="4452"/>
                        <a:pt x="15497" y="0"/>
                        <a:pt x="9991" y="0"/>
                      </a:cubicBezTo>
                      <a:cubicBezTo>
                        <a:pt x="4486" y="0"/>
                        <a:pt x="0" y="4486"/>
                        <a:pt x="0" y="9958"/>
                      </a:cubicBezTo>
                      <a:cubicBezTo>
                        <a:pt x="0" y="15429"/>
                        <a:pt x="4486" y="19949"/>
                        <a:pt x="9991" y="1994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sp>
            <p:nvSpPr>
              <p:cNvPr id="1333" name="Google Shape;1333;p30">
                <a:extLst>
                  <a:ext uri="{FF2B5EF4-FFF2-40B4-BE49-F238E27FC236}">
                    <a16:creationId xmlns:a16="http://schemas.microsoft.com/office/drawing/2014/main" id="{2531C12D-0AA3-78B3-C7D9-61D102CC81FE}"/>
                  </a:ext>
                </a:extLst>
              </p:cNvPr>
              <p:cNvSpPr/>
              <p:nvPr/>
            </p:nvSpPr>
            <p:spPr>
              <a:xfrm flipH="1">
                <a:off x="8083202" y="3204759"/>
                <a:ext cx="432653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94015" h="34731" extrusionOk="0">
                    <a:moveTo>
                      <a:pt x="0" y="34732"/>
                    </a:moveTo>
                    <a:lnTo>
                      <a:pt x="0" y="17366"/>
                    </a:lnTo>
                    <a:cubicBezTo>
                      <a:pt x="0" y="7816"/>
                      <a:pt x="7816" y="0"/>
                      <a:pt x="17366" y="0"/>
                    </a:cubicBezTo>
                    <a:lnTo>
                      <a:pt x="176650" y="0"/>
                    </a:lnTo>
                    <a:cubicBezTo>
                      <a:pt x="186199" y="0"/>
                      <a:pt x="194016" y="7816"/>
                      <a:pt x="194016" y="17366"/>
                    </a:cubicBezTo>
                    <a:lnTo>
                      <a:pt x="194016" y="34732"/>
                    </a:lnTo>
                    <a:lnTo>
                      <a:pt x="0" y="3473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4" name="Google Shape;1334;p30">
                <a:extLst>
                  <a:ext uri="{FF2B5EF4-FFF2-40B4-BE49-F238E27FC236}">
                    <a16:creationId xmlns:a16="http://schemas.microsoft.com/office/drawing/2014/main" id="{3FCB0CCE-5C85-B99B-2ABD-49B64E6ADB83}"/>
                  </a:ext>
                </a:extLst>
              </p:cNvPr>
              <p:cNvSpPr/>
              <p:nvPr/>
            </p:nvSpPr>
            <p:spPr>
              <a:xfrm flipH="1">
                <a:off x="8083155" y="3204683"/>
                <a:ext cx="232734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04365" h="34731" extrusionOk="0">
                    <a:moveTo>
                      <a:pt x="0" y="0"/>
                    </a:moveTo>
                    <a:lnTo>
                      <a:pt x="86999" y="0"/>
                    </a:lnTo>
                    <a:cubicBezTo>
                      <a:pt x="96549" y="0"/>
                      <a:pt x="104365" y="7816"/>
                      <a:pt x="104365" y="17366"/>
                    </a:cubicBezTo>
                    <a:lnTo>
                      <a:pt x="104365" y="34732"/>
                    </a:lnTo>
                    <a:lnTo>
                      <a:pt x="0" y="347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5" name="Google Shape;1335;p30">
                <a:extLst>
                  <a:ext uri="{FF2B5EF4-FFF2-40B4-BE49-F238E27FC236}">
                    <a16:creationId xmlns:a16="http://schemas.microsoft.com/office/drawing/2014/main" id="{6D070B1A-BF26-6A42-9AB0-FB8FFE394B62}"/>
                  </a:ext>
                </a:extLst>
              </p:cNvPr>
              <p:cNvSpPr/>
              <p:nvPr/>
            </p:nvSpPr>
            <p:spPr>
              <a:xfrm flipH="1">
                <a:off x="8173818" y="1893996"/>
                <a:ext cx="241297" cy="1310466"/>
              </a:xfrm>
              <a:custGeom>
                <a:avLst/>
                <a:gdLst/>
                <a:ahLst/>
                <a:cxnLst/>
                <a:rect l="l" t="t" r="r" b="b"/>
                <a:pathLst>
                  <a:path w="108205" h="587653" extrusionOk="0">
                    <a:moveTo>
                      <a:pt x="0" y="0"/>
                    </a:moveTo>
                    <a:lnTo>
                      <a:pt x="108206" y="0"/>
                    </a:lnTo>
                    <a:lnTo>
                      <a:pt x="108206" y="587654"/>
                    </a:lnTo>
                    <a:lnTo>
                      <a:pt x="0" y="58765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6" name="Google Shape;1336;p30">
                <a:extLst>
                  <a:ext uri="{FF2B5EF4-FFF2-40B4-BE49-F238E27FC236}">
                    <a16:creationId xmlns:a16="http://schemas.microsoft.com/office/drawing/2014/main" id="{3E606938-3A26-7ECD-58A3-3B386CB120D4}"/>
                  </a:ext>
                </a:extLst>
              </p:cNvPr>
              <p:cNvSpPr/>
              <p:nvPr/>
            </p:nvSpPr>
            <p:spPr>
              <a:xfrm flipH="1">
                <a:off x="8349631" y="1893996"/>
                <a:ext cx="34480" cy="1310466"/>
              </a:xfrm>
              <a:custGeom>
                <a:avLst/>
                <a:gdLst/>
                <a:ahLst/>
                <a:cxnLst/>
                <a:rect l="l" t="t" r="r" b="b"/>
                <a:pathLst>
                  <a:path w="15462" h="587653" extrusionOk="0">
                    <a:moveTo>
                      <a:pt x="0" y="0"/>
                    </a:moveTo>
                    <a:lnTo>
                      <a:pt x="15463" y="0"/>
                    </a:lnTo>
                    <a:lnTo>
                      <a:pt x="15463" y="587654"/>
                    </a:lnTo>
                    <a:lnTo>
                      <a:pt x="0" y="587654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7" name="Google Shape;1337;p30">
                <a:extLst>
                  <a:ext uri="{FF2B5EF4-FFF2-40B4-BE49-F238E27FC236}">
                    <a16:creationId xmlns:a16="http://schemas.microsoft.com/office/drawing/2014/main" id="{9ED9D361-D99F-9560-8F90-81AEDB48E241}"/>
                  </a:ext>
                </a:extLst>
              </p:cNvPr>
              <p:cNvSpPr/>
              <p:nvPr/>
            </p:nvSpPr>
            <p:spPr>
              <a:xfrm flipH="1">
                <a:off x="8073120" y="1957215"/>
                <a:ext cx="432653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94015" h="34731" extrusionOk="0">
                    <a:moveTo>
                      <a:pt x="0" y="0"/>
                    </a:moveTo>
                    <a:lnTo>
                      <a:pt x="0" y="17366"/>
                    </a:lnTo>
                    <a:cubicBezTo>
                      <a:pt x="0" y="26915"/>
                      <a:pt x="7816" y="34732"/>
                      <a:pt x="17366" y="34732"/>
                    </a:cubicBezTo>
                    <a:lnTo>
                      <a:pt x="176650" y="34732"/>
                    </a:lnTo>
                    <a:cubicBezTo>
                      <a:pt x="186199" y="34732"/>
                      <a:pt x="194015" y="26915"/>
                      <a:pt x="194015" y="17366"/>
                    </a:cubicBezTo>
                    <a:lnTo>
                      <a:pt x="19401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8" name="Google Shape;1338;p30">
                <a:extLst>
                  <a:ext uri="{FF2B5EF4-FFF2-40B4-BE49-F238E27FC236}">
                    <a16:creationId xmlns:a16="http://schemas.microsoft.com/office/drawing/2014/main" id="{7EE833C2-CAF9-D611-4E5A-7F478461ED03}"/>
                  </a:ext>
                </a:extLst>
              </p:cNvPr>
              <p:cNvSpPr/>
              <p:nvPr/>
            </p:nvSpPr>
            <p:spPr>
              <a:xfrm flipH="1">
                <a:off x="8073073" y="1957291"/>
                <a:ext cx="232734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04365" h="34731" extrusionOk="0">
                    <a:moveTo>
                      <a:pt x="34" y="34732"/>
                    </a:moveTo>
                    <a:lnTo>
                      <a:pt x="86999" y="34732"/>
                    </a:lnTo>
                    <a:cubicBezTo>
                      <a:pt x="96549" y="34732"/>
                      <a:pt x="104365" y="26915"/>
                      <a:pt x="104365" y="17366"/>
                    </a:cubicBezTo>
                    <a:lnTo>
                      <a:pt x="104365" y="0"/>
                    </a:lnTo>
                    <a:lnTo>
                      <a:pt x="0" y="0"/>
                    </a:lnTo>
                    <a:lnTo>
                      <a:pt x="0" y="34732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9" name="Google Shape;1339;p30">
                <a:extLst>
                  <a:ext uri="{FF2B5EF4-FFF2-40B4-BE49-F238E27FC236}">
                    <a16:creationId xmlns:a16="http://schemas.microsoft.com/office/drawing/2014/main" id="{73897F0A-2D6C-27DC-A4A2-C1EF1711E518}"/>
                  </a:ext>
                </a:extLst>
              </p:cNvPr>
              <p:cNvSpPr/>
              <p:nvPr/>
            </p:nvSpPr>
            <p:spPr>
              <a:xfrm flipH="1">
                <a:off x="7910239" y="1296679"/>
                <a:ext cx="510257" cy="588921"/>
              </a:xfrm>
              <a:custGeom>
                <a:avLst/>
                <a:gdLst/>
                <a:ahLst/>
                <a:cxnLst/>
                <a:rect l="l" t="t" r="r" b="b"/>
                <a:pathLst>
                  <a:path w="228815" h="264090" extrusionOk="0">
                    <a:moveTo>
                      <a:pt x="228781" y="0"/>
                    </a:moveTo>
                    <a:lnTo>
                      <a:pt x="199419" y="0"/>
                    </a:lnTo>
                    <a:cubicBezTo>
                      <a:pt x="89718" y="0"/>
                      <a:pt x="0" y="89718"/>
                      <a:pt x="0" y="199419"/>
                    </a:cubicBezTo>
                    <a:lnTo>
                      <a:pt x="0" y="264091"/>
                    </a:lnTo>
                    <a:lnTo>
                      <a:pt x="108817" y="264091"/>
                    </a:lnTo>
                    <a:lnTo>
                      <a:pt x="108817" y="236904"/>
                    </a:lnTo>
                    <a:cubicBezTo>
                      <a:pt x="108817" y="140491"/>
                      <a:pt x="157754" y="102258"/>
                      <a:pt x="228815" y="104603"/>
                    </a:cubicBezTo>
                    <a:lnTo>
                      <a:pt x="228815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0" name="Google Shape;1340;p30">
                <a:extLst>
                  <a:ext uri="{FF2B5EF4-FFF2-40B4-BE49-F238E27FC236}">
                    <a16:creationId xmlns:a16="http://schemas.microsoft.com/office/drawing/2014/main" id="{5B656641-E576-B72A-0D57-3852CE0AEB6B}"/>
                  </a:ext>
                </a:extLst>
              </p:cNvPr>
              <p:cNvSpPr/>
              <p:nvPr/>
            </p:nvSpPr>
            <p:spPr>
              <a:xfrm flipH="1">
                <a:off x="7910215" y="1381587"/>
                <a:ext cx="403173" cy="504107"/>
              </a:xfrm>
              <a:custGeom>
                <a:avLst/>
                <a:gdLst/>
                <a:ahLst/>
                <a:cxnLst/>
                <a:rect l="l" t="t" r="r" b="b"/>
                <a:pathLst>
                  <a:path w="180795" h="226057" extrusionOk="0">
                    <a:moveTo>
                      <a:pt x="0" y="226024"/>
                    </a:moveTo>
                    <a:lnTo>
                      <a:pt x="60797" y="226024"/>
                    </a:lnTo>
                    <a:lnTo>
                      <a:pt x="60797" y="198836"/>
                    </a:lnTo>
                    <a:cubicBezTo>
                      <a:pt x="60797" y="102423"/>
                      <a:pt x="109735" y="64191"/>
                      <a:pt x="180796" y="66536"/>
                    </a:cubicBezTo>
                    <a:lnTo>
                      <a:pt x="180796" y="29"/>
                    </a:lnTo>
                    <a:cubicBezTo>
                      <a:pt x="25420" y="-1908"/>
                      <a:pt x="34" y="93214"/>
                      <a:pt x="34" y="198599"/>
                    </a:cubicBezTo>
                    <a:lnTo>
                      <a:pt x="34" y="226058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1" name="Google Shape;1341;p30">
                <a:extLst>
                  <a:ext uri="{FF2B5EF4-FFF2-40B4-BE49-F238E27FC236}">
                    <a16:creationId xmlns:a16="http://schemas.microsoft.com/office/drawing/2014/main" id="{DB48E26A-C291-AB6D-AF8B-7050CF5065D0}"/>
                  </a:ext>
                </a:extLst>
              </p:cNvPr>
              <p:cNvSpPr/>
              <p:nvPr/>
            </p:nvSpPr>
            <p:spPr>
              <a:xfrm flipH="1">
                <a:off x="8075319" y="1883080"/>
                <a:ext cx="430606" cy="77147"/>
              </a:xfrm>
              <a:custGeom>
                <a:avLst/>
                <a:gdLst/>
                <a:ahLst/>
                <a:cxnLst/>
                <a:rect l="l" t="t" r="r" b="b"/>
                <a:pathLst>
                  <a:path w="193097" h="34595" extrusionOk="0">
                    <a:moveTo>
                      <a:pt x="0" y="34596"/>
                    </a:moveTo>
                    <a:lnTo>
                      <a:pt x="0" y="17298"/>
                    </a:lnTo>
                    <a:cubicBezTo>
                      <a:pt x="0" y="7783"/>
                      <a:pt x="7782" y="0"/>
                      <a:pt x="17298" y="0"/>
                    </a:cubicBezTo>
                    <a:lnTo>
                      <a:pt x="175800" y="0"/>
                    </a:lnTo>
                    <a:cubicBezTo>
                      <a:pt x="185316" y="0"/>
                      <a:pt x="193098" y="7783"/>
                      <a:pt x="193098" y="17298"/>
                    </a:cubicBezTo>
                    <a:lnTo>
                      <a:pt x="193098" y="34596"/>
                    </a:lnTo>
                    <a:lnTo>
                      <a:pt x="0" y="3459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2" name="Google Shape;1342;p30">
                <a:extLst>
                  <a:ext uri="{FF2B5EF4-FFF2-40B4-BE49-F238E27FC236}">
                    <a16:creationId xmlns:a16="http://schemas.microsoft.com/office/drawing/2014/main" id="{495629A4-8030-323F-E83D-43FA3B0DA947}"/>
                  </a:ext>
                </a:extLst>
              </p:cNvPr>
              <p:cNvSpPr/>
              <p:nvPr/>
            </p:nvSpPr>
            <p:spPr>
              <a:xfrm flipH="1">
                <a:off x="8075272" y="1883080"/>
                <a:ext cx="231597" cy="77147"/>
              </a:xfrm>
              <a:custGeom>
                <a:avLst/>
                <a:gdLst/>
                <a:ahLst/>
                <a:cxnLst/>
                <a:rect l="l" t="t" r="r" b="b"/>
                <a:pathLst>
                  <a:path w="103855" h="34595" extrusionOk="0">
                    <a:moveTo>
                      <a:pt x="0" y="0"/>
                    </a:moveTo>
                    <a:lnTo>
                      <a:pt x="86558" y="0"/>
                    </a:lnTo>
                    <a:cubicBezTo>
                      <a:pt x="96073" y="0"/>
                      <a:pt x="103856" y="7783"/>
                      <a:pt x="103856" y="17298"/>
                    </a:cubicBezTo>
                    <a:lnTo>
                      <a:pt x="103856" y="34596"/>
                    </a:lnTo>
                    <a:lnTo>
                      <a:pt x="0" y="34596"/>
                    </a:lnTo>
                    <a:lnTo>
                      <a:pt x="0" y="34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3" name="Google Shape;1343;p30">
                <a:extLst>
                  <a:ext uri="{FF2B5EF4-FFF2-40B4-BE49-F238E27FC236}">
                    <a16:creationId xmlns:a16="http://schemas.microsoft.com/office/drawing/2014/main" id="{3065B96D-E98D-3D32-9FF0-C784E0A0F91E}"/>
                  </a:ext>
                </a:extLst>
              </p:cNvPr>
              <p:cNvSpPr/>
              <p:nvPr/>
            </p:nvSpPr>
            <p:spPr>
              <a:xfrm flipH="1">
                <a:off x="7833734" y="1205338"/>
                <a:ext cx="77147" cy="430606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93097" extrusionOk="0">
                    <a:moveTo>
                      <a:pt x="34596" y="0"/>
                    </a:moveTo>
                    <a:lnTo>
                      <a:pt x="17298" y="0"/>
                    </a:lnTo>
                    <a:cubicBezTo>
                      <a:pt x="7782" y="0"/>
                      <a:pt x="0" y="7782"/>
                      <a:pt x="0" y="17298"/>
                    </a:cubicBezTo>
                    <a:lnTo>
                      <a:pt x="0" y="175800"/>
                    </a:lnTo>
                    <a:cubicBezTo>
                      <a:pt x="0" y="185315"/>
                      <a:pt x="7782" y="193098"/>
                      <a:pt x="17298" y="193098"/>
                    </a:cubicBezTo>
                    <a:lnTo>
                      <a:pt x="34596" y="193098"/>
                    </a:lnTo>
                    <a:lnTo>
                      <a:pt x="3459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4" name="Google Shape;1344;p30">
                <a:extLst>
                  <a:ext uri="{FF2B5EF4-FFF2-40B4-BE49-F238E27FC236}">
                    <a16:creationId xmlns:a16="http://schemas.microsoft.com/office/drawing/2014/main" id="{002C248C-101D-0166-7C66-9A49B37EB51F}"/>
                  </a:ext>
                </a:extLst>
              </p:cNvPr>
              <p:cNvSpPr/>
              <p:nvPr/>
            </p:nvSpPr>
            <p:spPr>
              <a:xfrm flipH="1">
                <a:off x="7833734" y="1404394"/>
                <a:ext cx="77147" cy="231597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03855" extrusionOk="0">
                    <a:moveTo>
                      <a:pt x="0" y="0"/>
                    </a:moveTo>
                    <a:lnTo>
                      <a:pt x="0" y="86558"/>
                    </a:lnTo>
                    <a:cubicBezTo>
                      <a:pt x="0" y="96073"/>
                      <a:pt x="7782" y="103856"/>
                      <a:pt x="17298" y="103856"/>
                    </a:cubicBezTo>
                    <a:lnTo>
                      <a:pt x="34596" y="103856"/>
                    </a:lnTo>
                    <a:lnTo>
                      <a:pt x="3459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5" name="Google Shape;1345;p30">
                <a:extLst>
                  <a:ext uri="{FF2B5EF4-FFF2-40B4-BE49-F238E27FC236}">
                    <a16:creationId xmlns:a16="http://schemas.microsoft.com/office/drawing/2014/main" id="{3D1C4785-20DC-71E9-D342-6F348C547848}"/>
                  </a:ext>
                </a:extLst>
              </p:cNvPr>
              <p:cNvSpPr/>
              <p:nvPr/>
            </p:nvSpPr>
            <p:spPr>
              <a:xfrm flipH="1">
                <a:off x="7573432" y="1207461"/>
                <a:ext cx="77147" cy="430606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93097" extrusionOk="0">
                    <a:moveTo>
                      <a:pt x="0" y="0"/>
                    </a:moveTo>
                    <a:lnTo>
                      <a:pt x="17298" y="0"/>
                    </a:lnTo>
                    <a:cubicBezTo>
                      <a:pt x="26814" y="0"/>
                      <a:pt x="34596" y="7782"/>
                      <a:pt x="34596" y="17298"/>
                    </a:cubicBezTo>
                    <a:lnTo>
                      <a:pt x="34596" y="175800"/>
                    </a:lnTo>
                    <a:cubicBezTo>
                      <a:pt x="34596" y="185316"/>
                      <a:pt x="26814" y="193098"/>
                      <a:pt x="17298" y="193098"/>
                    </a:cubicBezTo>
                    <a:lnTo>
                      <a:pt x="0" y="1930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6" name="Google Shape;1346;p30">
                <a:extLst>
                  <a:ext uri="{FF2B5EF4-FFF2-40B4-BE49-F238E27FC236}">
                    <a16:creationId xmlns:a16="http://schemas.microsoft.com/office/drawing/2014/main" id="{C72E44B7-B13C-F994-7CE1-715A5AD70980}"/>
                  </a:ext>
                </a:extLst>
              </p:cNvPr>
              <p:cNvSpPr/>
              <p:nvPr/>
            </p:nvSpPr>
            <p:spPr>
              <a:xfrm flipH="1">
                <a:off x="7573432" y="1406516"/>
                <a:ext cx="77147" cy="231597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03855" extrusionOk="0">
                    <a:moveTo>
                      <a:pt x="34596" y="0"/>
                    </a:moveTo>
                    <a:lnTo>
                      <a:pt x="34596" y="86558"/>
                    </a:lnTo>
                    <a:cubicBezTo>
                      <a:pt x="34596" y="96073"/>
                      <a:pt x="26814" y="103856"/>
                      <a:pt x="17298" y="103856"/>
                    </a:cubicBezTo>
                    <a:lnTo>
                      <a:pt x="0" y="103856"/>
                    </a:lnTo>
                    <a:lnTo>
                      <a:pt x="0" y="0"/>
                    </a:lnTo>
                    <a:lnTo>
                      <a:pt x="34562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7" name="Google Shape;1347;p30">
                <a:extLst>
                  <a:ext uri="{FF2B5EF4-FFF2-40B4-BE49-F238E27FC236}">
                    <a16:creationId xmlns:a16="http://schemas.microsoft.com/office/drawing/2014/main" id="{4FEA5EF1-DD90-2C92-8794-9832A4F24D7F}"/>
                  </a:ext>
                </a:extLst>
              </p:cNvPr>
              <p:cNvSpPr/>
              <p:nvPr/>
            </p:nvSpPr>
            <p:spPr>
              <a:xfrm flipH="1">
                <a:off x="7637967" y="1298423"/>
                <a:ext cx="203632" cy="241373"/>
              </a:xfrm>
              <a:custGeom>
                <a:avLst/>
                <a:gdLst/>
                <a:ahLst/>
                <a:cxnLst/>
                <a:rect l="l" t="t" r="r" b="b"/>
                <a:pathLst>
                  <a:path w="91315" h="108239" extrusionOk="0">
                    <a:moveTo>
                      <a:pt x="0" y="0"/>
                    </a:moveTo>
                    <a:lnTo>
                      <a:pt x="91315" y="0"/>
                    </a:lnTo>
                    <a:lnTo>
                      <a:pt x="91315" y="108240"/>
                    </a:lnTo>
                    <a:lnTo>
                      <a:pt x="0" y="10824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8" name="Google Shape;1348;p30">
                <a:extLst>
                  <a:ext uri="{FF2B5EF4-FFF2-40B4-BE49-F238E27FC236}">
                    <a16:creationId xmlns:a16="http://schemas.microsoft.com/office/drawing/2014/main" id="{E446B135-5962-2669-4354-4E3ADF50D34F}"/>
                  </a:ext>
                </a:extLst>
              </p:cNvPr>
              <p:cNvSpPr/>
              <p:nvPr/>
            </p:nvSpPr>
            <p:spPr>
              <a:xfrm flipH="1">
                <a:off x="7118158" y="3283892"/>
                <a:ext cx="423711" cy="1859887"/>
              </a:xfrm>
              <a:custGeom>
                <a:avLst/>
                <a:gdLst/>
                <a:ahLst/>
                <a:cxnLst/>
                <a:rect l="l" t="t" r="r" b="b"/>
                <a:pathLst>
                  <a:path w="190005" h="822959" extrusionOk="0">
                    <a:moveTo>
                      <a:pt x="0" y="0"/>
                    </a:moveTo>
                    <a:lnTo>
                      <a:pt x="190005" y="0"/>
                    </a:lnTo>
                    <a:lnTo>
                      <a:pt x="190005" y="822960"/>
                    </a:lnTo>
                    <a:lnTo>
                      <a:pt x="0" y="82296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349" name="Google Shape;1349;p30">
                <a:extLst>
                  <a:ext uri="{FF2B5EF4-FFF2-40B4-BE49-F238E27FC236}">
                    <a16:creationId xmlns:a16="http://schemas.microsoft.com/office/drawing/2014/main" id="{D0CB687D-B876-BF80-BB18-D6289CAC6082}"/>
                  </a:ext>
                </a:extLst>
              </p:cNvPr>
              <p:cNvGrpSpPr/>
              <p:nvPr/>
            </p:nvGrpSpPr>
            <p:grpSpPr>
              <a:xfrm flipH="1">
                <a:off x="6779665" y="2350914"/>
                <a:ext cx="1054096" cy="932360"/>
                <a:chOff x="4168463" y="2302169"/>
                <a:chExt cx="472583" cy="418005"/>
              </a:xfrm>
            </p:grpSpPr>
            <p:sp>
              <p:nvSpPr>
                <p:cNvPr id="1350" name="Google Shape;1350;p30">
                  <a:extLst>
                    <a:ext uri="{FF2B5EF4-FFF2-40B4-BE49-F238E27FC236}">
                      <a16:creationId xmlns:a16="http://schemas.microsoft.com/office/drawing/2014/main" id="{5232B5BB-F13F-BFA1-BCB8-D2614D5354C7}"/>
                    </a:ext>
                  </a:extLst>
                </p:cNvPr>
                <p:cNvSpPr/>
                <p:nvPr/>
              </p:nvSpPr>
              <p:spPr>
                <a:xfrm>
                  <a:off x="4193679" y="2335916"/>
                  <a:ext cx="425889" cy="372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889" h="372126" extrusionOk="0">
                      <a:moveTo>
                        <a:pt x="150618" y="0"/>
                      </a:moveTo>
                      <a:lnTo>
                        <a:pt x="269324" y="0"/>
                      </a:lnTo>
                      <a:lnTo>
                        <a:pt x="425889" y="123396"/>
                      </a:lnTo>
                      <a:lnTo>
                        <a:pt x="425889" y="372126"/>
                      </a:lnTo>
                      <a:lnTo>
                        <a:pt x="0" y="372126"/>
                      </a:lnTo>
                      <a:lnTo>
                        <a:pt x="0" y="123396"/>
                      </a:lnTo>
                      <a:lnTo>
                        <a:pt x="150618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1" name="Google Shape;1351;p30">
                  <a:extLst>
                    <a:ext uri="{FF2B5EF4-FFF2-40B4-BE49-F238E27FC236}">
                      <a16:creationId xmlns:a16="http://schemas.microsoft.com/office/drawing/2014/main" id="{EDC34ED6-F2FB-5A3C-C361-4AEAC5091CD2}"/>
                    </a:ext>
                  </a:extLst>
                </p:cNvPr>
                <p:cNvSpPr/>
                <p:nvPr/>
              </p:nvSpPr>
              <p:spPr>
                <a:xfrm>
                  <a:off x="4193679" y="2459312"/>
                  <a:ext cx="425889" cy="2486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889" h="248695" extrusionOk="0">
                      <a:moveTo>
                        <a:pt x="0" y="0"/>
                      </a:moveTo>
                      <a:lnTo>
                        <a:pt x="425889" y="0"/>
                      </a:lnTo>
                      <a:lnTo>
                        <a:pt x="425889" y="248696"/>
                      </a:lnTo>
                      <a:lnTo>
                        <a:pt x="0" y="248696"/>
                      </a:lnTo>
                      <a:close/>
                    </a:path>
                  </a:pathLst>
                </a:custGeom>
                <a:solidFill>
                  <a:srgbClr val="161D1E">
                    <a:alpha val="1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2" name="Google Shape;1352;p30">
                  <a:extLst>
                    <a:ext uri="{FF2B5EF4-FFF2-40B4-BE49-F238E27FC236}">
                      <a16:creationId xmlns:a16="http://schemas.microsoft.com/office/drawing/2014/main" id="{4C2B6CE3-99C3-3AA3-6E92-9EDF81856B2F}"/>
                    </a:ext>
                  </a:extLst>
                </p:cNvPr>
                <p:cNvSpPr/>
                <p:nvPr/>
              </p:nvSpPr>
              <p:spPr>
                <a:xfrm>
                  <a:off x="4488798" y="2459312"/>
                  <a:ext cx="87781" cy="216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81" h="216920" extrusionOk="0">
                      <a:moveTo>
                        <a:pt x="0" y="0"/>
                      </a:moveTo>
                      <a:lnTo>
                        <a:pt x="87781" y="0"/>
                      </a:lnTo>
                      <a:lnTo>
                        <a:pt x="87781" y="216921"/>
                      </a:lnTo>
                      <a:lnTo>
                        <a:pt x="0" y="216921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3" name="Google Shape;1353;p30">
                  <a:extLst>
                    <a:ext uri="{FF2B5EF4-FFF2-40B4-BE49-F238E27FC236}">
                      <a16:creationId xmlns:a16="http://schemas.microsoft.com/office/drawing/2014/main" id="{B7EACBE2-237E-FB32-EE9F-8F4BA8F6D66E}"/>
                    </a:ext>
                  </a:extLst>
                </p:cNvPr>
                <p:cNvSpPr/>
                <p:nvPr/>
              </p:nvSpPr>
              <p:spPr>
                <a:xfrm>
                  <a:off x="4250229" y="2458904"/>
                  <a:ext cx="60151" cy="216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151" h="216920" extrusionOk="0">
                      <a:moveTo>
                        <a:pt x="0" y="0"/>
                      </a:moveTo>
                      <a:lnTo>
                        <a:pt x="60152" y="0"/>
                      </a:lnTo>
                      <a:lnTo>
                        <a:pt x="60152" y="216921"/>
                      </a:lnTo>
                      <a:lnTo>
                        <a:pt x="0" y="216921"/>
                      </a:ln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4" name="Google Shape;1354;p30">
                  <a:extLst>
                    <a:ext uri="{FF2B5EF4-FFF2-40B4-BE49-F238E27FC236}">
                      <a16:creationId xmlns:a16="http://schemas.microsoft.com/office/drawing/2014/main" id="{2F2BB61E-1CE1-6A65-7ABA-03870BF7D72C}"/>
                    </a:ext>
                  </a:extLst>
                </p:cNvPr>
                <p:cNvSpPr/>
                <p:nvPr/>
              </p:nvSpPr>
              <p:spPr>
                <a:xfrm>
                  <a:off x="4423412" y="2335916"/>
                  <a:ext cx="153166" cy="123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166" h="123396" extrusionOk="0">
                      <a:moveTo>
                        <a:pt x="0" y="0"/>
                      </a:moveTo>
                      <a:lnTo>
                        <a:pt x="65385" y="123396"/>
                      </a:lnTo>
                      <a:lnTo>
                        <a:pt x="153167" y="123396"/>
                      </a:lnTo>
                      <a:lnTo>
                        <a:pt x="2242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5" name="Google Shape;1355;p30">
                  <a:extLst>
                    <a:ext uri="{FF2B5EF4-FFF2-40B4-BE49-F238E27FC236}">
                      <a16:creationId xmlns:a16="http://schemas.microsoft.com/office/drawing/2014/main" id="{F300A89A-219C-99DB-2213-9398821C1005}"/>
                    </a:ext>
                  </a:extLst>
                </p:cNvPr>
                <p:cNvSpPr/>
                <p:nvPr/>
              </p:nvSpPr>
              <p:spPr>
                <a:xfrm>
                  <a:off x="4250229" y="2335916"/>
                  <a:ext cx="114356" cy="122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56" h="122988" extrusionOk="0">
                      <a:moveTo>
                        <a:pt x="0" y="122989"/>
                      </a:moveTo>
                      <a:lnTo>
                        <a:pt x="114357" y="0"/>
                      </a:lnTo>
                      <a:lnTo>
                        <a:pt x="60186" y="122989"/>
                      </a:lnTo>
                      <a:lnTo>
                        <a:pt x="0" y="122989"/>
                      </a:ln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6" name="Google Shape;1356;p30">
                  <a:extLst>
                    <a:ext uri="{FF2B5EF4-FFF2-40B4-BE49-F238E27FC236}">
                      <a16:creationId xmlns:a16="http://schemas.microsoft.com/office/drawing/2014/main" id="{37ECFE74-D787-3154-C2B2-48ED1E4BBE0E}"/>
                    </a:ext>
                  </a:extLst>
                </p:cNvPr>
                <p:cNvSpPr/>
                <p:nvPr/>
              </p:nvSpPr>
              <p:spPr>
                <a:xfrm>
                  <a:off x="4177741" y="2448267"/>
                  <a:ext cx="8394" cy="241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94" h="241219" extrusionOk="0">
                      <a:moveTo>
                        <a:pt x="0" y="0"/>
                      </a:moveTo>
                      <a:lnTo>
                        <a:pt x="8394" y="0"/>
                      </a:lnTo>
                      <a:lnTo>
                        <a:pt x="8394" y="241219"/>
                      </a:lnTo>
                      <a:lnTo>
                        <a:pt x="0" y="2412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7" name="Google Shape;1357;p30">
                  <a:extLst>
                    <a:ext uri="{FF2B5EF4-FFF2-40B4-BE49-F238E27FC236}">
                      <a16:creationId xmlns:a16="http://schemas.microsoft.com/office/drawing/2014/main" id="{3755BA4D-AC43-C8EE-8632-E5E4DDB79C37}"/>
                    </a:ext>
                  </a:extLst>
                </p:cNvPr>
                <p:cNvSpPr/>
                <p:nvPr/>
              </p:nvSpPr>
              <p:spPr>
                <a:xfrm>
                  <a:off x="4627351" y="2449660"/>
                  <a:ext cx="8428" cy="241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28" h="241219" extrusionOk="0">
                      <a:moveTo>
                        <a:pt x="0" y="0"/>
                      </a:moveTo>
                      <a:lnTo>
                        <a:pt x="8428" y="0"/>
                      </a:lnTo>
                      <a:lnTo>
                        <a:pt x="8428" y="241219"/>
                      </a:lnTo>
                      <a:lnTo>
                        <a:pt x="0" y="2412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8" name="Google Shape;1358;p30">
                  <a:extLst>
                    <a:ext uri="{FF2B5EF4-FFF2-40B4-BE49-F238E27FC236}">
                      <a16:creationId xmlns:a16="http://schemas.microsoft.com/office/drawing/2014/main" id="{EADFDD75-2F0B-164C-8D3E-6F4E66B40345}"/>
                    </a:ext>
                  </a:extLst>
                </p:cNvPr>
                <p:cNvSpPr/>
                <p:nvPr/>
              </p:nvSpPr>
              <p:spPr>
                <a:xfrm>
                  <a:off x="4177809" y="2324463"/>
                  <a:ext cx="159657" cy="131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657" h="131858" extrusionOk="0">
                      <a:moveTo>
                        <a:pt x="0" y="125231"/>
                      </a:moveTo>
                      <a:lnTo>
                        <a:pt x="5166" y="131858"/>
                      </a:lnTo>
                      <a:lnTo>
                        <a:pt x="159658" y="10705"/>
                      </a:lnTo>
                      <a:lnTo>
                        <a:pt x="159658" y="0"/>
                      </a:lnTo>
                      <a:lnTo>
                        <a:pt x="0" y="12523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9" name="Google Shape;1359;p30">
                  <a:extLst>
                    <a:ext uri="{FF2B5EF4-FFF2-40B4-BE49-F238E27FC236}">
                      <a16:creationId xmlns:a16="http://schemas.microsoft.com/office/drawing/2014/main" id="{5C5DC23F-B8E2-9A2D-C9E0-5F426907D12D}"/>
                    </a:ext>
                  </a:extLst>
                </p:cNvPr>
                <p:cNvSpPr/>
                <p:nvPr/>
              </p:nvSpPr>
              <p:spPr>
                <a:xfrm>
                  <a:off x="4476086" y="2325890"/>
                  <a:ext cx="159623" cy="1318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623" h="131824" extrusionOk="0">
                      <a:moveTo>
                        <a:pt x="159623" y="125231"/>
                      </a:moveTo>
                      <a:lnTo>
                        <a:pt x="154458" y="131824"/>
                      </a:lnTo>
                      <a:lnTo>
                        <a:pt x="0" y="10671"/>
                      </a:lnTo>
                      <a:lnTo>
                        <a:pt x="0" y="0"/>
                      </a:lnTo>
                      <a:lnTo>
                        <a:pt x="159623" y="12523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0" name="Google Shape;1360;p30">
                  <a:extLst>
                    <a:ext uri="{FF2B5EF4-FFF2-40B4-BE49-F238E27FC236}">
                      <a16:creationId xmlns:a16="http://schemas.microsoft.com/office/drawing/2014/main" id="{BF34B92D-D6E7-708F-E205-32E8A682F20D}"/>
                    </a:ext>
                  </a:extLst>
                </p:cNvPr>
                <p:cNvSpPr/>
                <p:nvPr/>
              </p:nvSpPr>
              <p:spPr>
                <a:xfrm>
                  <a:off x="4337398" y="2324089"/>
                  <a:ext cx="138417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17" h="11690" extrusionOk="0">
                      <a:moveTo>
                        <a:pt x="0" y="0"/>
                      </a:moveTo>
                      <a:lnTo>
                        <a:pt x="138417" y="0"/>
                      </a:lnTo>
                      <a:lnTo>
                        <a:pt x="138417" y="11690"/>
                      </a:lnTo>
                      <a:lnTo>
                        <a:pt x="0" y="1169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1" name="Google Shape;1361;p30">
                  <a:extLst>
                    <a:ext uri="{FF2B5EF4-FFF2-40B4-BE49-F238E27FC236}">
                      <a16:creationId xmlns:a16="http://schemas.microsoft.com/office/drawing/2014/main" id="{DB341666-C408-1F80-CA5D-CA094DC46CB3}"/>
                    </a:ext>
                  </a:extLst>
                </p:cNvPr>
                <p:cNvSpPr/>
                <p:nvPr/>
              </p:nvSpPr>
              <p:spPr>
                <a:xfrm>
                  <a:off x="4337398" y="2302169"/>
                  <a:ext cx="138417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17" h="11690" extrusionOk="0">
                      <a:moveTo>
                        <a:pt x="0" y="0"/>
                      </a:moveTo>
                      <a:lnTo>
                        <a:pt x="138417" y="0"/>
                      </a:lnTo>
                      <a:lnTo>
                        <a:pt x="138417" y="11691"/>
                      </a:lnTo>
                      <a:lnTo>
                        <a:pt x="0" y="1169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2" name="Google Shape;1362;p30">
                  <a:extLst>
                    <a:ext uri="{FF2B5EF4-FFF2-40B4-BE49-F238E27FC236}">
                      <a16:creationId xmlns:a16="http://schemas.microsoft.com/office/drawing/2014/main" id="{89E38996-9EFC-3A04-C8C3-333668389259}"/>
                    </a:ext>
                  </a:extLst>
                </p:cNvPr>
                <p:cNvSpPr/>
                <p:nvPr/>
              </p:nvSpPr>
              <p:spPr>
                <a:xfrm>
                  <a:off x="4168463" y="2676233"/>
                  <a:ext cx="472583" cy="439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583" h="43941" extrusionOk="0">
                      <a:moveTo>
                        <a:pt x="0" y="0"/>
                      </a:moveTo>
                      <a:lnTo>
                        <a:pt x="472584" y="0"/>
                      </a:lnTo>
                      <a:lnTo>
                        <a:pt x="472584" y="43942"/>
                      </a:lnTo>
                      <a:lnTo>
                        <a:pt x="0" y="43942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3" name="Google Shape;1363;p30">
                  <a:extLst>
                    <a:ext uri="{FF2B5EF4-FFF2-40B4-BE49-F238E27FC236}">
                      <a16:creationId xmlns:a16="http://schemas.microsoft.com/office/drawing/2014/main" id="{E6C50F66-8941-60BE-E7B3-5381301658A5}"/>
                    </a:ext>
                  </a:extLst>
                </p:cNvPr>
                <p:cNvSpPr/>
                <p:nvPr/>
              </p:nvSpPr>
              <p:spPr>
                <a:xfrm>
                  <a:off x="4350549" y="2313010"/>
                  <a:ext cx="111162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62" h="11690" extrusionOk="0">
                      <a:moveTo>
                        <a:pt x="0" y="0"/>
                      </a:moveTo>
                      <a:lnTo>
                        <a:pt x="111162" y="0"/>
                      </a:lnTo>
                      <a:lnTo>
                        <a:pt x="111162" y="11691"/>
                      </a:lnTo>
                      <a:lnTo>
                        <a:pt x="0" y="1169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4" name="Google Shape;1364;p30">
                  <a:extLst>
                    <a:ext uri="{FF2B5EF4-FFF2-40B4-BE49-F238E27FC236}">
                      <a16:creationId xmlns:a16="http://schemas.microsoft.com/office/drawing/2014/main" id="{C2C08A49-05B2-6438-CAAF-0ECAC572DCC9}"/>
                    </a:ext>
                  </a:extLst>
                </p:cNvPr>
                <p:cNvSpPr/>
                <p:nvPr/>
              </p:nvSpPr>
              <p:spPr>
                <a:xfrm>
                  <a:off x="4351049" y="2313010"/>
                  <a:ext cx="111162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62" h="11690" extrusionOk="0">
                      <a:moveTo>
                        <a:pt x="0" y="0"/>
                      </a:moveTo>
                      <a:lnTo>
                        <a:pt x="111162" y="0"/>
                      </a:lnTo>
                      <a:lnTo>
                        <a:pt x="111162" y="11691"/>
                      </a:lnTo>
                      <a:lnTo>
                        <a:pt x="0" y="11691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1365" name="Google Shape;1365;p30">
                <a:extLst>
                  <a:ext uri="{FF2B5EF4-FFF2-40B4-BE49-F238E27FC236}">
                    <a16:creationId xmlns:a16="http://schemas.microsoft.com/office/drawing/2014/main" id="{ED431E80-684D-F791-6388-2851FD3D1EAE}"/>
                  </a:ext>
                </a:extLst>
              </p:cNvPr>
              <p:cNvGrpSpPr/>
              <p:nvPr/>
            </p:nvGrpSpPr>
            <p:grpSpPr>
              <a:xfrm flipH="1">
                <a:off x="6590802" y="3914640"/>
                <a:ext cx="328827" cy="429717"/>
                <a:chOff x="5612846" y="2845934"/>
                <a:chExt cx="147423" cy="192655"/>
              </a:xfrm>
            </p:grpSpPr>
            <p:sp>
              <p:nvSpPr>
                <p:cNvPr id="1366" name="Google Shape;1366;p30">
                  <a:extLst>
                    <a:ext uri="{FF2B5EF4-FFF2-40B4-BE49-F238E27FC236}">
                      <a16:creationId xmlns:a16="http://schemas.microsoft.com/office/drawing/2014/main" id="{C421F908-E570-DDE5-E744-2DB91B7E25EE}"/>
                    </a:ext>
                  </a:extLst>
                </p:cNvPr>
                <p:cNvSpPr/>
                <p:nvPr/>
              </p:nvSpPr>
              <p:spPr>
                <a:xfrm>
                  <a:off x="5632183" y="2939050"/>
                  <a:ext cx="108579" cy="75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9" h="75920" extrusionOk="0">
                      <a:moveTo>
                        <a:pt x="68" y="75920"/>
                      </a:moveTo>
                      <a:lnTo>
                        <a:pt x="25454" y="75920"/>
                      </a:lnTo>
                      <a:lnTo>
                        <a:pt x="25454" y="36873"/>
                      </a:lnTo>
                      <a:cubicBezTo>
                        <a:pt x="25454" y="29736"/>
                        <a:pt x="31333" y="23857"/>
                        <a:pt x="38470" y="23857"/>
                      </a:cubicBezTo>
                      <a:lnTo>
                        <a:pt x="70177" y="23857"/>
                      </a:lnTo>
                      <a:cubicBezTo>
                        <a:pt x="77314" y="23857"/>
                        <a:pt x="83193" y="29702"/>
                        <a:pt x="83193" y="36873"/>
                      </a:cubicBezTo>
                      <a:lnTo>
                        <a:pt x="83193" y="75920"/>
                      </a:lnTo>
                      <a:lnTo>
                        <a:pt x="108579" y="75920"/>
                      </a:lnTo>
                      <a:lnTo>
                        <a:pt x="108579" y="24469"/>
                      </a:lnTo>
                      <a:cubicBezTo>
                        <a:pt x="108579" y="11011"/>
                        <a:pt x="97568" y="0"/>
                        <a:pt x="84111" y="0"/>
                      </a:cubicBezTo>
                      <a:lnTo>
                        <a:pt x="24468" y="0"/>
                      </a:lnTo>
                      <a:cubicBezTo>
                        <a:pt x="11011" y="0"/>
                        <a:pt x="0" y="11011"/>
                        <a:pt x="0" y="24469"/>
                      </a:cubicBezTo>
                      <a:lnTo>
                        <a:pt x="0" y="7592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7" name="Google Shape;1367;p30">
                  <a:extLst>
                    <a:ext uri="{FF2B5EF4-FFF2-40B4-BE49-F238E27FC236}">
                      <a16:creationId xmlns:a16="http://schemas.microsoft.com/office/drawing/2014/main" id="{4776CBD7-5F6A-3BAA-3132-CA267074D02B}"/>
                    </a:ext>
                  </a:extLst>
                </p:cNvPr>
                <p:cNvSpPr/>
                <p:nvPr/>
              </p:nvSpPr>
              <p:spPr>
                <a:xfrm>
                  <a:off x="5612846" y="3013305"/>
                  <a:ext cx="147423" cy="25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25284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603" y="0"/>
                        <a:pt x="147423" y="2821"/>
                        <a:pt x="147423" y="6321"/>
                      </a:cubicBezTo>
                      <a:lnTo>
                        <a:pt x="147423" y="18963"/>
                      </a:lnTo>
                      <a:cubicBezTo>
                        <a:pt x="147423" y="22430"/>
                        <a:pt x="144603" y="25284"/>
                        <a:pt x="141102" y="25284"/>
                      </a:cubicBezTo>
                      <a:lnTo>
                        <a:pt x="6321" y="25284"/>
                      </a:lnTo>
                      <a:cubicBezTo>
                        <a:pt x="2821" y="25284"/>
                        <a:pt x="0" y="22463"/>
                        <a:pt x="0" y="18963"/>
                      </a:cubicBezTo>
                      <a:lnTo>
                        <a:pt x="0" y="6355"/>
                      </a:lnTo>
                      <a:cubicBezTo>
                        <a:pt x="0" y="2855"/>
                        <a:pt x="2821" y="34"/>
                        <a:pt x="6321" y="3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8" name="Google Shape;1368;p30">
                  <a:extLst>
                    <a:ext uri="{FF2B5EF4-FFF2-40B4-BE49-F238E27FC236}">
                      <a16:creationId xmlns:a16="http://schemas.microsoft.com/office/drawing/2014/main" id="{5F4F26A8-BA4A-4E37-BB23-3FE540921FF4}"/>
                    </a:ext>
                  </a:extLst>
                </p:cNvPr>
                <p:cNvSpPr/>
                <p:nvPr/>
              </p:nvSpPr>
              <p:spPr>
                <a:xfrm>
                  <a:off x="5612846" y="3013305"/>
                  <a:ext cx="147423" cy="11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11316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569" y="0"/>
                        <a:pt x="147423" y="2821"/>
                        <a:pt x="147423" y="6321"/>
                      </a:cubicBezTo>
                      <a:lnTo>
                        <a:pt x="147423" y="11317"/>
                      </a:lnTo>
                      <a:lnTo>
                        <a:pt x="0" y="11317"/>
                      </a:lnTo>
                      <a:lnTo>
                        <a:pt x="0" y="6321"/>
                      </a:lnTo>
                      <a:cubicBezTo>
                        <a:pt x="0" y="2855"/>
                        <a:pt x="2855" y="0"/>
                        <a:pt x="6321" y="0"/>
                      </a:cubicBez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9" name="Google Shape;1369;p30">
                  <a:extLst>
                    <a:ext uri="{FF2B5EF4-FFF2-40B4-BE49-F238E27FC236}">
                      <a16:creationId xmlns:a16="http://schemas.microsoft.com/office/drawing/2014/main" id="{F026D8A6-6BAF-409C-227A-AE6C4169B690}"/>
                    </a:ext>
                  </a:extLst>
                </p:cNvPr>
                <p:cNvSpPr/>
                <p:nvPr/>
              </p:nvSpPr>
              <p:spPr>
                <a:xfrm>
                  <a:off x="5673984" y="2868533"/>
                  <a:ext cx="25148" cy="70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48" h="70517" extrusionOk="0">
                      <a:moveTo>
                        <a:pt x="0" y="0"/>
                      </a:moveTo>
                      <a:lnTo>
                        <a:pt x="25148" y="0"/>
                      </a:lnTo>
                      <a:lnTo>
                        <a:pt x="25148" y="70517"/>
                      </a:lnTo>
                      <a:lnTo>
                        <a:pt x="0" y="70517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70" name="Google Shape;1370;p30">
                  <a:extLst>
                    <a:ext uri="{FF2B5EF4-FFF2-40B4-BE49-F238E27FC236}">
                      <a16:creationId xmlns:a16="http://schemas.microsoft.com/office/drawing/2014/main" id="{0D1FBBD6-C08A-FD37-407F-E071CC0B850A}"/>
                    </a:ext>
                  </a:extLst>
                </p:cNvPr>
                <p:cNvSpPr/>
                <p:nvPr/>
              </p:nvSpPr>
              <p:spPr>
                <a:xfrm>
                  <a:off x="5665148" y="2845934"/>
                  <a:ext cx="42819" cy="428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19" h="42820" extrusionOk="0">
                      <a:moveTo>
                        <a:pt x="21410" y="42820"/>
                      </a:moveTo>
                      <a:cubicBezTo>
                        <a:pt x="33203" y="42820"/>
                        <a:pt x="42820" y="33203"/>
                        <a:pt x="42820" y="21410"/>
                      </a:cubicBezTo>
                      <a:cubicBezTo>
                        <a:pt x="42820" y="9618"/>
                        <a:pt x="33203" y="0"/>
                        <a:pt x="21410" y="0"/>
                      </a:cubicBezTo>
                      <a:cubicBezTo>
                        <a:pt x="9618" y="0"/>
                        <a:pt x="0" y="9618"/>
                        <a:pt x="0" y="21410"/>
                      </a:cubicBezTo>
                      <a:cubicBezTo>
                        <a:pt x="0" y="33203"/>
                        <a:pt x="9618" y="42820"/>
                        <a:pt x="21410" y="4282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71" name="Google Shape;1371;p30">
                  <a:extLst>
                    <a:ext uri="{FF2B5EF4-FFF2-40B4-BE49-F238E27FC236}">
                      <a16:creationId xmlns:a16="http://schemas.microsoft.com/office/drawing/2014/main" id="{14F6380E-3119-3C19-B4CE-10B72AED7123}"/>
                    </a:ext>
                  </a:extLst>
                </p:cNvPr>
                <p:cNvSpPr/>
                <p:nvPr/>
              </p:nvSpPr>
              <p:spPr>
                <a:xfrm>
                  <a:off x="5672692" y="2850488"/>
                  <a:ext cx="19405" cy="19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05" h="19438" extrusionOk="0">
                      <a:moveTo>
                        <a:pt x="9686" y="19439"/>
                      </a:moveTo>
                      <a:cubicBezTo>
                        <a:pt x="15055" y="19439"/>
                        <a:pt x="19405" y="15089"/>
                        <a:pt x="19405" y="9719"/>
                      </a:cubicBezTo>
                      <a:cubicBezTo>
                        <a:pt x="19405" y="4350"/>
                        <a:pt x="15055" y="0"/>
                        <a:pt x="9686" y="0"/>
                      </a:cubicBezTo>
                      <a:cubicBezTo>
                        <a:pt x="4316" y="0"/>
                        <a:pt x="0" y="4384"/>
                        <a:pt x="0" y="9719"/>
                      </a:cubicBezTo>
                      <a:cubicBezTo>
                        <a:pt x="0" y="15055"/>
                        <a:pt x="4350" y="19439"/>
                        <a:pt x="9686" y="1943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  <p:sp>
          <p:nvSpPr>
            <p:cNvPr id="1372" name="Google Shape;1372;p30">
              <a:extLst>
                <a:ext uri="{FF2B5EF4-FFF2-40B4-BE49-F238E27FC236}">
                  <a16:creationId xmlns:a16="http://schemas.microsoft.com/office/drawing/2014/main" id="{54A674BF-941C-DD99-9F52-4017270ACD36}"/>
                </a:ext>
              </a:extLst>
            </p:cNvPr>
            <p:cNvSpPr/>
            <p:nvPr/>
          </p:nvSpPr>
          <p:spPr>
            <a:xfrm flipH="1">
              <a:off x="9189886" y="4417130"/>
              <a:ext cx="345880" cy="718513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3" name="Google Shape;1373;p30">
              <a:extLst>
                <a:ext uri="{FF2B5EF4-FFF2-40B4-BE49-F238E27FC236}">
                  <a16:creationId xmlns:a16="http://schemas.microsoft.com/office/drawing/2014/main" id="{3BE624B3-20DC-0C75-2C05-DC0D6E83A3E9}"/>
                </a:ext>
              </a:extLst>
            </p:cNvPr>
            <p:cNvSpPr/>
            <p:nvPr/>
          </p:nvSpPr>
          <p:spPr>
            <a:xfrm flipH="1">
              <a:off x="7950907" y="4417130"/>
              <a:ext cx="345880" cy="718513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4" name="Google Shape;1374;p30">
              <a:extLst>
                <a:ext uri="{FF2B5EF4-FFF2-40B4-BE49-F238E27FC236}">
                  <a16:creationId xmlns:a16="http://schemas.microsoft.com/office/drawing/2014/main" id="{6902416B-34E4-3C11-22AF-1BEDCFFB1F64}"/>
                </a:ext>
              </a:extLst>
            </p:cNvPr>
            <p:cNvSpPr/>
            <p:nvPr/>
          </p:nvSpPr>
          <p:spPr>
            <a:xfrm flipH="1">
              <a:off x="8570359" y="4422664"/>
              <a:ext cx="345880" cy="718513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375" name="Google Shape;1375;p30">
              <a:extLst>
                <a:ext uri="{FF2B5EF4-FFF2-40B4-BE49-F238E27FC236}">
                  <a16:creationId xmlns:a16="http://schemas.microsoft.com/office/drawing/2014/main" id="{10B981EB-9DC7-F33D-14B5-EA733A92424F}"/>
                </a:ext>
              </a:extLst>
            </p:cNvPr>
            <p:cNvGrpSpPr/>
            <p:nvPr/>
          </p:nvGrpSpPr>
          <p:grpSpPr>
            <a:xfrm flipH="1">
              <a:off x="7133162" y="4525117"/>
              <a:ext cx="501352" cy="617327"/>
              <a:chOff x="5292342" y="3091129"/>
              <a:chExt cx="224771" cy="276766"/>
            </a:xfrm>
          </p:grpSpPr>
          <p:sp>
            <p:nvSpPr>
              <p:cNvPr id="1376" name="Google Shape;1376;p30">
                <a:extLst>
                  <a:ext uri="{FF2B5EF4-FFF2-40B4-BE49-F238E27FC236}">
                    <a16:creationId xmlns:a16="http://schemas.microsoft.com/office/drawing/2014/main" id="{B2D77FA7-37B9-E85F-B3B7-1226A30B1A87}"/>
                  </a:ext>
                </a:extLst>
              </p:cNvPr>
              <p:cNvSpPr/>
              <p:nvPr/>
            </p:nvSpPr>
            <p:spPr>
              <a:xfrm>
                <a:off x="5378390" y="3254253"/>
                <a:ext cx="44247" cy="113642"/>
              </a:xfrm>
              <a:custGeom>
                <a:avLst/>
                <a:gdLst/>
                <a:ahLst/>
                <a:cxnLst/>
                <a:rect l="l" t="t" r="r" b="b"/>
                <a:pathLst>
                  <a:path w="44247" h="113642" extrusionOk="0">
                    <a:moveTo>
                      <a:pt x="0" y="0"/>
                    </a:moveTo>
                    <a:lnTo>
                      <a:pt x="44247" y="0"/>
                    </a:lnTo>
                    <a:lnTo>
                      <a:pt x="44247" y="113643"/>
                    </a:lnTo>
                    <a:lnTo>
                      <a:pt x="0" y="11364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77" name="Google Shape;1377;p30">
                <a:extLst>
                  <a:ext uri="{FF2B5EF4-FFF2-40B4-BE49-F238E27FC236}">
                    <a16:creationId xmlns:a16="http://schemas.microsoft.com/office/drawing/2014/main" id="{8B8761F4-6A83-545E-A840-CCE425B6FDB5}"/>
                  </a:ext>
                </a:extLst>
              </p:cNvPr>
              <p:cNvSpPr/>
              <p:nvPr/>
            </p:nvSpPr>
            <p:spPr>
              <a:xfrm>
                <a:off x="5292342" y="3091129"/>
                <a:ext cx="224771" cy="224770"/>
              </a:xfrm>
              <a:custGeom>
                <a:avLst/>
                <a:gdLst/>
                <a:ahLst/>
                <a:cxnLst/>
                <a:rect l="l" t="t" r="r" b="b"/>
                <a:pathLst>
                  <a:path w="224771" h="224770" extrusionOk="0">
                    <a:moveTo>
                      <a:pt x="112385" y="224771"/>
                    </a:moveTo>
                    <a:cubicBezTo>
                      <a:pt x="174271" y="224771"/>
                      <a:pt x="224771" y="174305"/>
                      <a:pt x="224771" y="112386"/>
                    </a:cubicBezTo>
                    <a:cubicBezTo>
                      <a:pt x="224771" y="50466"/>
                      <a:pt x="174305" y="0"/>
                      <a:pt x="112385" y="0"/>
                    </a:cubicBezTo>
                    <a:cubicBezTo>
                      <a:pt x="50466" y="0"/>
                      <a:pt x="0" y="50500"/>
                      <a:pt x="0" y="112386"/>
                    </a:cubicBezTo>
                    <a:cubicBezTo>
                      <a:pt x="0" y="174271"/>
                      <a:pt x="50466" y="224771"/>
                      <a:pt x="112385" y="22477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78" name="Google Shape;1378;p30">
                <a:extLst>
                  <a:ext uri="{FF2B5EF4-FFF2-40B4-BE49-F238E27FC236}">
                    <a16:creationId xmlns:a16="http://schemas.microsoft.com/office/drawing/2014/main" id="{B430221E-B34B-840B-6664-E5E81023F63D}"/>
                  </a:ext>
                </a:extLst>
              </p:cNvPr>
              <p:cNvSpPr/>
              <p:nvPr/>
            </p:nvSpPr>
            <p:spPr>
              <a:xfrm>
                <a:off x="5310116" y="3108903"/>
                <a:ext cx="189189" cy="189223"/>
              </a:xfrm>
              <a:custGeom>
                <a:avLst/>
                <a:gdLst/>
                <a:ahLst/>
                <a:cxnLst/>
                <a:rect l="l" t="t" r="r" b="b"/>
                <a:pathLst>
                  <a:path w="189189" h="189223" extrusionOk="0">
                    <a:moveTo>
                      <a:pt x="94612" y="189224"/>
                    </a:moveTo>
                    <a:cubicBezTo>
                      <a:pt x="146710" y="189224"/>
                      <a:pt x="189190" y="146744"/>
                      <a:pt x="189190" y="94612"/>
                    </a:cubicBezTo>
                    <a:cubicBezTo>
                      <a:pt x="189190" y="42480"/>
                      <a:pt x="146710" y="0"/>
                      <a:pt x="94612" y="0"/>
                    </a:cubicBezTo>
                    <a:cubicBezTo>
                      <a:pt x="42514" y="0"/>
                      <a:pt x="0" y="42514"/>
                      <a:pt x="0" y="94612"/>
                    </a:cubicBezTo>
                    <a:cubicBezTo>
                      <a:pt x="0" y="146709"/>
                      <a:pt x="42480" y="189224"/>
                      <a:pt x="94612" y="18922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79" name="Google Shape;1379;p30">
                <a:extLst>
                  <a:ext uri="{FF2B5EF4-FFF2-40B4-BE49-F238E27FC236}">
                    <a16:creationId xmlns:a16="http://schemas.microsoft.com/office/drawing/2014/main" id="{70160872-AEAA-D079-F538-85DBC2468C4F}"/>
                  </a:ext>
                </a:extLst>
              </p:cNvPr>
              <p:cNvSpPr/>
              <p:nvPr/>
            </p:nvSpPr>
            <p:spPr>
              <a:xfrm>
                <a:off x="5310116" y="3108937"/>
                <a:ext cx="189189" cy="98180"/>
              </a:xfrm>
              <a:custGeom>
                <a:avLst/>
                <a:gdLst/>
                <a:ahLst/>
                <a:cxnLst/>
                <a:rect l="l" t="t" r="r" b="b"/>
                <a:pathLst>
                  <a:path w="189189" h="98180" extrusionOk="0">
                    <a:moveTo>
                      <a:pt x="94578" y="0"/>
                    </a:moveTo>
                    <a:cubicBezTo>
                      <a:pt x="146845" y="0"/>
                      <a:pt x="189190" y="42378"/>
                      <a:pt x="189190" y="94612"/>
                    </a:cubicBezTo>
                    <a:cubicBezTo>
                      <a:pt x="189190" y="95801"/>
                      <a:pt x="189190" y="96991"/>
                      <a:pt x="189122" y="98180"/>
                    </a:cubicBezTo>
                    <a:lnTo>
                      <a:pt x="68" y="98180"/>
                    </a:lnTo>
                    <a:cubicBezTo>
                      <a:pt x="68" y="96991"/>
                      <a:pt x="0" y="95801"/>
                      <a:pt x="0" y="94612"/>
                    </a:cubicBezTo>
                    <a:cubicBezTo>
                      <a:pt x="0" y="42378"/>
                      <a:pt x="42378" y="0"/>
                      <a:pt x="9461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80" name="Google Shape;1380;p30">
                <a:extLst>
                  <a:ext uri="{FF2B5EF4-FFF2-40B4-BE49-F238E27FC236}">
                    <a16:creationId xmlns:a16="http://schemas.microsoft.com/office/drawing/2014/main" id="{8D32ED90-8522-EEF7-147F-A53CD3EE04A2}"/>
                  </a:ext>
                </a:extLst>
              </p:cNvPr>
              <p:cNvSpPr/>
              <p:nvPr/>
            </p:nvSpPr>
            <p:spPr>
              <a:xfrm>
                <a:off x="5402893" y="3125521"/>
                <a:ext cx="97853" cy="80440"/>
              </a:xfrm>
              <a:custGeom>
                <a:avLst/>
                <a:gdLst/>
                <a:ahLst/>
                <a:cxnLst/>
                <a:rect l="l" t="t" r="r" b="b"/>
                <a:pathLst>
                  <a:path w="97853" h="80440" extrusionOk="0">
                    <a:moveTo>
                      <a:pt x="88902" y="38810"/>
                    </a:moveTo>
                    <a:cubicBezTo>
                      <a:pt x="95223" y="52302"/>
                      <a:pt x="98078" y="66507"/>
                      <a:pt x="97840" y="80440"/>
                    </a:cubicBezTo>
                    <a:lnTo>
                      <a:pt x="0" y="80440"/>
                    </a:lnTo>
                    <a:lnTo>
                      <a:pt x="55428" y="0"/>
                    </a:lnTo>
                    <a:cubicBezTo>
                      <a:pt x="69497" y="9278"/>
                      <a:pt x="81256" y="22429"/>
                      <a:pt x="88902" y="3877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81" name="Google Shape;1381;p30">
                <a:extLst>
                  <a:ext uri="{FF2B5EF4-FFF2-40B4-BE49-F238E27FC236}">
                    <a16:creationId xmlns:a16="http://schemas.microsoft.com/office/drawing/2014/main" id="{E5CE4CD8-DB4E-380E-9A19-67659077599E}"/>
                  </a:ext>
                </a:extLst>
              </p:cNvPr>
              <p:cNvSpPr/>
              <p:nvPr/>
            </p:nvSpPr>
            <p:spPr>
              <a:xfrm>
                <a:off x="5362485" y="3109487"/>
                <a:ext cx="90873" cy="98173"/>
              </a:xfrm>
              <a:custGeom>
                <a:avLst/>
                <a:gdLst/>
                <a:ahLst/>
                <a:cxnLst/>
                <a:rect l="l" t="t" r="r" b="b"/>
                <a:pathLst>
                  <a:path w="90873" h="98173" extrusionOk="0">
                    <a:moveTo>
                      <a:pt x="50228" y="299"/>
                    </a:moveTo>
                    <a:cubicBezTo>
                      <a:pt x="65080" y="1455"/>
                      <a:pt x="78877" y="6008"/>
                      <a:pt x="90874" y="13111"/>
                    </a:cubicBezTo>
                    <a:lnTo>
                      <a:pt x="42548" y="98173"/>
                    </a:lnTo>
                    <a:lnTo>
                      <a:pt x="0" y="10257"/>
                    </a:lnTo>
                    <a:cubicBezTo>
                      <a:pt x="15055" y="2610"/>
                      <a:pt x="32217" y="-1128"/>
                      <a:pt x="50228" y="29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82" name="Google Shape;1382;p30">
                <a:extLst>
                  <a:ext uri="{FF2B5EF4-FFF2-40B4-BE49-F238E27FC236}">
                    <a16:creationId xmlns:a16="http://schemas.microsoft.com/office/drawing/2014/main" id="{DCE6621E-7A84-0289-5884-8ABF3C0ADEA0}"/>
                  </a:ext>
                </a:extLst>
              </p:cNvPr>
              <p:cNvSpPr/>
              <p:nvPr/>
            </p:nvSpPr>
            <p:spPr>
              <a:xfrm>
                <a:off x="5311712" y="3126507"/>
                <a:ext cx="97738" cy="81629"/>
              </a:xfrm>
              <a:custGeom>
                <a:avLst/>
                <a:gdLst/>
                <a:ahLst/>
                <a:cxnLst/>
                <a:rect l="l" t="t" r="r" b="b"/>
                <a:pathLst>
                  <a:path w="97738" h="81629" extrusionOk="0">
                    <a:moveTo>
                      <a:pt x="11657" y="31775"/>
                    </a:moveTo>
                    <a:cubicBezTo>
                      <a:pt x="18862" y="18725"/>
                      <a:pt x="28649" y="8054"/>
                      <a:pt x="40068" y="0"/>
                    </a:cubicBezTo>
                    <a:lnTo>
                      <a:pt x="97739" y="79047"/>
                    </a:lnTo>
                    <a:lnTo>
                      <a:pt x="103" y="81630"/>
                    </a:lnTo>
                    <a:cubicBezTo>
                      <a:pt x="-679" y="64808"/>
                      <a:pt x="2991" y="47578"/>
                      <a:pt x="11691" y="3174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383" name="Google Shape;1383;p30">
                <a:extLst>
                  <a:ext uri="{FF2B5EF4-FFF2-40B4-BE49-F238E27FC236}">
                    <a16:creationId xmlns:a16="http://schemas.microsoft.com/office/drawing/2014/main" id="{7423DDC0-576C-111C-E8E1-B5034C22E309}"/>
                  </a:ext>
                </a:extLst>
              </p:cNvPr>
              <p:cNvGrpSpPr/>
              <p:nvPr/>
            </p:nvGrpSpPr>
            <p:grpSpPr>
              <a:xfrm>
                <a:off x="5361045" y="3146273"/>
                <a:ext cx="64409" cy="79667"/>
                <a:chOff x="5361045" y="3146273"/>
                <a:chExt cx="64409" cy="79667"/>
              </a:xfrm>
            </p:grpSpPr>
            <p:sp>
              <p:nvSpPr>
                <p:cNvPr id="1384" name="Google Shape;1384;p30">
                  <a:extLst>
                    <a:ext uri="{FF2B5EF4-FFF2-40B4-BE49-F238E27FC236}">
                      <a16:creationId xmlns:a16="http://schemas.microsoft.com/office/drawing/2014/main" id="{8ECD8B35-7F96-9EF8-2D28-62FC4CC5AE2B}"/>
                    </a:ext>
                  </a:extLst>
                </p:cNvPr>
                <p:cNvSpPr/>
                <p:nvPr/>
              </p:nvSpPr>
              <p:spPr>
                <a:xfrm>
                  <a:off x="5382608" y="3183094"/>
                  <a:ext cx="42846" cy="42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46" h="42846" extrusionOk="0">
                      <a:moveTo>
                        <a:pt x="17328" y="404"/>
                      </a:moveTo>
                      <a:cubicBezTo>
                        <a:pt x="28951" y="-1873"/>
                        <a:pt x="40166" y="5705"/>
                        <a:pt x="42442" y="17328"/>
                      </a:cubicBezTo>
                      <a:cubicBezTo>
                        <a:pt x="44719" y="28951"/>
                        <a:pt x="37141" y="40199"/>
                        <a:pt x="25518" y="42442"/>
                      </a:cubicBezTo>
                      <a:cubicBezTo>
                        <a:pt x="13896" y="44719"/>
                        <a:pt x="2647" y="37141"/>
                        <a:pt x="404" y="25518"/>
                      </a:cubicBezTo>
                      <a:cubicBezTo>
                        <a:pt x="-1873" y="13930"/>
                        <a:pt x="5706" y="2681"/>
                        <a:pt x="17328" y="43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85" name="Google Shape;1385;p30">
                  <a:extLst>
                    <a:ext uri="{FF2B5EF4-FFF2-40B4-BE49-F238E27FC236}">
                      <a16:creationId xmlns:a16="http://schemas.microsoft.com/office/drawing/2014/main" id="{5FF44668-20B8-8FBE-D56A-7AD40C6AAA61}"/>
                    </a:ext>
                  </a:extLst>
                </p:cNvPr>
                <p:cNvSpPr/>
                <p:nvPr/>
              </p:nvSpPr>
              <p:spPr>
                <a:xfrm>
                  <a:off x="5361045" y="3146273"/>
                  <a:ext cx="43376" cy="543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76" h="54353" extrusionOk="0">
                      <a:moveTo>
                        <a:pt x="30327" y="54353"/>
                      </a:moveTo>
                      <a:lnTo>
                        <a:pt x="43376" y="45348"/>
                      </a:lnTo>
                      <a:lnTo>
                        <a:pt x="14456" y="3411"/>
                      </a:lnTo>
                      <a:cubicBezTo>
                        <a:pt x="11975" y="-191"/>
                        <a:pt x="6980" y="-1075"/>
                        <a:pt x="3411" y="1406"/>
                      </a:cubicBezTo>
                      <a:lnTo>
                        <a:pt x="3411" y="1406"/>
                      </a:lnTo>
                      <a:cubicBezTo>
                        <a:pt x="-191" y="3853"/>
                        <a:pt x="-1075" y="8815"/>
                        <a:pt x="1406" y="12451"/>
                      </a:cubicBezTo>
                      <a:lnTo>
                        <a:pt x="30361" y="54353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</p:grpSp>
      <p:grpSp>
        <p:nvGrpSpPr>
          <p:cNvPr id="1386" name="Google Shape;1386;p30">
            <a:extLst>
              <a:ext uri="{FF2B5EF4-FFF2-40B4-BE49-F238E27FC236}">
                <a16:creationId xmlns:a16="http://schemas.microsoft.com/office/drawing/2014/main" id="{8C735E16-C12E-4A8A-1CA0-73F8AA527F3C}"/>
              </a:ext>
            </a:extLst>
          </p:cNvPr>
          <p:cNvGrpSpPr/>
          <p:nvPr/>
        </p:nvGrpSpPr>
        <p:grpSpPr>
          <a:xfrm>
            <a:off x="944190" y="-76097"/>
            <a:ext cx="1392653" cy="3806820"/>
            <a:chOff x="7569444" y="2914051"/>
            <a:chExt cx="456473" cy="1247769"/>
          </a:xfrm>
        </p:grpSpPr>
        <p:sp>
          <p:nvSpPr>
            <p:cNvPr id="1387" name="Google Shape;1387;p30">
              <a:extLst>
                <a:ext uri="{FF2B5EF4-FFF2-40B4-BE49-F238E27FC236}">
                  <a16:creationId xmlns:a16="http://schemas.microsoft.com/office/drawing/2014/main" id="{9637083F-DBF6-D84B-7B17-607D932A3EFF}"/>
                </a:ext>
              </a:extLst>
            </p:cNvPr>
            <p:cNvSpPr/>
            <p:nvPr/>
          </p:nvSpPr>
          <p:spPr>
            <a:xfrm>
              <a:off x="7774605" y="2946357"/>
              <a:ext cx="43737" cy="824553"/>
            </a:xfrm>
            <a:custGeom>
              <a:avLst/>
              <a:gdLst/>
              <a:ahLst/>
              <a:cxnLst/>
              <a:rect l="l" t="t" r="r" b="b"/>
              <a:pathLst>
                <a:path w="43737" h="349017" extrusionOk="0">
                  <a:moveTo>
                    <a:pt x="0" y="0"/>
                  </a:moveTo>
                  <a:lnTo>
                    <a:pt x="43738" y="0"/>
                  </a:lnTo>
                  <a:lnTo>
                    <a:pt x="43738" y="349017"/>
                  </a:lnTo>
                  <a:lnTo>
                    <a:pt x="0" y="34901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88" name="Google Shape;1388;p30">
              <a:extLst>
                <a:ext uri="{FF2B5EF4-FFF2-40B4-BE49-F238E27FC236}">
                  <a16:creationId xmlns:a16="http://schemas.microsoft.com/office/drawing/2014/main" id="{CAD9A9A8-E5F3-347C-908F-73ADFA4CA718}"/>
                </a:ext>
              </a:extLst>
            </p:cNvPr>
            <p:cNvSpPr/>
            <p:nvPr/>
          </p:nvSpPr>
          <p:spPr>
            <a:xfrm>
              <a:off x="7705754" y="2914051"/>
              <a:ext cx="181440" cy="72386"/>
            </a:xfrm>
            <a:custGeom>
              <a:avLst/>
              <a:gdLst/>
              <a:ahLst/>
              <a:cxnLst/>
              <a:rect l="l" t="t" r="r" b="b"/>
              <a:pathLst>
                <a:path w="181440" h="72386" extrusionOk="0">
                  <a:moveTo>
                    <a:pt x="36193" y="0"/>
                  </a:moveTo>
                  <a:lnTo>
                    <a:pt x="145248" y="0"/>
                  </a:lnTo>
                  <a:cubicBezTo>
                    <a:pt x="165162" y="0"/>
                    <a:pt x="181441" y="16278"/>
                    <a:pt x="181441" y="36193"/>
                  </a:cubicBezTo>
                  <a:lnTo>
                    <a:pt x="181441" y="36193"/>
                  </a:lnTo>
                  <a:cubicBezTo>
                    <a:pt x="181441" y="56108"/>
                    <a:pt x="165162" y="72386"/>
                    <a:pt x="145248" y="72386"/>
                  </a:cubicBezTo>
                  <a:lnTo>
                    <a:pt x="36193" y="72386"/>
                  </a:lnTo>
                  <a:cubicBezTo>
                    <a:pt x="16279" y="72386"/>
                    <a:pt x="0" y="56108"/>
                    <a:pt x="0" y="36193"/>
                  </a:cubicBezTo>
                  <a:lnTo>
                    <a:pt x="0" y="36193"/>
                  </a:lnTo>
                  <a:cubicBezTo>
                    <a:pt x="0" y="16278"/>
                    <a:pt x="16279" y="0"/>
                    <a:pt x="36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89" name="Google Shape;1389;p30">
              <a:extLst>
                <a:ext uri="{FF2B5EF4-FFF2-40B4-BE49-F238E27FC236}">
                  <a16:creationId xmlns:a16="http://schemas.microsoft.com/office/drawing/2014/main" id="{F53BEBDB-B60C-6E7A-1EDE-72EEB761F3CE}"/>
                </a:ext>
              </a:extLst>
            </p:cNvPr>
            <p:cNvSpPr/>
            <p:nvPr/>
          </p:nvSpPr>
          <p:spPr>
            <a:xfrm>
              <a:off x="7735761" y="3795302"/>
              <a:ext cx="122717" cy="69735"/>
            </a:xfrm>
            <a:custGeom>
              <a:avLst/>
              <a:gdLst/>
              <a:ahLst/>
              <a:cxnLst/>
              <a:rect l="l" t="t" r="r" b="b"/>
              <a:pathLst>
                <a:path w="122717" h="69735" extrusionOk="0">
                  <a:moveTo>
                    <a:pt x="0" y="69736"/>
                  </a:moveTo>
                  <a:lnTo>
                    <a:pt x="122717" y="69736"/>
                  </a:lnTo>
                  <a:lnTo>
                    <a:pt x="122717" y="9924"/>
                  </a:lnTo>
                  <a:cubicBezTo>
                    <a:pt x="122717" y="4452"/>
                    <a:pt x="118231" y="0"/>
                    <a:pt x="112794" y="0"/>
                  </a:cubicBezTo>
                  <a:lnTo>
                    <a:pt x="9924" y="0"/>
                  </a:lnTo>
                  <a:cubicBezTo>
                    <a:pt x="4452" y="0"/>
                    <a:pt x="0" y="4486"/>
                    <a:pt x="0" y="9924"/>
                  </a:cubicBezTo>
                  <a:lnTo>
                    <a:pt x="0" y="697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0" name="Google Shape;1390;p30">
              <a:extLst>
                <a:ext uri="{FF2B5EF4-FFF2-40B4-BE49-F238E27FC236}">
                  <a16:creationId xmlns:a16="http://schemas.microsoft.com/office/drawing/2014/main" id="{3DFB99C9-4926-E4AF-04CD-E059A557CD01}"/>
                </a:ext>
              </a:extLst>
            </p:cNvPr>
            <p:cNvSpPr/>
            <p:nvPr/>
          </p:nvSpPr>
          <p:spPr>
            <a:xfrm>
              <a:off x="7735897" y="3795268"/>
              <a:ext cx="122444" cy="8292"/>
            </a:xfrm>
            <a:custGeom>
              <a:avLst/>
              <a:gdLst/>
              <a:ahLst/>
              <a:cxnLst/>
              <a:rect l="l" t="t" r="r" b="b"/>
              <a:pathLst>
                <a:path w="122444" h="8292" extrusionOk="0">
                  <a:moveTo>
                    <a:pt x="122445" y="8292"/>
                  </a:moveTo>
                  <a:cubicBezTo>
                    <a:pt x="121663" y="3603"/>
                    <a:pt x="117551" y="0"/>
                    <a:pt x="112658" y="0"/>
                  </a:cubicBezTo>
                  <a:lnTo>
                    <a:pt x="9788" y="0"/>
                  </a:lnTo>
                  <a:cubicBezTo>
                    <a:pt x="4894" y="0"/>
                    <a:pt x="782" y="3603"/>
                    <a:pt x="0" y="8292"/>
                  </a:cubicBezTo>
                  <a:lnTo>
                    <a:pt x="122445" y="82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1" name="Google Shape;1391;p30">
              <a:extLst>
                <a:ext uri="{FF2B5EF4-FFF2-40B4-BE49-F238E27FC236}">
                  <a16:creationId xmlns:a16="http://schemas.microsoft.com/office/drawing/2014/main" id="{58691AF4-8C21-9E56-7732-2F7DBCCA0426}"/>
                </a:ext>
              </a:extLst>
            </p:cNvPr>
            <p:cNvSpPr/>
            <p:nvPr/>
          </p:nvSpPr>
          <p:spPr>
            <a:xfrm>
              <a:off x="7761249" y="3757172"/>
              <a:ext cx="71740" cy="39727"/>
            </a:xfrm>
            <a:custGeom>
              <a:avLst/>
              <a:gdLst/>
              <a:ahLst/>
              <a:cxnLst/>
              <a:rect l="l" t="t" r="r" b="b"/>
              <a:pathLst>
                <a:path w="71740" h="39727" extrusionOk="0">
                  <a:moveTo>
                    <a:pt x="0" y="39727"/>
                  </a:moveTo>
                  <a:lnTo>
                    <a:pt x="71741" y="39727"/>
                  </a:lnTo>
                  <a:lnTo>
                    <a:pt x="71741" y="9923"/>
                  </a:lnTo>
                  <a:cubicBezTo>
                    <a:pt x="71741" y="4452"/>
                    <a:pt x="67289" y="0"/>
                    <a:pt x="61818" y="0"/>
                  </a:cubicBezTo>
                  <a:lnTo>
                    <a:pt x="9958" y="0"/>
                  </a:lnTo>
                  <a:cubicBezTo>
                    <a:pt x="4486" y="0"/>
                    <a:pt x="34" y="4452"/>
                    <a:pt x="34" y="9923"/>
                  </a:cubicBezTo>
                  <a:lnTo>
                    <a:pt x="34" y="397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2" name="Google Shape;1392;p30">
              <a:extLst>
                <a:ext uri="{FF2B5EF4-FFF2-40B4-BE49-F238E27FC236}">
                  <a16:creationId xmlns:a16="http://schemas.microsoft.com/office/drawing/2014/main" id="{C951267B-CE86-D027-8F93-973CF4A53C5A}"/>
                </a:ext>
              </a:extLst>
            </p:cNvPr>
            <p:cNvSpPr/>
            <p:nvPr/>
          </p:nvSpPr>
          <p:spPr>
            <a:xfrm>
              <a:off x="7761556" y="3757138"/>
              <a:ext cx="71196" cy="7646"/>
            </a:xfrm>
            <a:custGeom>
              <a:avLst/>
              <a:gdLst/>
              <a:ahLst/>
              <a:cxnLst/>
              <a:rect l="l" t="t" r="r" b="b"/>
              <a:pathLst>
                <a:path w="71196" h="7646" extrusionOk="0">
                  <a:moveTo>
                    <a:pt x="71163" y="7646"/>
                  </a:moveTo>
                  <a:cubicBezTo>
                    <a:pt x="70110" y="3262"/>
                    <a:pt x="66167" y="0"/>
                    <a:pt x="61512" y="0"/>
                  </a:cubicBezTo>
                  <a:lnTo>
                    <a:pt x="9652" y="0"/>
                  </a:lnTo>
                  <a:cubicBezTo>
                    <a:pt x="4996" y="0"/>
                    <a:pt x="1020" y="3262"/>
                    <a:pt x="0" y="7646"/>
                  </a:cubicBezTo>
                  <a:lnTo>
                    <a:pt x="71197" y="76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3" name="Google Shape;1393;p30">
              <a:extLst>
                <a:ext uri="{FF2B5EF4-FFF2-40B4-BE49-F238E27FC236}">
                  <a16:creationId xmlns:a16="http://schemas.microsoft.com/office/drawing/2014/main" id="{D6EE41E7-BE83-05B4-0289-DA54EB042893}"/>
                </a:ext>
              </a:extLst>
            </p:cNvPr>
            <p:cNvSpPr/>
            <p:nvPr/>
          </p:nvSpPr>
          <p:spPr>
            <a:xfrm>
              <a:off x="7578755" y="3861231"/>
              <a:ext cx="171280" cy="178790"/>
            </a:xfrm>
            <a:custGeom>
              <a:avLst/>
              <a:gdLst/>
              <a:ahLst/>
              <a:cxnLst/>
              <a:rect l="l" t="t" r="r" b="b"/>
              <a:pathLst>
                <a:path w="171280" h="178790" extrusionOk="0">
                  <a:moveTo>
                    <a:pt x="112216" y="0"/>
                  </a:moveTo>
                  <a:lnTo>
                    <a:pt x="171281" y="54850"/>
                  </a:lnTo>
                  <a:lnTo>
                    <a:pt x="28750" y="178791"/>
                  </a:lnTo>
                  <a:lnTo>
                    <a:pt x="0" y="152079"/>
                  </a:lnTo>
                  <a:lnTo>
                    <a:pt x="112250" y="0"/>
                  </a:lnTo>
                  <a:lnTo>
                    <a:pt x="112250" y="0"/>
                  </a:lnTo>
                  <a:close/>
                  <a:moveTo>
                    <a:pt x="108410" y="63312"/>
                  </a:moveTo>
                  <a:cubicBezTo>
                    <a:pt x="105419" y="60458"/>
                    <a:pt x="100593" y="60594"/>
                    <a:pt x="97738" y="63584"/>
                  </a:cubicBezTo>
                  <a:lnTo>
                    <a:pt x="51996" y="111910"/>
                  </a:lnTo>
                  <a:cubicBezTo>
                    <a:pt x="49141" y="114900"/>
                    <a:pt x="49277" y="119726"/>
                    <a:pt x="52302" y="122581"/>
                  </a:cubicBezTo>
                  <a:lnTo>
                    <a:pt x="52302" y="122581"/>
                  </a:lnTo>
                  <a:cubicBezTo>
                    <a:pt x="55326" y="125436"/>
                    <a:pt x="60119" y="125300"/>
                    <a:pt x="62973" y="122309"/>
                  </a:cubicBezTo>
                  <a:lnTo>
                    <a:pt x="108715" y="73984"/>
                  </a:lnTo>
                  <a:cubicBezTo>
                    <a:pt x="111570" y="70959"/>
                    <a:pt x="111434" y="66167"/>
                    <a:pt x="108444" y="63312"/>
                  </a:cubicBezTo>
                  <a:lnTo>
                    <a:pt x="108444" y="633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4" name="Google Shape;1394;p30">
              <a:extLst>
                <a:ext uri="{FF2B5EF4-FFF2-40B4-BE49-F238E27FC236}">
                  <a16:creationId xmlns:a16="http://schemas.microsoft.com/office/drawing/2014/main" id="{D7E94131-2DFE-2CD1-3C78-015F95B1E737}"/>
                </a:ext>
              </a:extLst>
            </p:cNvPr>
            <p:cNvSpPr/>
            <p:nvPr/>
          </p:nvSpPr>
          <p:spPr>
            <a:xfrm>
              <a:off x="7845327" y="3860042"/>
              <a:ext cx="171279" cy="178824"/>
            </a:xfrm>
            <a:custGeom>
              <a:avLst/>
              <a:gdLst/>
              <a:ahLst/>
              <a:cxnLst/>
              <a:rect l="l" t="t" r="r" b="b"/>
              <a:pathLst>
                <a:path w="171279" h="178824" extrusionOk="0">
                  <a:moveTo>
                    <a:pt x="59064" y="0"/>
                  </a:moveTo>
                  <a:lnTo>
                    <a:pt x="0" y="54850"/>
                  </a:lnTo>
                  <a:lnTo>
                    <a:pt x="142529" y="178825"/>
                  </a:lnTo>
                  <a:lnTo>
                    <a:pt x="171280" y="152113"/>
                  </a:lnTo>
                  <a:lnTo>
                    <a:pt x="59030" y="34"/>
                  </a:lnTo>
                  <a:lnTo>
                    <a:pt x="59030" y="34"/>
                  </a:lnTo>
                  <a:close/>
                  <a:moveTo>
                    <a:pt x="62871" y="63312"/>
                  </a:moveTo>
                  <a:cubicBezTo>
                    <a:pt x="65895" y="60458"/>
                    <a:pt x="70686" y="60594"/>
                    <a:pt x="73541" y="63584"/>
                  </a:cubicBezTo>
                  <a:lnTo>
                    <a:pt x="119284" y="111910"/>
                  </a:lnTo>
                  <a:cubicBezTo>
                    <a:pt x="122139" y="114934"/>
                    <a:pt x="122003" y="119726"/>
                    <a:pt x="119012" y="122581"/>
                  </a:cubicBezTo>
                  <a:lnTo>
                    <a:pt x="119012" y="122581"/>
                  </a:lnTo>
                  <a:cubicBezTo>
                    <a:pt x="115987" y="125435"/>
                    <a:pt x="111196" y="125300"/>
                    <a:pt x="108341" y="122309"/>
                  </a:cubicBezTo>
                  <a:lnTo>
                    <a:pt x="62599" y="73983"/>
                  </a:lnTo>
                  <a:cubicBezTo>
                    <a:pt x="59744" y="70959"/>
                    <a:pt x="59880" y="66167"/>
                    <a:pt x="62904" y="63312"/>
                  </a:cubicBezTo>
                  <a:lnTo>
                    <a:pt x="62904" y="633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5" name="Google Shape;1395;p30">
              <a:extLst>
                <a:ext uri="{FF2B5EF4-FFF2-40B4-BE49-F238E27FC236}">
                  <a16:creationId xmlns:a16="http://schemas.microsoft.com/office/drawing/2014/main" id="{D9D05F11-320A-A986-3BC1-9B012211E79C}"/>
                </a:ext>
              </a:extLst>
            </p:cNvPr>
            <p:cNvSpPr/>
            <p:nvPr/>
          </p:nvSpPr>
          <p:spPr>
            <a:xfrm>
              <a:off x="7679538" y="3848961"/>
              <a:ext cx="80741" cy="80717"/>
            </a:xfrm>
            <a:custGeom>
              <a:avLst/>
              <a:gdLst/>
              <a:ahLst/>
              <a:cxnLst/>
              <a:rect l="l" t="t" r="r" b="b"/>
              <a:pathLst>
                <a:path w="80741" h="80717" extrusionOk="0">
                  <a:moveTo>
                    <a:pt x="12928" y="69942"/>
                  </a:moveTo>
                  <a:cubicBezTo>
                    <a:pt x="29241" y="85099"/>
                    <a:pt x="54797" y="84147"/>
                    <a:pt x="69953" y="67835"/>
                  </a:cubicBezTo>
                  <a:cubicBezTo>
                    <a:pt x="85110" y="51488"/>
                    <a:pt x="84193" y="25966"/>
                    <a:pt x="67847" y="10775"/>
                  </a:cubicBezTo>
                  <a:cubicBezTo>
                    <a:pt x="51534" y="-4382"/>
                    <a:pt x="25978" y="-3430"/>
                    <a:pt x="10787" y="12882"/>
                  </a:cubicBezTo>
                  <a:cubicBezTo>
                    <a:pt x="-4369" y="29229"/>
                    <a:pt x="-3452" y="54751"/>
                    <a:pt x="12894" y="6994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6" name="Google Shape;1396;p30">
              <a:extLst>
                <a:ext uri="{FF2B5EF4-FFF2-40B4-BE49-F238E27FC236}">
                  <a16:creationId xmlns:a16="http://schemas.microsoft.com/office/drawing/2014/main" id="{20D8E7DB-3922-660A-EB27-A564EBC90802}"/>
                </a:ext>
              </a:extLst>
            </p:cNvPr>
            <p:cNvSpPr/>
            <p:nvPr/>
          </p:nvSpPr>
          <p:spPr>
            <a:xfrm>
              <a:off x="7835027" y="3847805"/>
              <a:ext cx="80683" cy="80683"/>
            </a:xfrm>
            <a:custGeom>
              <a:avLst/>
              <a:gdLst/>
              <a:ahLst/>
              <a:cxnLst/>
              <a:rect l="l" t="t" r="r" b="b"/>
              <a:pathLst>
                <a:path w="80683" h="80683" extrusionOk="0">
                  <a:moveTo>
                    <a:pt x="67835" y="69908"/>
                  </a:moveTo>
                  <a:cubicBezTo>
                    <a:pt x="51488" y="85065"/>
                    <a:pt x="25966" y="84113"/>
                    <a:pt x="10775" y="67801"/>
                  </a:cubicBezTo>
                  <a:cubicBezTo>
                    <a:pt x="-4382" y="51488"/>
                    <a:pt x="-3430" y="25932"/>
                    <a:pt x="12882" y="10775"/>
                  </a:cubicBezTo>
                  <a:cubicBezTo>
                    <a:pt x="29194" y="-4381"/>
                    <a:pt x="54751" y="-3430"/>
                    <a:pt x="69907" y="12882"/>
                  </a:cubicBezTo>
                  <a:cubicBezTo>
                    <a:pt x="85065" y="29229"/>
                    <a:pt x="84113" y="54751"/>
                    <a:pt x="67801" y="6994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7" name="Google Shape;1397;p30">
              <a:extLst>
                <a:ext uri="{FF2B5EF4-FFF2-40B4-BE49-F238E27FC236}">
                  <a16:creationId xmlns:a16="http://schemas.microsoft.com/office/drawing/2014/main" id="{6A535484-82C8-4CA2-C175-4BB9DCF9D321}"/>
                </a:ext>
              </a:extLst>
            </p:cNvPr>
            <p:cNvSpPr/>
            <p:nvPr/>
          </p:nvSpPr>
          <p:spPr>
            <a:xfrm>
              <a:off x="7577226" y="3998731"/>
              <a:ext cx="139844" cy="148884"/>
            </a:xfrm>
            <a:custGeom>
              <a:avLst/>
              <a:gdLst/>
              <a:ahLst/>
              <a:cxnLst/>
              <a:rect l="l" t="t" r="r" b="b"/>
              <a:pathLst>
                <a:path w="139844" h="148884" extrusionOk="0">
                  <a:moveTo>
                    <a:pt x="0" y="43874"/>
                  </a:moveTo>
                  <a:lnTo>
                    <a:pt x="50025" y="0"/>
                  </a:lnTo>
                  <a:lnTo>
                    <a:pt x="139844" y="127509"/>
                  </a:lnTo>
                  <a:lnTo>
                    <a:pt x="115478" y="148885"/>
                  </a:lnTo>
                  <a:lnTo>
                    <a:pt x="0" y="43874"/>
                  </a:lnTo>
                  <a:lnTo>
                    <a:pt x="0" y="43874"/>
                  </a:lnTo>
                  <a:close/>
                  <a:moveTo>
                    <a:pt x="94917" y="101884"/>
                  </a:moveTo>
                  <a:lnTo>
                    <a:pt x="94917" y="101884"/>
                  </a:lnTo>
                  <a:cubicBezTo>
                    <a:pt x="97500" y="99709"/>
                    <a:pt x="97772" y="95802"/>
                    <a:pt x="95564" y="93253"/>
                  </a:cubicBezTo>
                  <a:lnTo>
                    <a:pt x="60322" y="52234"/>
                  </a:lnTo>
                  <a:cubicBezTo>
                    <a:pt x="58113" y="49685"/>
                    <a:pt x="54239" y="49379"/>
                    <a:pt x="51656" y="51588"/>
                  </a:cubicBezTo>
                  <a:lnTo>
                    <a:pt x="51656" y="51588"/>
                  </a:lnTo>
                  <a:cubicBezTo>
                    <a:pt x="49107" y="53797"/>
                    <a:pt x="48802" y="57671"/>
                    <a:pt x="51010" y="60220"/>
                  </a:cubicBezTo>
                  <a:lnTo>
                    <a:pt x="86252" y="101239"/>
                  </a:lnTo>
                  <a:cubicBezTo>
                    <a:pt x="88427" y="103788"/>
                    <a:pt x="92335" y="104093"/>
                    <a:pt x="94883" y="1018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8" name="Google Shape;1398;p30">
              <a:extLst>
                <a:ext uri="{FF2B5EF4-FFF2-40B4-BE49-F238E27FC236}">
                  <a16:creationId xmlns:a16="http://schemas.microsoft.com/office/drawing/2014/main" id="{E63C45D7-4F0B-092A-5F46-8B58BAF32C2B}"/>
                </a:ext>
              </a:extLst>
            </p:cNvPr>
            <p:cNvSpPr/>
            <p:nvPr/>
          </p:nvSpPr>
          <p:spPr>
            <a:xfrm>
              <a:off x="7878257" y="3997576"/>
              <a:ext cx="139844" cy="148884"/>
            </a:xfrm>
            <a:custGeom>
              <a:avLst/>
              <a:gdLst/>
              <a:ahLst/>
              <a:cxnLst/>
              <a:rect l="l" t="t" r="r" b="b"/>
              <a:pathLst>
                <a:path w="139844" h="148884" extrusionOk="0">
                  <a:moveTo>
                    <a:pt x="139844" y="43874"/>
                  </a:moveTo>
                  <a:lnTo>
                    <a:pt x="89820" y="0"/>
                  </a:lnTo>
                  <a:lnTo>
                    <a:pt x="0" y="127509"/>
                  </a:lnTo>
                  <a:lnTo>
                    <a:pt x="24366" y="148884"/>
                  </a:lnTo>
                  <a:lnTo>
                    <a:pt x="139844" y="43874"/>
                  </a:lnTo>
                  <a:lnTo>
                    <a:pt x="139844" y="43874"/>
                  </a:lnTo>
                  <a:close/>
                  <a:moveTo>
                    <a:pt x="44927" y="101884"/>
                  </a:moveTo>
                  <a:lnTo>
                    <a:pt x="44927" y="101884"/>
                  </a:lnTo>
                  <a:cubicBezTo>
                    <a:pt x="42378" y="99709"/>
                    <a:pt x="42072" y="95801"/>
                    <a:pt x="44281" y="93252"/>
                  </a:cubicBezTo>
                  <a:lnTo>
                    <a:pt x="79523" y="52268"/>
                  </a:lnTo>
                  <a:cubicBezTo>
                    <a:pt x="81732" y="49685"/>
                    <a:pt x="85606" y="49413"/>
                    <a:pt x="88155" y="51622"/>
                  </a:cubicBezTo>
                  <a:lnTo>
                    <a:pt x="88155" y="51622"/>
                  </a:lnTo>
                  <a:cubicBezTo>
                    <a:pt x="90703" y="53831"/>
                    <a:pt x="91010" y="57705"/>
                    <a:pt x="88800" y="60254"/>
                  </a:cubicBezTo>
                  <a:lnTo>
                    <a:pt x="53559" y="101273"/>
                  </a:lnTo>
                  <a:cubicBezTo>
                    <a:pt x="51350" y="103821"/>
                    <a:pt x="47476" y="104127"/>
                    <a:pt x="44893" y="1019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9" name="Google Shape;1399;p30">
              <a:extLst>
                <a:ext uri="{FF2B5EF4-FFF2-40B4-BE49-F238E27FC236}">
                  <a16:creationId xmlns:a16="http://schemas.microsoft.com/office/drawing/2014/main" id="{4E4EB19B-5FC3-916D-0ACF-8FA879329775}"/>
                </a:ext>
              </a:extLst>
            </p:cNvPr>
            <p:cNvSpPr/>
            <p:nvPr/>
          </p:nvSpPr>
          <p:spPr>
            <a:xfrm>
              <a:off x="7569444" y="3987823"/>
              <a:ext cx="66646" cy="66675"/>
            </a:xfrm>
            <a:custGeom>
              <a:avLst/>
              <a:gdLst/>
              <a:ahLst/>
              <a:cxnLst/>
              <a:rect l="l" t="t" r="r" b="b"/>
              <a:pathLst>
                <a:path w="66646" h="66675" extrusionOk="0">
                  <a:moveTo>
                    <a:pt x="55291" y="58384"/>
                  </a:moveTo>
                  <a:cubicBezTo>
                    <a:pt x="69123" y="46252"/>
                    <a:pt x="70516" y="25182"/>
                    <a:pt x="58384" y="11350"/>
                  </a:cubicBezTo>
                  <a:cubicBezTo>
                    <a:pt x="46252" y="-2482"/>
                    <a:pt x="25182" y="-3875"/>
                    <a:pt x="11350" y="8291"/>
                  </a:cubicBezTo>
                  <a:cubicBezTo>
                    <a:pt x="-2482" y="20424"/>
                    <a:pt x="-3875" y="41494"/>
                    <a:pt x="8291" y="55325"/>
                  </a:cubicBezTo>
                  <a:cubicBezTo>
                    <a:pt x="20424" y="69157"/>
                    <a:pt x="41494" y="70550"/>
                    <a:pt x="55325" y="583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0" name="Google Shape;1400;p30">
              <a:extLst>
                <a:ext uri="{FF2B5EF4-FFF2-40B4-BE49-F238E27FC236}">
                  <a16:creationId xmlns:a16="http://schemas.microsoft.com/office/drawing/2014/main" id="{1ECB4A40-C9F4-74D8-4BC3-D3D761E9A764}"/>
                </a:ext>
              </a:extLst>
            </p:cNvPr>
            <p:cNvSpPr/>
            <p:nvPr/>
          </p:nvSpPr>
          <p:spPr>
            <a:xfrm>
              <a:off x="7959242" y="3986668"/>
              <a:ext cx="66675" cy="66680"/>
            </a:xfrm>
            <a:custGeom>
              <a:avLst/>
              <a:gdLst/>
              <a:ahLst/>
              <a:cxnLst/>
              <a:rect l="l" t="t" r="r" b="b"/>
              <a:pathLst>
                <a:path w="66675" h="66680" extrusionOk="0">
                  <a:moveTo>
                    <a:pt x="55325" y="58384"/>
                  </a:moveTo>
                  <a:cubicBezTo>
                    <a:pt x="69157" y="46252"/>
                    <a:pt x="70550" y="25181"/>
                    <a:pt x="58384" y="11350"/>
                  </a:cubicBezTo>
                  <a:cubicBezTo>
                    <a:pt x="46252" y="-2482"/>
                    <a:pt x="25182" y="-3875"/>
                    <a:pt x="11350" y="8291"/>
                  </a:cubicBezTo>
                  <a:cubicBezTo>
                    <a:pt x="-2482" y="20423"/>
                    <a:pt x="-3875" y="41494"/>
                    <a:pt x="8292" y="55325"/>
                  </a:cubicBezTo>
                  <a:cubicBezTo>
                    <a:pt x="20423" y="69157"/>
                    <a:pt x="41494" y="70550"/>
                    <a:pt x="55325" y="584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1" name="Google Shape;1401;p30">
              <a:extLst>
                <a:ext uri="{FF2B5EF4-FFF2-40B4-BE49-F238E27FC236}">
                  <a16:creationId xmlns:a16="http://schemas.microsoft.com/office/drawing/2014/main" id="{456FDB0F-A241-3A99-8C30-688F026C4009}"/>
                </a:ext>
              </a:extLst>
            </p:cNvPr>
            <p:cNvSpPr/>
            <p:nvPr/>
          </p:nvSpPr>
          <p:spPr>
            <a:xfrm>
              <a:off x="7693791" y="3864562"/>
              <a:ext cx="206598" cy="49514"/>
            </a:xfrm>
            <a:custGeom>
              <a:avLst/>
              <a:gdLst/>
              <a:ahLst/>
              <a:cxnLst/>
              <a:rect l="l" t="t" r="r" b="b"/>
              <a:pathLst>
                <a:path w="206598" h="49514" extrusionOk="0">
                  <a:moveTo>
                    <a:pt x="22939" y="0"/>
                  </a:moveTo>
                  <a:lnTo>
                    <a:pt x="183684" y="0"/>
                  </a:lnTo>
                  <a:cubicBezTo>
                    <a:pt x="214236" y="0"/>
                    <a:pt x="214236" y="49515"/>
                    <a:pt x="183684" y="49515"/>
                  </a:cubicBezTo>
                  <a:lnTo>
                    <a:pt x="22939" y="49515"/>
                  </a:lnTo>
                  <a:cubicBezTo>
                    <a:pt x="-7646" y="49515"/>
                    <a:pt x="-7646" y="0"/>
                    <a:pt x="229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2" name="Google Shape;1402;p30">
              <a:extLst>
                <a:ext uri="{FF2B5EF4-FFF2-40B4-BE49-F238E27FC236}">
                  <a16:creationId xmlns:a16="http://schemas.microsoft.com/office/drawing/2014/main" id="{586B424B-6F48-9A75-4AE2-E08BDA0DA258}"/>
                </a:ext>
              </a:extLst>
            </p:cNvPr>
            <p:cNvSpPr/>
            <p:nvPr/>
          </p:nvSpPr>
          <p:spPr>
            <a:xfrm>
              <a:off x="7696544" y="4116996"/>
              <a:ext cx="77585" cy="32556"/>
            </a:xfrm>
            <a:custGeom>
              <a:avLst/>
              <a:gdLst/>
              <a:ahLst/>
              <a:cxnLst/>
              <a:rect l="l" t="t" r="r" b="b"/>
              <a:pathLst>
                <a:path w="77585" h="32556" extrusionOk="0">
                  <a:moveTo>
                    <a:pt x="0" y="32557"/>
                  </a:moveTo>
                  <a:lnTo>
                    <a:pt x="2447" y="0"/>
                  </a:lnTo>
                  <a:lnTo>
                    <a:pt x="77585" y="20526"/>
                  </a:lnTo>
                  <a:lnTo>
                    <a:pt x="77314" y="24468"/>
                  </a:lnTo>
                  <a:lnTo>
                    <a:pt x="0" y="3255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3" name="Google Shape;1403;p30">
              <a:extLst>
                <a:ext uri="{FF2B5EF4-FFF2-40B4-BE49-F238E27FC236}">
                  <a16:creationId xmlns:a16="http://schemas.microsoft.com/office/drawing/2014/main" id="{B72746A3-FDFC-0F8F-C276-325A4098E326}"/>
                </a:ext>
              </a:extLst>
            </p:cNvPr>
            <p:cNvSpPr/>
            <p:nvPr/>
          </p:nvSpPr>
          <p:spPr>
            <a:xfrm>
              <a:off x="7821198" y="4115840"/>
              <a:ext cx="77620" cy="32523"/>
            </a:xfrm>
            <a:custGeom>
              <a:avLst/>
              <a:gdLst/>
              <a:ahLst/>
              <a:cxnLst/>
              <a:rect l="l" t="t" r="r" b="b"/>
              <a:pathLst>
                <a:path w="77620" h="32523" extrusionOk="0">
                  <a:moveTo>
                    <a:pt x="77620" y="32523"/>
                  </a:moveTo>
                  <a:lnTo>
                    <a:pt x="75172" y="0"/>
                  </a:lnTo>
                  <a:lnTo>
                    <a:pt x="0" y="20493"/>
                  </a:lnTo>
                  <a:lnTo>
                    <a:pt x="306" y="24435"/>
                  </a:lnTo>
                  <a:lnTo>
                    <a:pt x="77620" y="3252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4" name="Google Shape;1404;p30">
              <a:extLst>
                <a:ext uri="{FF2B5EF4-FFF2-40B4-BE49-F238E27FC236}">
                  <a16:creationId xmlns:a16="http://schemas.microsoft.com/office/drawing/2014/main" id="{A0895954-3605-5EDF-D05C-81B7B235423A}"/>
                </a:ext>
              </a:extLst>
            </p:cNvPr>
            <p:cNvSpPr/>
            <p:nvPr/>
          </p:nvSpPr>
          <p:spPr>
            <a:xfrm>
              <a:off x="7670017" y="4095145"/>
              <a:ext cx="66633" cy="66675"/>
            </a:xfrm>
            <a:custGeom>
              <a:avLst/>
              <a:gdLst/>
              <a:ahLst/>
              <a:cxnLst/>
              <a:rect l="l" t="t" r="r" b="b"/>
              <a:pathLst>
                <a:path w="66633" h="66675" extrusionOk="0">
                  <a:moveTo>
                    <a:pt x="55278" y="58384"/>
                  </a:moveTo>
                  <a:cubicBezTo>
                    <a:pt x="69110" y="46252"/>
                    <a:pt x="70503" y="25182"/>
                    <a:pt x="58370" y="11350"/>
                  </a:cubicBezTo>
                  <a:cubicBezTo>
                    <a:pt x="46238" y="-2482"/>
                    <a:pt x="25168" y="-3875"/>
                    <a:pt x="11337" y="8291"/>
                  </a:cubicBezTo>
                  <a:cubicBezTo>
                    <a:pt x="-2495" y="20424"/>
                    <a:pt x="-3855" y="41494"/>
                    <a:pt x="8278" y="55325"/>
                  </a:cubicBezTo>
                  <a:cubicBezTo>
                    <a:pt x="20410" y="69157"/>
                    <a:pt x="41480" y="70550"/>
                    <a:pt x="55278" y="583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5" name="Google Shape;1405;p30">
              <a:extLst>
                <a:ext uri="{FF2B5EF4-FFF2-40B4-BE49-F238E27FC236}">
                  <a16:creationId xmlns:a16="http://schemas.microsoft.com/office/drawing/2014/main" id="{1FAED044-7821-260C-D395-05524F31861A}"/>
                </a:ext>
              </a:extLst>
            </p:cNvPr>
            <p:cNvSpPr/>
            <p:nvPr/>
          </p:nvSpPr>
          <p:spPr>
            <a:xfrm>
              <a:off x="7858678" y="4093955"/>
              <a:ext cx="66646" cy="66680"/>
            </a:xfrm>
            <a:custGeom>
              <a:avLst/>
              <a:gdLst/>
              <a:ahLst/>
              <a:cxnLst/>
              <a:rect l="l" t="t" r="r" b="b"/>
              <a:pathLst>
                <a:path w="66646" h="66680" extrusionOk="0">
                  <a:moveTo>
                    <a:pt x="11355" y="58384"/>
                  </a:moveTo>
                  <a:cubicBezTo>
                    <a:pt x="-2476" y="46252"/>
                    <a:pt x="-3870" y="25182"/>
                    <a:pt x="8263" y="11350"/>
                  </a:cubicBezTo>
                  <a:cubicBezTo>
                    <a:pt x="20395" y="-2482"/>
                    <a:pt x="41465" y="-3875"/>
                    <a:pt x="55297" y="8291"/>
                  </a:cubicBezTo>
                  <a:cubicBezTo>
                    <a:pt x="69128" y="20424"/>
                    <a:pt x="70522" y="41494"/>
                    <a:pt x="58355" y="55325"/>
                  </a:cubicBezTo>
                  <a:cubicBezTo>
                    <a:pt x="46223" y="69157"/>
                    <a:pt x="25153" y="70550"/>
                    <a:pt x="11321" y="584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6" name="Google Shape;1406;p30">
              <a:extLst>
                <a:ext uri="{FF2B5EF4-FFF2-40B4-BE49-F238E27FC236}">
                  <a16:creationId xmlns:a16="http://schemas.microsoft.com/office/drawing/2014/main" id="{7EFE7D34-41CF-C657-29DA-4731CD25F766}"/>
                </a:ext>
              </a:extLst>
            </p:cNvPr>
            <p:cNvSpPr/>
            <p:nvPr/>
          </p:nvSpPr>
          <p:spPr>
            <a:xfrm>
              <a:off x="7582799" y="4001246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8" y="39897"/>
                  </a:moveTo>
                  <a:cubicBezTo>
                    <a:pt x="30959" y="39897"/>
                    <a:pt x="39897" y="30925"/>
                    <a:pt x="39897" y="19949"/>
                  </a:cubicBezTo>
                  <a:cubicBezTo>
                    <a:pt x="39897" y="8972"/>
                    <a:pt x="30925" y="0"/>
                    <a:pt x="19948" y="0"/>
                  </a:cubicBezTo>
                  <a:cubicBezTo>
                    <a:pt x="8971" y="0"/>
                    <a:pt x="0" y="8972"/>
                    <a:pt x="0" y="19949"/>
                  </a:cubicBezTo>
                  <a:cubicBezTo>
                    <a:pt x="0" y="30925"/>
                    <a:pt x="8971" y="39897"/>
                    <a:pt x="19948" y="398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7" name="Google Shape;1407;p30">
              <a:extLst>
                <a:ext uri="{FF2B5EF4-FFF2-40B4-BE49-F238E27FC236}">
                  <a16:creationId xmlns:a16="http://schemas.microsoft.com/office/drawing/2014/main" id="{6ACD4502-A674-2FA9-4563-4D66B9689FEC}"/>
                </a:ext>
              </a:extLst>
            </p:cNvPr>
            <p:cNvSpPr/>
            <p:nvPr/>
          </p:nvSpPr>
          <p:spPr>
            <a:xfrm>
              <a:off x="7972631" y="4000056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8" y="39897"/>
                  </a:moveTo>
                  <a:cubicBezTo>
                    <a:pt x="30959" y="39897"/>
                    <a:pt x="39897" y="30925"/>
                    <a:pt x="39897" y="19949"/>
                  </a:cubicBezTo>
                  <a:cubicBezTo>
                    <a:pt x="39897" y="8972"/>
                    <a:pt x="30925" y="0"/>
                    <a:pt x="19948" y="0"/>
                  </a:cubicBezTo>
                  <a:cubicBezTo>
                    <a:pt x="8971" y="0"/>
                    <a:pt x="0" y="8972"/>
                    <a:pt x="0" y="19949"/>
                  </a:cubicBezTo>
                  <a:cubicBezTo>
                    <a:pt x="0" y="30925"/>
                    <a:pt x="8971" y="39897"/>
                    <a:pt x="19948" y="398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8" name="Google Shape;1408;p30">
              <a:extLst>
                <a:ext uri="{FF2B5EF4-FFF2-40B4-BE49-F238E27FC236}">
                  <a16:creationId xmlns:a16="http://schemas.microsoft.com/office/drawing/2014/main" id="{D6D73E9E-8264-C4A1-4E5D-48C047F2B5AB}"/>
                </a:ext>
              </a:extLst>
            </p:cNvPr>
            <p:cNvSpPr/>
            <p:nvPr/>
          </p:nvSpPr>
          <p:spPr>
            <a:xfrm>
              <a:off x="7592212" y="4010625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7" y="21070"/>
                    <a:pt x="21071" y="16347"/>
                    <a:pt x="21071" y="10535"/>
                  </a:cubicBezTo>
                  <a:cubicBezTo>
                    <a:pt x="21071" y="4724"/>
                    <a:pt x="16347" y="0"/>
                    <a:pt x="10535" y="0"/>
                  </a:cubicBezTo>
                  <a:cubicBezTo>
                    <a:pt x="4724" y="0"/>
                    <a:pt x="0" y="4724"/>
                    <a:pt x="0" y="10535"/>
                  </a:cubicBezTo>
                  <a:cubicBezTo>
                    <a:pt x="0" y="16347"/>
                    <a:pt x="4724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9" name="Google Shape;1409;p30">
              <a:extLst>
                <a:ext uri="{FF2B5EF4-FFF2-40B4-BE49-F238E27FC236}">
                  <a16:creationId xmlns:a16="http://schemas.microsoft.com/office/drawing/2014/main" id="{9FB0BEEA-A5DE-8097-C2E4-7D2083B85E00}"/>
                </a:ext>
              </a:extLst>
            </p:cNvPr>
            <p:cNvSpPr/>
            <p:nvPr/>
          </p:nvSpPr>
          <p:spPr>
            <a:xfrm>
              <a:off x="7982045" y="4009470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6" y="21070"/>
                    <a:pt x="21070" y="16346"/>
                    <a:pt x="21070" y="10535"/>
                  </a:cubicBezTo>
                  <a:cubicBezTo>
                    <a:pt x="21070" y="4724"/>
                    <a:pt x="16346" y="0"/>
                    <a:pt x="10535" y="0"/>
                  </a:cubicBezTo>
                  <a:cubicBezTo>
                    <a:pt x="4723" y="0"/>
                    <a:pt x="0" y="4724"/>
                    <a:pt x="0" y="10535"/>
                  </a:cubicBezTo>
                  <a:cubicBezTo>
                    <a:pt x="0" y="16346"/>
                    <a:pt x="4723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0" name="Google Shape;1410;p30">
              <a:extLst>
                <a:ext uri="{FF2B5EF4-FFF2-40B4-BE49-F238E27FC236}">
                  <a16:creationId xmlns:a16="http://schemas.microsoft.com/office/drawing/2014/main" id="{2B1389AC-E2ED-B81E-5692-0E32CFFCB490}"/>
                </a:ext>
              </a:extLst>
            </p:cNvPr>
            <p:cNvSpPr/>
            <p:nvPr/>
          </p:nvSpPr>
          <p:spPr>
            <a:xfrm>
              <a:off x="7683392" y="4108534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9" y="39897"/>
                  </a:moveTo>
                  <a:cubicBezTo>
                    <a:pt x="30926" y="39897"/>
                    <a:pt x="39897" y="30925"/>
                    <a:pt x="39897" y="19949"/>
                  </a:cubicBezTo>
                  <a:cubicBezTo>
                    <a:pt x="39897" y="8972"/>
                    <a:pt x="30926" y="0"/>
                    <a:pt x="19949" y="0"/>
                  </a:cubicBezTo>
                  <a:cubicBezTo>
                    <a:pt x="8972" y="0"/>
                    <a:pt x="0" y="8972"/>
                    <a:pt x="0" y="19949"/>
                  </a:cubicBezTo>
                  <a:cubicBezTo>
                    <a:pt x="0" y="30925"/>
                    <a:pt x="8972" y="39897"/>
                    <a:pt x="19949" y="398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1" name="Google Shape;1411;p30">
              <a:extLst>
                <a:ext uri="{FF2B5EF4-FFF2-40B4-BE49-F238E27FC236}">
                  <a16:creationId xmlns:a16="http://schemas.microsoft.com/office/drawing/2014/main" id="{1F89D28E-1827-0E37-7882-006BAE49DDB8}"/>
                </a:ext>
              </a:extLst>
            </p:cNvPr>
            <p:cNvSpPr/>
            <p:nvPr/>
          </p:nvSpPr>
          <p:spPr>
            <a:xfrm>
              <a:off x="7872072" y="4107344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9" y="39898"/>
                  </a:moveTo>
                  <a:cubicBezTo>
                    <a:pt x="30926" y="39898"/>
                    <a:pt x="39897" y="30926"/>
                    <a:pt x="39897" y="19949"/>
                  </a:cubicBezTo>
                  <a:cubicBezTo>
                    <a:pt x="39897" y="8972"/>
                    <a:pt x="30926" y="0"/>
                    <a:pt x="19949" y="0"/>
                  </a:cubicBezTo>
                  <a:cubicBezTo>
                    <a:pt x="8971" y="0"/>
                    <a:pt x="0" y="8972"/>
                    <a:pt x="0" y="19949"/>
                  </a:cubicBezTo>
                  <a:cubicBezTo>
                    <a:pt x="0" y="30926"/>
                    <a:pt x="8971" y="39898"/>
                    <a:pt x="19949" y="3989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2" name="Google Shape;1412;p30">
              <a:extLst>
                <a:ext uri="{FF2B5EF4-FFF2-40B4-BE49-F238E27FC236}">
                  <a16:creationId xmlns:a16="http://schemas.microsoft.com/office/drawing/2014/main" id="{D6C8C469-C68C-0F5E-3813-6B6737FCB224}"/>
                </a:ext>
              </a:extLst>
            </p:cNvPr>
            <p:cNvSpPr/>
            <p:nvPr/>
          </p:nvSpPr>
          <p:spPr>
            <a:xfrm>
              <a:off x="7692806" y="4117947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7" y="21070"/>
                    <a:pt x="21070" y="16347"/>
                    <a:pt x="21070" y="10535"/>
                  </a:cubicBezTo>
                  <a:cubicBezTo>
                    <a:pt x="21070" y="4724"/>
                    <a:pt x="16313" y="0"/>
                    <a:pt x="10535" y="0"/>
                  </a:cubicBezTo>
                  <a:cubicBezTo>
                    <a:pt x="4757" y="0"/>
                    <a:pt x="0" y="4724"/>
                    <a:pt x="0" y="10535"/>
                  </a:cubicBezTo>
                  <a:cubicBezTo>
                    <a:pt x="0" y="16347"/>
                    <a:pt x="4723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3" name="Google Shape;1413;p30">
              <a:extLst>
                <a:ext uri="{FF2B5EF4-FFF2-40B4-BE49-F238E27FC236}">
                  <a16:creationId xmlns:a16="http://schemas.microsoft.com/office/drawing/2014/main" id="{B2D9FFAE-7483-AC27-D21C-D24B78401178}"/>
                </a:ext>
              </a:extLst>
            </p:cNvPr>
            <p:cNvSpPr/>
            <p:nvPr/>
          </p:nvSpPr>
          <p:spPr>
            <a:xfrm>
              <a:off x="7881486" y="4116758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7" y="21070"/>
                    <a:pt x="21070" y="16347"/>
                    <a:pt x="21070" y="10535"/>
                  </a:cubicBezTo>
                  <a:cubicBezTo>
                    <a:pt x="21070" y="4724"/>
                    <a:pt x="16347" y="0"/>
                    <a:pt x="10535" y="0"/>
                  </a:cubicBezTo>
                  <a:cubicBezTo>
                    <a:pt x="4723" y="0"/>
                    <a:pt x="0" y="4724"/>
                    <a:pt x="0" y="10535"/>
                  </a:cubicBezTo>
                  <a:cubicBezTo>
                    <a:pt x="0" y="16347"/>
                    <a:pt x="4723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4" name="Google Shape;1414;p30">
              <a:extLst>
                <a:ext uri="{FF2B5EF4-FFF2-40B4-BE49-F238E27FC236}">
                  <a16:creationId xmlns:a16="http://schemas.microsoft.com/office/drawing/2014/main" id="{D290AF6B-4E5F-3536-7026-3B18279EB3F1}"/>
                </a:ext>
              </a:extLst>
            </p:cNvPr>
            <p:cNvSpPr/>
            <p:nvPr/>
          </p:nvSpPr>
          <p:spPr>
            <a:xfrm>
              <a:off x="7702695" y="3872106"/>
              <a:ext cx="34494" cy="34459"/>
            </a:xfrm>
            <a:custGeom>
              <a:avLst/>
              <a:gdLst/>
              <a:ahLst/>
              <a:cxnLst/>
              <a:rect l="l" t="t" r="r" b="b"/>
              <a:pathLst>
                <a:path w="34494" h="34459" extrusionOk="0">
                  <a:moveTo>
                    <a:pt x="17264" y="34460"/>
                  </a:moveTo>
                  <a:cubicBezTo>
                    <a:pt x="26746" y="34460"/>
                    <a:pt x="34494" y="26711"/>
                    <a:pt x="34494" y="17230"/>
                  </a:cubicBezTo>
                  <a:cubicBezTo>
                    <a:pt x="34494" y="7748"/>
                    <a:pt x="26746" y="0"/>
                    <a:pt x="17264" y="0"/>
                  </a:cubicBezTo>
                  <a:cubicBezTo>
                    <a:pt x="7783" y="0"/>
                    <a:pt x="0" y="7748"/>
                    <a:pt x="0" y="17230"/>
                  </a:cubicBezTo>
                  <a:cubicBezTo>
                    <a:pt x="0" y="26711"/>
                    <a:pt x="7748" y="34460"/>
                    <a:pt x="17264" y="34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5" name="Google Shape;1415;p30">
              <a:extLst>
                <a:ext uri="{FF2B5EF4-FFF2-40B4-BE49-F238E27FC236}">
                  <a16:creationId xmlns:a16="http://schemas.microsoft.com/office/drawing/2014/main" id="{98423CBF-AFB7-1BE4-91E7-D5A877EAD647}"/>
                </a:ext>
              </a:extLst>
            </p:cNvPr>
            <p:cNvSpPr/>
            <p:nvPr/>
          </p:nvSpPr>
          <p:spPr>
            <a:xfrm>
              <a:off x="7858172" y="3870917"/>
              <a:ext cx="34460" cy="34459"/>
            </a:xfrm>
            <a:custGeom>
              <a:avLst/>
              <a:gdLst/>
              <a:ahLst/>
              <a:cxnLst/>
              <a:rect l="l" t="t" r="r" b="b"/>
              <a:pathLst>
                <a:path w="34460" h="34459" extrusionOk="0">
                  <a:moveTo>
                    <a:pt x="17230" y="34460"/>
                  </a:moveTo>
                  <a:cubicBezTo>
                    <a:pt x="26746" y="34460"/>
                    <a:pt x="34460" y="26711"/>
                    <a:pt x="34460" y="17230"/>
                  </a:cubicBezTo>
                  <a:cubicBezTo>
                    <a:pt x="34460" y="7748"/>
                    <a:pt x="26712" y="0"/>
                    <a:pt x="17230" y="0"/>
                  </a:cubicBezTo>
                  <a:cubicBezTo>
                    <a:pt x="7748" y="0"/>
                    <a:pt x="0" y="7748"/>
                    <a:pt x="0" y="17230"/>
                  </a:cubicBezTo>
                  <a:cubicBezTo>
                    <a:pt x="0" y="26711"/>
                    <a:pt x="7748" y="34460"/>
                    <a:pt x="17230" y="34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6" name="Google Shape;1416;p30">
              <a:extLst>
                <a:ext uri="{FF2B5EF4-FFF2-40B4-BE49-F238E27FC236}">
                  <a16:creationId xmlns:a16="http://schemas.microsoft.com/office/drawing/2014/main" id="{569D33EA-0AD7-C2F6-8892-64AFF7AE099D}"/>
                </a:ext>
              </a:extLst>
            </p:cNvPr>
            <p:cNvSpPr/>
            <p:nvPr/>
          </p:nvSpPr>
          <p:spPr>
            <a:xfrm>
              <a:off x="7711772" y="3880384"/>
              <a:ext cx="16509" cy="16544"/>
            </a:xfrm>
            <a:custGeom>
              <a:avLst/>
              <a:gdLst/>
              <a:ahLst/>
              <a:cxnLst/>
              <a:rect l="l" t="t" r="r" b="b"/>
              <a:pathLst>
                <a:path w="16509" h="16544" extrusionOk="0">
                  <a:moveTo>
                    <a:pt x="2614" y="14321"/>
                  </a:moveTo>
                  <a:cubicBezTo>
                    <a:pt x="5944" y="17448"/>
                    <a:pt x="11178" y="17244"/>
                    <a:pt x="14304" y="13913"/>
                  </a:cubicBezTo>
                  <a:cubicBezTo>
                    <a:pt x="17396" y="10583"/>
                    <a:pt x="17226" y="5349"/>
                    <a:pt x="13862" y="2223"/>
                  </a:cubicBezTo>
                  <a:cubicBezTo>
                    <a:pt x="10532" y="-904"/>
                    <a:pt x="5298" y="-700"/>
                    <a:pt x="2206" y="2631"/>
                  </a:cubicBezTo>
                  <a:cubicBezTo>
                    <a:pt x="-887" y="5961"/>
                    <a:pt x="-717" y="11195"/>
                    <a:pt x="2648" y="143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7" name="Google Shape;1417;p30">
              <a:extLst>
                <a:ext uri="{FF2B5EF4-FFF2-40B4-BE49-F238E27FC236}">
                  <a16:creationId xmlns:a16="http://schemas.microsoft.com/office/drawing/2014/main" id="{E8B4AE29-9AE7-D009-2F6D-E25703C42BF3}"/>
                </a:ext>
              </a:extLst>
            </p:cNvPr>
            <p:cNvSpPr/>
            <p:nvPr/>
          </p:nvSpPr>
          <p:spPr>
            <a:xfrm>
              <a:off x="7867079" y="3879195"/>
              <a:ext cx="16557" cy="16544"/>
            </a:xfrm>
            <a:custGeom>
              <a:avLst/>
              <a:gdLst/>
              <a:ahLst/>
              <a:cxnLst/>
              <a:rect l="l" t="t" r="r" b="b"/>
              <a:pathLst>
                <a:path w="16557" h="16544" extrusionOk="0">
                  <a:moveTo>
                    <a:pt x="13897" y="14321"/>
                  </a:moveTo>
                  <a:cubicBezTo>
                    <a:pt x="10566" y="17448"/>
                    <a:pt x="5333" y="17244"/>
                    <a:pt x="2206" y="13914"/>
                  </a:cubicBezTo>
                  <a:cubicBezTo>
                    <a:pt x="-887" y="10583"/>
                    <a:pt x="-717" y="5349"/>
                    <a:pt x="2648" y="2223"/>
                  </a:cubicBezTo>
                  <a:cubicBezTo>
                    <a:pt x="5978" y="-904"/>
                    <a:pt x="11212" y="-700"/>
                    <a:pt x="14338" y="2631"/>
                  </a:cubicBezTo>
                  <a:cubicBezTo>
                    <a:pt x="17464" y="5961"/>
                    <a:pt x="17261" y="11195"/>
                    <a:pt x="13897" y="143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453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2">
          <a:extLst>
            <a:ext uri="{FF2B5EF4-FFF2-40B4-BE49-F238E27FC236}">
              <a16:creationId xmlns:a16="http://schemas.microsoft.com/office/drawing/2014/main" id="{D299E90A-0F25-DF84-DCD9-65F2D8BAB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7F5752-D03C-2A41-73EF-70ACED64D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70" y="0"/>
            <a:ext cx="910282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104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2">
          <a:extLst>
            <a:ext uri="{FF2B5EF4-FFF2-40B4-BE49-F238E27FC236}">
              <a16:creationId xmlns:a16="http://schemas.microsoft.com/office/drawing/2014/main" id="{B48DF0B2-3479-4A02-AFE3-D6B09C209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66E7F3-C201-EF61-5EE1-86B684573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9" y="0"/>
            <a:ext cx="91210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10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4">
          <a:extLst>
            <a:ext uri="{FF2B5EF4-FFF2-40B4-BE49-F238E27FC236}">
              <a16:creationId xmlns:a16="http://schemas.microsoft.com/office/drawing/2014/main" id="{8B844E63-4725-BB03-4DAD-F3F350434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2F579C5C-B092-F443-98FC-79D42826C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1" y="0"/>
            <a:ext cx="909323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955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4">
          <a:extLst>
            <a:ext uri="{FF2B5EF4-FFF2-40B4-BE49-F238E27FC236}">
              <a16:creationId xmlns:a16="http://schemas.microsoft.com/office/drawing/2014/main" id="{12E33D64-44D1-1606-D214-509D5E84A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41115C-5C2F-9EF2-1C34-0249BEE98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92" y="0"/>
            <a:ext cx="908241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3541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4">
          <a:extLst>
            <a:ext uri="{FF2B5EF4-FFF2-40B4-BE49-F238E27FC236}">
              <a16:creationId xmlns:a16="http://schemas.microsoft.com/office/drawing/2014/main" id="{48E52B98-2C37-A84F-C125-C4B20CEDD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A33601-D2AA-462E-6B03-314E141C0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7" y="0"/>
            <a:ext cx="908758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4428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4">
          <a:extLst>
            <a:ext uri="{FF2B5EF4-FFF2-40B4-BE49-F238E27FC236}">
              <a16:creationId xmlns:a16="http://schemas.microsoft.com/office/drawing/2014/main" id="{43FA47C5-D383-005D-04DD-15382CED7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4A9FA7-49B4-8448-256F-23FF66147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6" y="0"/>
            <a:ext cx="909100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6819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4">
          <a:extLst>
            <a:ext uri="{FF2B5EF4-FFF2-40B4-BE49-F238E27FC236}">
              <a16:creationId xmlns:a16="http://schemas.microsoft.com/office/drawing/2014/main" id="{36E4B0BA-B8FB-6719-5733-EB2DAE463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DECEB7-35A3-FC8B-DCFA-B733D7917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58" y="0"/>
            <a:ext cx="908068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843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4">
          <a:extLst>
            <a:ext uri="{FF2B5EF4-FFF2-40B4-BE49-F238E27FC236}">
              <a16:creationId xmlns:a16="http://schemas.microsoft.com/office/drawing/2014/main" id="{133B03DC-C3E7-C3C6-B1FB-97ECAC5B9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30">
            <a:extLst>
              <a:ext uri="{FF2B5EF4-FFF2-40B4-BE49-F238E27FC236}">
                <a16:creationId xmlns:a16="http://schemas.microsoft.com/office/drawing/2014/main" id="{28529FD0-BDDB-FD99-A422-0B1BD30912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72081" y="1430443"/>
            <a:ext cx="4182244" cy="228261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400" noProof="0" dirty="0">
                <a:solidFill>
                  <a:srgbClr val="03515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Predictive Maintenance Triggers </a:t>
            </a:r>
          </a:p>
        </p:txBody>
      </p:sp>
      <p:grpSp>
        <p:nvGrpSpPr>
          <p:cNvPr id="1268" name="Google Shape;1268;p30">
            <a:extLst>
              <a:ext uri="{FF2B5EF4-FFF2-40B4-BE49-F238E27FC236}">
                <a16:creationId xmlns:a16="http://schemas.microsoft.com/office/drawing/2014/main" id="{369ABBD7-FB5B-3EAD-7974-F7894BADCF38}"/>
              </a:ext>
            </a:extLst>
          </p:cNvPr>
          <p:cNvGrpSpPr/>
          <p:nvPr/>
        </p:nvGrpSpPr>
        <p:grpSpPr>
          <a:xfrm>
            <a:off x="6082802" y="1205338"/>
            <a:ext cx="3180479" cy="3938442"/>
            <a:chOff x="6590802" y="1205338"/>
            <a:chExt cx="3180479" cy="3938442"/>
          </a:xfrm>
        </p:grpSpPr>
        <p:grpSp>
          <p:nvGrpSpPr>
            <p:cNvPr id="1269" name="Google Shape;1269;p30">
              <a:extLst>
                <a:ext uri="{FF2B5EF4-FFF2-40B4-BE49-F238E27FC236}">
                  <a16:creationId xmlns:a16="http://schemas.microsoft.com/office/drawing/2014/main" id="{010901EC-C9EF-25AD-EE38-030A6C7D0165}"/>
                </a:ext>
              </a:extLst>
            </p:cNvPr>
            <p:cNvGrpSpPr/>
            <p:nvPr/>
          </p:nvGrpSpPr>
          <p:grpSpPr>
            <a:xfrm>
              <a:off x="6590802" y="1205338"/>
              <a:ext cx="3180479" cy="3938442"/>
              <a:chOff x="6590802" y="1205338"/>
              <a:chExt cx="3180479" cy="3938442"/>
            </a:xfrm>
          </p:grpSpPr>
          <p:sp>
            <p:nvSpPr>
              <p:cNvPr id="1270" name="Google Shape;1270;p30">
                <a:extLst>
                  <a:ext uri="{FF2B5EF4-FFF2-40B4-BE49-F238E27FC236}">
                    <a16:creationId xmlns:a16="http://schemas.microsoft.com/office/drawing/2014/main" id="{F5E29362-7DAD-0AC2-9E52-F1F9A1242672}"/>
                  </a:ext>
                </a:extLst>
              </p:cNvPr>
              <p:cNvSpPr/>
              <p:nvPr/>
            </p:nvSpPr>
            <p:spPr>
              <a:xfrm flipH="1">
                <a:off x="8147676" y="3172468"/>
                <a:ext cx="289800" cy="213712"/>
              </a:xfrm>
              <a:custGeom>
                <a:avLst/>
                <a:gdLst/>
                <a:ahLst/>
                <a:cxnLst/>
                <a:rect l="l" t="t" r="r" b="b"/>
                <a:pathLst>
                  <a:path w="129955" h="95835" extrusionOk="0">
                    <a:moveTo>
                      <a:pt x="64978" y="95835"/>
                    </a:moveTo>
                    <a:cubicBezTo>
                      <a:pt x="100763" y="95835"/>
                      <a:pt x="129955" y="74323"/>
                      <a:pt x="129955" y="47918"/>
                    </a:cubicBezTo>
                    <a:cubicBezTo>
                      <a:pt x="129955" y="21512"/>
                      <a:pt x="100763" y="0"/>
                      <a:pt x="64978" y="0"/>
                    </a:cubicBezTo>
                    <a:cubicBezTo>
                      <a:pt x="29192" y="0"/>
                      <a:pt x="0" y="21546"/>
                      <a:pt x="0" y="47918"/>
                    </a:cubicBezTo>
                    <a:cubicBezTo>
                      <a:pt x="0" y="74289"/>
                      <a:pt x="29192" y="95835"/>
                      <a:pt x="64978" y="95835"/>
                    </a:cubicBezTo>
                    <a:close/>
                  </a:path>
                </a:pathLst>
              </a:custGeom>
              <a:solidFill>
                <a:srgbClr val="0057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1" name="Google Shape;1271;p30">
                <a:extLst>
                  <a:ext uri="{FF2B5EF4-FFF2-40B4-BE49-F238E27FC236}">
                    <a16:creationId xmlns:a16="http://schemas.microsoft.com/office/drawing/2014/main" id="{46632EE6-85E0-22B7-D5E0-C4067B808725}"/>
                  </a:ext>
                </a:extLst>
              </p:cNvPr>
              <p:cNvSpPr/>
              <p:nvPr/>
            </p:nvSpPr>
            <p:spPr>
              <a:xfrm flipH="1">
                <a:off x="8148662" y="3265703"/>
                <a:ext cx="289724" cy="131789"/>
              </a:xfrm>
              <a:custGeom>
                <a:avLst/>
                <a:gdLst/>
                <a:ahLst/>
                <a:cxnLst/>
                <a:rect l="l" t="t" r="r" b="b"/>
                <a:pathLst>
                  <a:path w="129921" h="59098" extrusionOk="0">
                    <a:moveTo>
                      <a:pt x="0" y="0"/>
                    </a:moveTo>
                    <a:lnTo>
                      <a:pt x="129921" y="0"/>
                    </a:lnTo>
                    <a:lnTo>
                      <a:pt x="129921" y="59099"/>
                    </a:lnTo>
                    <a:lnTo>
                      <a:pt x="0" y="5909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2" name="Google Shape;1272;p30">
                <a:extLst>
                  <a:ext uri="{FF2B5EF4-FFF2-40B4-BE49-F238E27FC236}">
                    <a16:creationId xmlns:a16="http://schemas.microsoft.com/office/drawing/2014/main" id="{198266C8-798E-F8AC-6CB0-F74C8AAA6A32}"/>
                  </a:ext>
                </a:extLst>
              </p:cNvPr>
              <p:cNvSpPr/>
              <p:nvPr/>
            </p:nvSpPr>
            <p:spPr>
              <a:xfrm flipH="1">
                <a:off x="8099110" y="3217341"/>
                <a:ext cx="394079" cy="57822"/>
              </a:xfrm>
              <a:custGeom>
                <a:avLst/>
                <a:gdLst/>
                <a:ahLst/>
                <a:cxnLst/>
                <a:rect l="l" t="t" r="r" b="b"/>
                <a:pathLst>
                  <a:path w="176717" h="25929" extrusionOk="0">
                    <a:moveTo>
                      <a:pt x="163736" y="0"/>
                    </a:moveTo>
                    <a:lnTo>
                      <a:pt x="12982" y="0"/>
                    </a:lnTo>
                    <a:cubicBezTo>
                      <a:pt x="5845" y="0"/>
                      <a:pt x="0" y="5845"/>
                      <a:pt x="0" y="12982"/>
                    </a:cubicBezTo>
                    <a:lnTo>
                      <a:pt x="0" y="12982"/>
                    </a:lnTo>
                    <a:cubicBezTo>
                      <a:pt x="0" y="20119"/>
                      <a:pt x="5845" y="25930"/>
                      <a:pt x="12982" y="25930"/>
                    </a:cubicBezTo>
                    <a:lnTo>
                      <a:pt x="163736" y="25930"/>
                    </a:lnTo>
                    <a:cubicBezTo>
                      <a:pt x="170872" y="25930"/>
                      <a:pt x="176718" y="20085"/>
                      <a:pt x="176718" y="12948"/>
                    </a:cubicBezTo>
                    <a:lnTo>
                      <a:pt x="176718" y="12948"/>
                    </a:lnTo>
                    <a:cubicBezTo>
                      <a:pt x="176718" y="5811"/>
                      <a:pt x="170872" y="0"/>
                      <a:pt x="163736" y="0"/>
                    </a:cubicBezTo>
                    <a:close/>
                  </a:path>
                </a:pathLst>
              </a:custGeom>
              <a:solidFill>
                <a:srgbClr val="00495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3" name="Google Shape;1273;p30">
                <a:extLst>
                  <a:ext uri="{FF2B5EF4-FFF2-40B4-BE49-F238E27FC236}">
                    <a16:creationId xmlns:a16="http://schemas.microsoft.com/office/drawing/2014/main" id="{4B00B231-E342-FA2A-9905-865B38A0A4AA}"/>
                  </a:ext>
                </a:extLst>
              </p:cNvPr>
              <p:cNvSpPr/>
              <p:nvPr/>
            </p:nvSpPr>
            <p:spPr>
              <a:xfrm flipH="1">
                <a:off x="8394275" y="3275785"/>
                <a:ext cx="19247" cy="73965"/>
              </a:xfrm>
              <a:custGeom>
                <a:avLst/>
                <a:gdLst/>
                <a:ahLst/>
                <a:cxnLst/>
                <a:rect l="l" t="t" r="r" b="b"/>
                <a:pathLst>
                  <a:path w="8631" h="33168" extrusionOk="0">
                    <a:moveTo>
                      <a:pt x="0" y="0"/>
                    </a:moveTo>
                    <a:lnTo>
                      <a:pt x="8632" y="0"/>
                    </a:lnTo>
                    <a:lnTo>
                      <a:pt x="8632" y="33169"/>
                    </a:lnTo>
                    <a:lnTo>
                      <a:pt x="0" y="33169"/>
                    </a:ln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4" name="Google Shape;1274;p30">
                <a:extLst>
                  <a:ext uri="{FF2B5EF4-FFF2-40B4-BE49-F238E27FC236}">
                    <a16:creationId xmlns:a16="http://schemas.microsoft.com/office/drawing/2014/main" id="{B1206552-9621-9101-ACF8-7EEF77072A98}"/>
                  </a:ext>
                </a:extLst>
              </p:cNvPr>
              <p:cNvSpPr/>
              <p:nvPr/>
            </p:nvSpPr>
            <p:spPr>
              <a:xfrm flipH="1">
                <a:off x="9082312" y="3273815"/>
                <a:ext cx="289800" cy="131789"/>
              </a:xfrm>
              <a:custGeom>
                <a:avLst/>
                <a:gdLst/>
                <a:ahLst/>
                <a:cxnLst/>
                <a:rect l="l" t="t" r="r" b="b"/>
                <a:pathLst>
                  <a:path w="129955" h="59098" extrusionOk="0">
                    <a:moveTo>
                      <a:pt x="0" y="0"/>
                    </a:moveTo>
                    <a:lnTo>
                      <a:pt x="129955" y="0"/>
                    </a:lnTo>
                    <a:lnTo>
                      <a:pt x="129955" y="59099"/>
                    </a:lnTo>
                    <a:lnTo>
                      <a:pt x="0" y="5909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5" name="Google Shape;1275;p30">
                <a:extLst>
                  <a:ext uri="{FF2B5EF4-FFF2-40B4-BE49-F238E27FC236}">
                    <a16:creationId xmlns:a16="http://schemas.microsoft.com/office/drawing/2014/main" id="{9208DEEA-5C6E-8535-369C-18FCC6AFD143}"/>
                  </a:ext>
                </a:extLst>
              </p:cNvPr>
              <p:cNvSpPr/>
              <p:nvPr/>
            </p:nvSpPr>
            <p:spPr>
              <a:xfrm flipH="1">
                <a:off x="9030259" y="3225453"/>
                <a:ext cx="393927" cy="57822"/>
              </a:xfrm>
              <a:custGeom>
                <a:avLst/>
                <a:gdLst/>
                <a:ahLst/>
                <a:cxnLst/>
                <a:rect l="l" t="t" r="r" b="b"/>
                <a:pathLst>
                  <a:path w="176649" h="25929" extrusionOk="0">
                    <a:moveTo>
                      <a:pt x="12948" y="0"/>
                    </a:moveTo>
                    <a:lnTo>
                      <a:pt x="163702" y="0"/>
                    </a:lnTo>
                    <a:cubicBezTo>
                      <a:pt x="170838" y="0"/>
                      <a:pt x="176650" y="5811"/>
                      <a:pt x="176650" y="12948"/>
                    </a:cubicBezTo>
                    <a:lnTo>
                      <a:pt x="176650" y="12948"/>
                    </a:lnTo>
                    <a:cubicBezTo>
                      <a:pt x="176650" y="20085"/>
                      <a:pt x="170838" y="25930"/>
                      <a:pt x="163702" y="25930"/>
                    </a:cubicBezTo>
                    <a:lnTo>
                      <a:pt x="12948" y="25930"/>
                    </a:lnTo>
                    <a:cubicBezTo>
                      <a:pt x="5811" y="25930"/>
                      <a:pt x="0" y="20085"/>
                      <a:pt x="0" y="12948"/>
                    </a:cubicBezTo>
                    <a:lnTo>
                      <a:pt x="0" y="12948"/>
                    </a:lnTo>
                    <a:cubicBezTo>
                      <a:pt x="0" y="5811"/>
                      <a:pt x="5811" y="0"/>
                      <a:pt x="129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6" name="Google Shape;1276;p30">
                <a:extLst>
                  <a:ext uri="{FF2B5EF4-FFF2-40B4-BE49-F238E27FC236}">
                    <a16:creationId xmlns:a16="http://schemas.microsoft.com/office/drawing/2014/main" id="{7711D09A-3853-D631-7F5D-D71409DB121B}"/>
                  </a:ext>
                </a:extLst>
              </p:cNvPr>
              <p:cNvSpPr/>
              <p:nvPr/>
            </p:nvSpPr>
            <p:spPr>
              <a:xfrm flipH="1">
                <a:off x="7715701" y="3357802"/>
                <a:ext cx="2055581" cy="865082"/>
              </a:xfrm>
              <a:custGeom>
                <a:avLst/>
                <a:gdLst/>
                <a:ahLst/>
                <a:cxnLst/>
                <a:rect l="l" t="t" r="r" b="b"/>
                <a:pathLst>
                  <a:path w="921785" h="387929" extrusionOk="0">
                    <a:moveTo>
                      <a:pt x="38776" y="34"/>
                    </a:moveTo>
                    <a:lnTo>
                      <a:pt x="883010" y="34"/>
                    </a:lnTo>
                    <a:cubicBezTo>
                      <a:pt x="904420" y="34"/>
                      <a:pt x="921786" y="17400"/>
                      <a:pt x="921786" y="38810"/>
                    </a:cubicBezTo>
                    <a:lnTo>
                      <a:pt x="921786" y="349153"/>
                    </a:lnTo>
                    <a:cubicBezTo>
                      <a:pt x="921786" y="370563"/>
                      <a:pt x="904420" y="387929"/>
                      <a:pt x="883010" y="387929"/>
                    </a:cubicBezTo>
                    <a:lnTo>
                      <a:pt x="38776" y="387929"/>
                    </a:lnTo>
                    <a:cubicBezTo>
                      <a:pt x="17366" y="387929"/>
                      <a:pt x="0" y="370563"/>
                      <a:pt x="0" y="349153"/>
                    </a:cubicBezTo>
                    <a:lnTo>
                      <a:pt x="0" y="38776"/>
                    </a:lnTo>
                    <a:cubicBezTo>
                      <a:pt x="0" y="17366"/>
                      <a:pt x="17366" y="0"/>
                      <a:pt x="387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7" name="Google Shape;1277;p30">
                <a:extLst>
                  <a:ext uri="{FF2B5EF4-FFF2-40B4-BE49-F238E27FC236}">
                    <a16:creationId xmlns:a16="http://schemas.microsoft.com/office/drawing/2014/main" id="{D858BBB6-814E-6479-0019-5AC0638C53EB}"/>
                  </a:ext>
                </a:extLst>
              </p:cNvPr>
              <p:cNvSpPr/>
              <p:nvPr/>
            </p:nvSpPr>
            <p:spPr>
              <a:xfrm flipH="1">
                <a:off x="7715625" y="3766299"/>
                <a:ext cx="2055656" cy="373162"/>
              </a:xfrm>
              <a:custGeom>
                <a:avLst/>
                <a:gdLst/>
                <a:ahLst/>
                <a:cxnLst/>
                <a:rect l="l" t="t" r="r" b="b"/>
                <a:pathLst>
                  <a:path w="921819" h="167337" extrusionOk="0">
                    <a:moveTo>
                      <a:pt x="921786" y="0"/>
                    </a:moveTo>
                    <a:lnTo>
                      <a:pt x="921786" y="128528"/>
                    </a:lnTo>
                    <a:cubicBezTo>
                      <a:pt x="921786" y="149870"/>
                      <a:pt x="904318" y="167338"/>
                      <a:pt x="883010" y="167338"/>
                    </a:cubicBezTo>
                    <a:lnTo>
                      <a:pt x="38776" y="167338"/>
                    </a:lnTo>
                    <a:cubicBezTo>
                      <a:pt x="17434" y="167338"/>
                      <a:pt x="0" y="149870"/>
                      <a:pt x="0" y="128528"/>
                    </a:cubicBezTo>
                    <a:lnTo>
                      <a:pt x="0" y="0"/>
                    </a:lnTo>
                    <a:lnTo>
                      <a:pt x="921820" y="0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8" name="Google Shape;1278;p30">
                <a:extLst>
                  <a:ext uri="{FF2B5EF4-FFF2-40B4-BE49-F238E27FC236}">
                    <a16:creationId xmlns:a16="http://schemas.microsoft.com/office/drawing/2014/main" id="{9C58CAB7-B6B9-B09A-9C26-C01AD262D68E}"/>
                  </a:ext>
                </a:extLst>
              </p:cNvPr>
              <p:cNvSpPr/>
              <p:nvPr/>
            </p:nvSpPr>
            <p:spPr>
              <a:xfrm flipH="1">
                <a:off x="9664275" y="3357878"/>
                <a:ext cx="107007" cy="865082"/>
              </a:xfrm>
              <a:custGeom>
                <a:avLst/>
                <a:gdLst/>
                <a:ahLst/>
                <a:cxnLst/>
                <a:rect l="l" t="t" r="r" b="b"/>
                <a:pathLst>
                  <a:path w="47985" h="387929" extrusionOk="0">
                    <a:moveTo>
                      <a:pt x="38776" y="0"/>
                    </a:moveTo>
                    <a:lnTo>
                      <a:pt x="47986" y="0"/>
                    </a:lnTo>
                    <a:lnTo>
                      <a:pt x="47986" y="387929"/>
                    </a:lnTo>
                    <a:lnTo>
                      <a:pt x="38776" y="387929"/>
                    </a:lnTo>
                    <a:cubicBezTo>
                      <a:pt x="17434" y="387929"/>
                      <a:pt x="0" y="370461"/>
                      <a:pt x="0" y="349153"/>
                    </a:cubicBezTo>
                    <a:lnTo>
                      <a:pt x="0" y="38810"/>
                    </a:lnTo>
                    <a:cubicBezTo>
                      <a:pt x="0" y="17468"/>
                      <a:pt x="17434" y="34"/>
                      <a:pt x="38776" y="3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9" name="Google Shape;1279;p30">
                <a:extLst>
                  <a:ext uri="{FF2B5EF4-FFF2-40B4-BE49-F238E27FC236}">
                    <a16:creationId xmlns:a16="http://schemas.microsoft.com/office/drawing/2014/main" id="{A5924733-EE59-046A-10C7-ECD73EC37CE9}"/>
                  </a:ext>
                </a:extLst>
              </p:cNvPr>
              <p:cNvSpPr/>
              <p:nvPr/>
            </p:nvSpPr>
            <p:spPr>
              <a:xfrm flipH="1">
                <a:off x="9664199" y="3766299"/>
                <a:ext cx="107082" cy="373088"/>
              </a:xfrm>
              <a:custGeom>
                <a:avLst/>
                <a:gdLst/>
                <a:ahLst/>
                <a:cxnLst/>
                <a:rect l="l" t="t" r="r" b="b"/>
                <a:pathLst>
                  <a:path w="48019" h="167304" extrusionOk="0">
                    <a:moveTo>
                      <a:pt x="47986" y="0"/>
                    </a:moveTo>
                    <a:lnTo>
                      <a:pt x="47986" y="167304"/>
                    </a:lnTo>
                    <a:lnTo>
                      <a:pt x="38776" y="167304"/>
                    </a:lnTo>
                    <a:cubicBezTo>
                      <a:pt x="17434" y="167304"/>
                      <a:pt x="0" y="149836"/>
                      <a:pt x="0" y="128528"/>
                    </a:cubicBezTo>
                    <a:lnTo>
                      <a:pt x="0" y="0"/>
                    </a:lnTo>
                    <a:lnTo>
                      <a:pt x="48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0" name="Google Shape;1280;p30">
                <a:extLst>
                  <a:ext uri="{FF2B5EF4-FFF2-40B4-BE49-F238E27FC236}">
                    <a16:creationId xmlns:a16="http://schemas.microsoft.com/office/drawing/2014/main" id="{4302CE32-ADC9-3CD1-685B-BFE00B4C0A6E}"/>
                  </a:ext>
                </a:extLst>
              </p:cNvPr>
              <p:cNvSpPr/>
              <p:nvPr/>
            </p:nvSpPr>
            <p:spPr>
              <a:xfrm flipH="1">
                <a:off x="7715263" y="3357878"/>
                <a:ext cx="107007" cy="865082"/>
              </a:xfrm>
              <a:custGeom>
                <a:avLst/>
                <a:gdLst/>
                <a:ahLst/>
                <a:cxnLst/>
                <a:rect l="l" t="t" r="r" b="b"/>
                <a:pathLst>
                  <a:path w="47985" h="387929" extrusionOk="0">
                    <a:moveTo>
                      <a:pt x="9210" y="387929"/>
                    </a:moveTo>
                    <a:lnTo>
                      <a:pt x="0" y="387929"/>
                    </a:lnTo>
                    <a:lnTo>
                      <a:pt x="0" y="0"/>
                    </a:lnTo>
                    <a:lnTo>
                      <a:pt x="9210" y="0"/>
                    </a:lnTo>
                    <a:cubicBezTo>
                      <a:pt x="30552" y="0"/>
                      <a:pt x="47986" y="17468"/>
                      <a:pt x="47986" y="38776"/>
                    </a:cubicBezTo>
                    <a:lnTo>
                      <a:pt x="47986" y="349119"/>
                    </a:lnTo>
                    <a:cubicBezTo>
                      <a:pt x="47986" y="370461"/>
                      <a:pt x="30518" y="387895"/>
                      <a:pt x="9210" y="38789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1" name="Google Shape;1281;p30">
                <a:extLst>
                  <a:ext uri="{FF2B5EF4-FFF2-40B4-BE49-F238E27FC236}">
                    <a16:creationId xmlns:a16="http://schemas.microsoft.com/office/drawing/2014/main" id="{381938CF-86BA-2C9F-EBD0-87C69CE7648C}"/>
                  </a:ext>
                </a:extLst>
              </p:cNvPr>
              <p:cNvSpPr/>
              <p:nvPr/>
            </p:nvSpPr>
            <p:spPr>
              <a:xfrm flipH="1">
                <a:off x="7715188" y="3766374"/>
                <a:ext cx="107082" cy="373086"/>
              </a:xfrm>
              <a:custGeom>
                <a:avLst/>
                <a:gdLst/>
                <a:ahLst/>
                <a:cxnLst/>
                <a:rect l="l" t="t" r="r" b="b"/>
                <a:pathLst>
                  <a:path w="48019" h="167303" extrusionOk="0">
                    <a:moveTo>
                      <a:pt x="9210" y="167304"/>
                    </a:moveTo>
                    <a:lnTo>
                      <a:pt x="0" y="167304"/>
                    </a:lnTo>
                    <a:lnTo>
                      <a:pt x="0" y="0"/>
                    </a:lnTo>
                    <a:lnTo>
                      <a:pt x="48020" y="0"/>
                    </a:lnTo>
                    <a:lnTo>
                      <a:pt x="48020" y="128528"/>
                    </a:lnTo>
                    <a:cubicBezTo>
                      <a:pt x="48020" y="149870"/>
                      <a:pt x="30552" y="167304"/>
                      <a:pt x="9244" y="1673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2" name="Google Shape;1282;p30">
                <a:extLst>
                  <a:ext uri="{FF2B5EF4-FFF2-40B4-BE49-F238E27FC236}">
                    <a16:creationId xmlns:a16="http://schemas.microsoft.com/office/drawing/2014/main" id="{C9FB87DE-7226-78F6-39AA-30197536863E}"/>
                  </a:ext>
                </a:extLst>
              </p:cNvPr>
              <p:cNvSpPr/>
              <p:nvPr/>
            </p:nvSpPr>
            <p:spPr>
              <a:xfrm flipH="1">
                <a:off x="7912634" y="3457557"/>
                <a:ext cx="1728040" cy="75026"/>
              </a:xfrm>
              <a:custGeom>
                <a:avLst/>
                <a:gdLst/>
                <a:ahLst/>
                <a:cxnLst/>
                <a:rect l="l" t="t" r="r" b="b"/>
                <a:pathLst>
                  <a:path w="774906" h="33644" extrusionOk="0">
                    <a:moveTo>
                      <a:pt x="16822" y="0"/>
                    </a:moveTo>
                    <a:lnTo>
                      <a:pt x="758084" y="0"/>
                    </a:lnTo>
                    <a:cubicBezTo>
                      <a:pt x="767328" y="0"/>
                      <a:pt x="774907" y="7578"/>
                      <a:pt x="774907" y="16822"/>
                    </a:cubicBezTo>
                    <a:lnTo>
                      <a:pt x="774907" y="16822"/>
                    </a:lnTo>
                    <a:cubicBezTo>
                      <a:pt x="774907" y="26066"/>
                      <a:pt x="767328" y="33644"/>
                      <a:pt x="758084" y="33644"/>
                    </a:cubicBezTo>
                    <a:lnTo>
                      <a:pt x="16822" y="33644"/>
                    </a:lnTo>
                    <a:cubicBezTo>
                      <a:pt x="7545" y="33644"/>
                      <a:pt x="0" y="26066"/>
                      <a:pt x="0" y="16822"/>
                    </a:cubicBezTo>
                    <a:lnTo>
                      <a:pt x="0" y="16822"/>
                    </a:lnTo>
                    <a:cubicBezTo>
                      <a:pt x="0" y="7578"/>
                      <a:pt x="7579" y="0"/>
                      <a:pt x="16822" y="0"/>
                    </a:cubicBez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3" name="Google Shape;1283;p30">
                <a:extLst>
                  <a:ext uri="{FF2B5EF4-FFF2-40B4-BE49-F238E27FC236}">
                    <a16:creationId xmlns:a16="http://schemas.microsoft.com/office/drawing/2014/main" id="{9010744E-9ADC-B4DB-E03E-85F57464C882}"/>
                  </a:ext>
                </a:extLst>
              </p:cNvPr>
              <p:cNvSpPr/>
              <p:nvPr/>
            </p:nvSpPr>
            <p:spPr>
              <a:xfrm flipH="1">
                <a:off x="9328001" y="3283897"/>
                <a:ext cx="19247" cy="73965"/>
              </a:xfrm>
              <a:custGeom>
                <a:avLst/>
                <a:gdLst/>
                <a:ahLst/>
                <a:cxnLst/>
                <a:rect l="l" t="t" r="r" b="b"/>
                <a:pathLst>
                  <a:path w="8631" h="33168" extrusionOk="0">
                    <a:moveTo>
                      <a:pt x="0" y="0"/>
                    </a:moveTo>
                    <a:lnTo>
                      <a:pt x="8632" y="0"/>
                    </a:lnTo>
                    <a:lnTo>
                      <a:pt x="8632" y="33168"/>
                    </a:lnTo>
                    <a:lnTo>
                      <a:pt x="0" y="33168"/>
                    </a:ln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284" name="Google Shape;1284;p30">
                <a:extLst>
                  <a:ext uri="{FF2B5EF4-FFF2-40B4-BE49-F238E27FC236}">
                    <a16:creationId xmlns:a16="http://schemas.microsoft.com/office/drawing/2014/main" id="{33AD95A6-17C3-2FBA-DBA1-666A168FA6C6}"/>
                  </a:ext>
                </a:extLst>
              </p:cNvPr>
              <p:cNvGrpSpPr/>
              <p:nvPr/>
            </p:nvGrpSpPr>
            <p:grpSpPr>
              <a:xfrm flipH="1">
                <a:off x="7950758" y="3766296"/>
                <a:ext cx="1585011" cy="675315"/>
                <a:chOff x="4439952" y="2779427"/>
                <a:chExt cx="710608" cy="302764"/>
              </a:xfrm>
            </p:grpSpPr>
            <p:sp>
              <p:nvSpPr>
                <p:cNvPr id="1285" name="Google Shape;1285;p30">
                  <a:extLst>
                    <a:ext uri="{FF2B5EF4-FFF2-40B4-BE49-F238E27FC236}">
                      <a16:creationId xmlns:a16="http://schemas.microsoft.com/office/drawing/2014/main" id="{8D9F21B6-7A10-AED4-780A-602FCBA7A228}"/>
                    </a:ext>
                  </a:extLst>
                </p:cNvPr>
                <p:cNvSpPr/>
                <p:nvPr/>
              </p:nvSpPr>
              <p:spPr>
                <a:xfrm>
                  <a:off x="4439952" y="2779427"/>
                  <a:ext cx="71060" cy="286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" h="286520" extrusionOk="0">
                      <a:moveTo>
                        <a:pt x="0" y="0"/>
                      </a:moveTo>
                      <a:lnTo>
                        <a:pt x="71061" y="0"/>
                      </a:lnTo>
                      <a:lnTo>
                        <a:pt x="71061" y="286520"/>
                      </a:lnTo>
                      <a:lnTo>
                        <a:pt x="0" y="28652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86" name="Google Shape;1286;p30">
                  <a:extLst>
                    <a:ext uri="{FF2B5EF4-FFF2-40B4-BE49-F238E27FC236}">
                      <a16:creationId xmlns:a16="http://schemas.microsoft.com/office/drawing/2014/main" id="{332BDB2A-9A5D-AFD5-44AF-5424EA011018}"/>
                    </a:ext>
                  </a:extLst>
                </p:cNvPr>
                <p:cNvSpPr/>
                <p:nvPr/>
              </p:nvSpPr>
              <p:spPr>
                <a:xfrm>
                  <a:off x="5079499" y="2795671"/>
                  <a:ext cx="71060" cy="286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" h="286520" extrusionOk="0">
                      <a:moveTo>
                        <a:pt x="0" y="0"/>
                      </a:moveTo>
                      <a:lnTo>
                        <a:pt x="71061" y="0"/>
                      </a:lnTo>
                      <a:lnTo>
                        <a:pt x="71061" y="286520"/>
                      </a:lnTo>
                      <a:lnTo>
                        <a:pt x="0" y="28652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87" name="Google Shape;1287;p30">
                  <a:extLst>
                    <a:ext uri="{FF2B5EF4-FFF2-40B4-BE49-F238E27FC236}">
                      <a16:creationId xmlns:a16="http://schemas.microsoft.com/office/drawing/2014/main" id="{FB2F7129-582E-1C1D-6630-076C7C0CBA20}"/>
                    </a:ext>
                  </a:extLst>
                </p:cNvPr>
                <p:cNvSpPr/>
                <p:nvPr/>
              </p:nvSpPr>
              <p:spPr>
                <a:xfrm>
                  <a:off x="4439952" y="3018743"/>
                  <a:ext cx="710608" cy="63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8" h="63448" extrusionOk="0">
                      <a:moveTo>
                        <a:pt x="0" y="0"/>
                      </a:moveTo>
                      <a:lnTo>
                        <a:pt x="710608" y="0"/>
                      </a:lnTo>
                      <a:lnTo>
                        <a:pt x="710608" y="63448"/>
                      </a:lnTo>
                      <a:lnTo>
                        <a:pt x="0" y="6344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sp>
            <p:nvSpPr>
              <p:cNvPr id="1288" name="Google Shape;1288;p30">
                <a:extLst>
                  <a:ext uri="{FF2B5EF4-FFF2-40B4-BE49-F238E27FC236}">
                    <a16:creationId xmlns:a16="http://schemas.microsoft.com/office/drawing/2014/main" id="{9D6EFC63-E303-2EAE-3F76-E22B6E90D64E}"/>
                  </a:ext>
                </a:extLst>
              </p:cNvPr>
              <p:cNvSpPr/>
              <p:nvPr/>
            </p:nvSpPr>
            <p:spPr>
              <a:xfrm flipH="1">
                <a:off x="9376164" y="3695045"/>
                <a:ext cx="160663" cy="142475"/>
              </a:xfrm>
              <a:custGeom>
                <a:avLst/>
                <a:gdLst/>
                <a:ahLst/>
                <a:cxnLst/>
                <a:rect l="l" t="t" r="r" b="b"/>
                <a:pathLst>
                  <a:path w="72046" h="63890" extrusionOk="0">
                    <a:moveTo>
                      <a:pt x="36023" y="63890"/>
                    </a:moveTo>
                    <a:cubicBezTo>
                      <a:pt x="55870" y="63890"/>
                      <a:pt x="72046" y="49549"/>
                      <a:pt x="72046" y="31945"/>
                    </a:cubicBezTo>
                    <a:cubicBezTo>
                      <a:pt x="72046" y="14341"/>
                      <a:pt x="55870" y="0"/>
                      <a:pt x="36023" y="0"/>
                    </a:cubicBezTo>
                    <a:cubicBezTo>
                      <a:pt x="16176" y="0"/>
                      <a:pt x="0" y="14375"/>
                      <a:pt x="0" y="31945"/>
                    </a:cubicBezTo>
                    <a:cubicBezTo>
                      <a:pt x="0" y="49515"/>
                      <a:pt x="16176" y="63890"/>
                      <a:pt x="36023" y="6389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9" name="Google Shape;1289;p30">
                <a:extLst>
                  <a:ext uri="{FF2B5EF4-FFF2-40B4-BE49-F238E27FC236}">
                    <a16:creationId xmlns:a16="http://schemas.microsoft.com/office/drawing/2014/main" id="{D1734719-B16D-12E2-F5DA-39CAAD5F49C6}"/>
                  </a:ext>
                </a:extLst>
              </p:cNvPr>
              <p:cNvSpPr/>
              <p:nvPr/>
            </p:nvSpPr>
            <p:spPr>
              <a:xfrm flipH="1">
                <a:off x="7950790" y="3731353"/>
                <a:ext cx="160663" cy="142475"/>
              </a:xfrm>
              <a:custGeom>
                <a:avLst/>
                <a:gdLst/>
                <a:ahLst/>
                <a:cxnLst/>
                <a:rect l="l" t="t" r="r" b="b"/>
                <a:pathLst>
                  <a:path w="72046" h="63890" extrusionOk="0">
                    <a:moveTo>
                      <a:pt x="36023" y="63890"/>
                    </a:moveTo>
                    <a:cubicBezTo>
                      <a:pt x="55870" y="63890"/>
                      <a:pt x="72046" y="49549"/>
                      <a:pt x="72046" y="31945"/>
                    </a:cubicBezTo>
                    <a:cubicBezTo>
                      <a:pt x="72046" y="14341"/>
                      <a:pt x="55870" y="0"/>
                      <a:pt x="36023" y="0"/>
                    </a:cubicBezTo>
                    <a:cubicBezTo>
                      <a:pt x="16176" y="0"/>
                      <a:pt x="0" y="14341"/>
                      <a:pt x="0" y="31945"/>
                    </a:cubicBezTo>
                    <a:cubicBezTo>
                      <a:pt x="0" y="49549"/>
                      <a:pt x="16176" y="63890"/>
                      <a:pt x="36023" y="6389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290" name="Google Shape;1290;p30">
                <a:extLst>
                  <a:ext uri="{FF2B5EF4-FFF2-40B4-BE49-F238E27FC236}">
                    <a16:creationId xmlns:a16="http://schemas.microsoft.com/office/drawing/2014/main" id="{9CCE1D3F-5F68-AB8B-43D0-CF17FA8C5D0E}"/>
                  </a:ext>
                </a:extLst>
              </p:cNvPr>
              <p:cNvGrpSpPr/>
              <p:nvPr/>
            </p:nvGrpSpPr>
            <p:grpSpPr>
              <a:xfrm flipH="1">
                <a:off x="7063250" y="1284726"/>
                <a:ext cx="506187" cy="975768"/>
                <a:chOff x="4380117" y="1824165"/>
                <a:chExt cx="226939" cy="437466"/>
              </a:xfrm>
            </p:grpSpPr>
            <p:sp>
              <p:nvSpPr>
                <p:cNvPr id="1291" name="Google Shape;1291;p30">
                  <a:extLst>
                    <a:ext uri="{FF2B5EF4-FFF2-40B4-BE49-F238E27FC236}">
                      <a16:creationId xmlns:a16="http://schemas.microsoft.com/office/drawing/2014/main" id="{F4247293-28F5-E34F-BE68-4AAEA1F30EA1}"/>
                    </a:ext>
                  </a:extLst>
                </p:cNvPr>
                <p:cNvSpPr/>
                <p:nvPr/>
              </p:nvSpPr>
              <p:spPr>
                <a:xfrm>
                  <a:off x="4469971" y="2216942"/>
                  <a:ext cx="57501" cy="446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501" h="44689" extrusionOk="0">
                      <a:moveTo>
                        <a:pt x="57501" y="0"/>
                      </a:moveTo>
                      <a:lnTo>
                        <a:pt x="0" y="0"/>
                      </a:lnTo>
                      <a:lnTo>
                        <a:pt x="18487" y="44689"/>
                      </a:lnTo>
                      <a:lnTo>
                        <a:pt x="38776" y="44689"/>
                      </a:lnTo>
                      <a:lnTo>
                        <a:pt x="5750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2" name="Google Shape;1292;p30">
                  <a:extLst>
                    <a:ext uri="{FF2B5EF4-FFF2-40B4-BE49-F238E27FC236}">
                      <a16:creationId xmlns:a16="http://schemas.microsoft.com/office/drawing/2014/main" id="{70E959BC-734D-0001-FADB-DFC3AE10D8FB}"/>
                    </a:ext>
                  </a:extLst>
                </p:cNvPr>
                <p:cNvSpPr/>
                <p:nvPr/>
              </p:nvSpPr>
              <p:spPr>
                <a:xfrm>
                  <a:off x="4496614" y="2025306"/>
                  <a:ext cx="110442" cy="191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42" h="191602" extrusionOk="0">
                      <a:moveTo>
                        <a:pt x="48054" y="0"/>
                      </a:moveTo>
                      <a:cubicBezTo>
                        <a:pt x="48054" y="0"/>
                        <a:pt x="106234" y="59574"/>
                        <a:pt x="110279" y="62973"/>
                      </a:cubicBezTo>
                      <a:cubicBezTo>
                        <a:pt x="114323" y="66337"/>
                        <a:pt x="41937" y="191603"/>
                        <a:pt x="41937" y="191603"/>
                      </a:cubicBezTo>
                      <a:lnTo>
                        <a:pt x="0" y="191603"/>
                      </a:lnTo>
                      <a:lnTo>
                        <a:pt x="0" y="8564"/>
                      </a:lnTo>
                      <a:lnTo>
                        <a:pt x="480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3" name="Google Shape;1293;p30">
                  <a:extLst>
                    <a:ext uri="{FF2B5EF4-FFF2-40B4-BE49-F238E27FC236}">
                      <a16:creationId xmlns:a16="http://schemas.microsoft.com/office/drawing/2014/main" id="{F449A89E-ED17-C462-A659-A5FF51FA3B5F}"/>
                    </a:ext>
                  </a:extLst>
                </p:cNvPr>
                <p:cNvSpPr/>
                <p:nvPr/>
              </p:nvSpPr>
              <p:spPr>
                <a:xfrm>
                  <a:off x="4388719" y="2025306"/>
                  <a:ext cx="110410" cy="191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10" h="191602" extrusionOk="0">
                      <a:moveTo>
                        <a:pt x="62391" y="0"/>
                      </a:moveTo>
                      <a:cubicBezTo>
                        <a:pt x="62391" y="0"/>
                        <a:pt x="4210" y="59574"/>
                        <a:pt x="166" y="62973"/>
                      </a:cubicBezTo>
                      <a:cubicBezTo>
                        <a:pt x="-3912" y="66337"/>
                        <a:pt x="68474" y="191603"/>
                        <a:pt x="68474" y="191603"/>
                      </a:cubicBezTo>
                      <a:lnTo>
                        <a:pt x="110410" y="191603"/>
                      </a:lnTo>
                      <a:lnTo>
                        <a:pt x="110410" y="8564"/>
                      </a:lnTo>
                      <a:lnTo>
                        <a:pt x="623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4" name="Google Shape;1294;p30">
                  <a:extLst>
                    <a:ext uri="{FF2B5EF4-FFF2-40B4-BE49-F238E27FC236}">
                      <a16:creationId xmlns:a16="http://schemas.microsoft.com/office/drawing/2014/main" id="{7E4F5E8F-042D-9681-D428-59DA3F4958FC}"/>
                    </a:ext>
                  </a:extLst>
                </p:cNvPr>
                <p:cNvSpPr/>
                <p:nvPr/>
              </p:nvSpPr>
              <p:spPr>
                <a:xfrm>
                  <a:off x="4381340" y="1840704"/>
                  <a:ext cx="156938" cy="1811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938" h="181135" extrusionOk="0">
                      <a:moveTo>
                        <a:pt x="0" y="0"/>
                      </a:moveTo>
                      <a:lnTo>
                        <a:pt x="20152" y="0"/>
                      </a:lnTo>
                      <a:cubicBezTo>
                        <a:pt x="95359" y="0"/>
                        <a:pt x="156939" y="61545"/>
                        <a:pt x="156939" y="136786"/>
                      </a:cubicBezTo>
                      <a:lnTo>
                        <a:pt x="156939" y="181136"/>
                      </a:lnTo>
                      <a:lnTo>
                        <a:pt x="82309" y="181136"/>
                      </a:lnTo>
                      <a:lnTo>
                        <a:pt x="82309" y="162478"/>
                      </a:lnTo>
                      <a:cubicBezTo>
                        <a:pt x="82309" y="94646"/>
                        <a:pt x="48733" y="70143"/>
                        <a:pt x="34" y="71741"/>
                      </a:cubicBezTo>
                      <a:lnTo>
                        <a:pt x="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5" name="Google Shape;1295;p30">
                  <a:extLst>
                    <a:ext uri="{FF2B5EF4-FFF2-40B4-BE49-F238E27FC236}">
                      <a16:creationId xmlns:a16="http://schemas.microsoft.com/office/drawing/2014/main" id="{0CDC9F3A-45A5-9901-DB20-03669D7CF641}"/>
                    </a:ext>
                  </a:extLst>
                </p:cNvPr>
                <p:cNvSpPr/>
                <p:nvPr/>
              </p:nvSpPr>
              <p:spPr>
                <a:xfrm>
                  <a:off x="4432079" y="2021024"/>
                  <a:ext cx="132436" cy="23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436" h="23721" extrusionOk="0">
                      <a:moveTo>
                        <a:pt x="0" y="23721"/>
                      </a:moveTo>
                      <a:lnTo>
                        <a:pt x="0" y="11861"/>
                      </a:lnTo>
                      <a:cubicBezTo>
                        <a:pt x="0" y="5336"/>
                        <a:pt x="5336" y="0"/>
                        <a:pt x="11860" y="0"/>
                      </a:cubicBezTo>
                      <a:lnTo>
                        <a:pt x="120576" y="0"/>
                      </a:lnTo>
                      <a:cubicBezTo>
                        <a:pt x="127101" y="0"/>
                        <a:pt x="132436" y="5336"/>
                        <a:pt x="132436" y="11861"/>
                      </a:cubicBezTo>
                      <a:lnTo>
                        <a:pt x="132436" y="23721"/>
                      </a:lnTo>
                      <a:lnTo>
                        <a:pt x="0" y="2372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6" name="Google Shape;1296;p30">
                  <a:extLst>
                    <a:ext uri="{FF2B5EF4-FFF2-40B4-BE49-F238E27FC236}">
                      <a16:creationId xmlns:a16="http://schemas.microsoft.com/office/drawing/2014/main" id="{927C4004-2A44-F693-EBBB-66CE3A141FFD}"/>
                    </a:ext>
                  </a:extLst>
                </p:cNvPr>
                <p:cNvSpPr/>
                <p:nvPr/>
              </p:nvSpPr>
              <p:spPr>
                <a:xfrm>
                  <a:off x="4493284" y="2021024"/>
                  <a:ext cx="71230" cy="23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230" h="23721" extrusionOk="0">
                      <a:moveTo>
                        <a:pt x="0" y="0"/>
                      </a:moveTo>
                      <a:lnTo>
                        <a:pt x="59370" y="0"/>
                      </a:lnTo>
                      <a:cubicBezTo>
                        <a:pt x="65895" y="0"/>
                        <a:pt x="71231" y="5336"/>
                        <a:pt x="71231" y="11861"/>
                      </a:cubicBezTo>
                      <a:lnTo>
                        <a:pt x="71231" y="23721"/>
                      </a:lnTo>
                      <a:lnTo>
                        <a:pt x="0" y="2372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7" name="Google Shape;1297;p30">
                  <a:extLst>
                    <a:ext uri="{FF2B5EF4-FFF2-40B4-BE49-F238E27FC236}">
                      <a16:creationId xmlns:a16="http://schemas.microsoft.com/office/drawing/2014/main" id="{0813FBAF-8AC5-7C2D-ACE9-9C36F9A4E061}"/>
                    </a:ext>
                  </a:extLst>
                </p:cNvPr>
                <p:cNvSpPr/>
                <p:nvPr/>
              </p:nvSpPr>
              <p:spPr>
                <a:xfrm>
                  <a:off x="4453489" y="2009877"/>
                  <a:ext cx="99131" cy="11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31" h="11248" extrusionOk="0">
                      <a:moveTo>
                        <a:pt x="93524" y="0"/>
                      </a:moveTo>
                      <a:lnTo>
                        <a:pt x="5607" y="0"/>
                      </a:lnTo>
                      <a:cubicBezTo>
                        <a:pt x="2515" y="0"/>
                        <a:pt x="0" y="2515"/>
                        <a:pt x="0" y="5607"/>
                      </a:cubicBezTo>
                      <a:lnTo>
                        <a:pt x="0" y="5607"/>
                      </a:lnTo>
                      <a:cubicBezTo>
                        <a:pt x="0" y="8700"/>
                        <a:pt x="2515" y="11249"/>
                        <a:pt x="5607" y="11249"/>
                      </a:cubicBezTo>
                      <a:lnTo>
                        <a:pt x="93524" y="11249"/>
                      </a:lnTo>
                      <a:cubicBezTo>
                        <a:pt x="96617" y="11249"/>
                        <a:pt x="99131" y="8700"/>
                        <a:pt x="99131" y="5607"/>
                      </a:cubicBezTo>
                      <a:lnTo>
                        <a:pt x="99131" y="5607"/>
                      </a:lnTo>
                      <a:cubicBezTo>
                        <a:pt x="99131" y="2515"/>
                        <a:pt x="96583" y="0"/>
                        <a:pt x="935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8" name="Google Shape;1298;p30">
                  <a:extLst>
                    <a:ext uri="{FF2B5EF4-FFF2-40B4-BE49-F238E27FC236}">
                      <a16:creationId xmlns:a16="http://schemas.microsoft.com/office/drawing/2014/main" id="{5FDE1651-086C-EA5B-6383-426352A18A70}"/>
                    </a:ext>
                  </a:extLst>
                </p:cNvPr>
                <p:cNvSpPr/>
                <p:nvPr/>
              </p:nvSpPr>
              <p:spPr>
                <a:xfrm>
                  <a:off x="4451585" y="1992137"/>
                  <a:ext cx="99199" cy="11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99" h="11248" extrusionOk="0">
                      <a:moveTo>
                        <a:pt x="93558" y="34"/>
                      </a:moveTo>
                      <a:lnTo>
                        <a:pt x="5641" y="34"/>
                      </a:lnTo>
                      <a:cubicBezTo>
                        <a:pt x="2549" y="34"/>
                        <a:pt x="0" y="2549"/>
                        <a:pt x="0" y="5641"/>
                      </a:cubicBezTo>
                      <a:lnTo>
                        <a:pt x="0" y="5641"/>
                      </a:lnTo>
                      <a:cubicBezTo>
                        <a:pt x="0" y="8734"/>
                        <a:pt x="2549" y="11249"/>
                        <a:pt x="5641" y="11249"/>
                      </a:cubicBezTo>
                      <a:lnTo>
                        <a:pt x="93558" y="11249"/>
                      </a:lnTo>
                      <a:cubicBezTo>
                        <a:pt x="96651" y="11249"/>
                        <a:pt x="99200" y="8700"/>
                        <a:pt x="99200" y="5607"/>
                      </a:cubicBezTo>
                      <a:lnTo>
                        <a:pt x="99200" y="5607"/>
                      </a:lnTo>
                      <a:cubicBezTo>
                        <a:pt x="99200" y="2515"/>
                        <a:pt x="96685" y="0"/>
                        <a:pt x="9355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9" name="Google Shape;1299;p30">
                  <a:extLst>
                    <a:ext uri="{FF2B5EF4-FFF2-40B4-BE49-F238E27FC236}">
                      <a16:creationId xmlns:a16="http://schemas.microsoft.com/office/drawing/2014/main" id="{A7760C8D-659B-E245-EC60-1C16E09ACB1A}"/>
                    </a:ext>
                  </a:extLst>
                </p:cNvPr>
                <p:cNvSpPr/>
                <p:nvPr/>
              </p:nvSpPr>
              <p:spPr>
                <a:xfrm>
                  <a:off x="4449751" y="1974466"/>
                  <a:ext cx="99165" cy="11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65" h="11214" extrusionOk="0">
                      <a:moveTo>
                        <a:pt x="93524" y="0"/>
                      </a:moveTo>
                      <a:lnTo>
                        <a:pt x="5607" y="0"/>
                      </a:lnTo>
                      <a:cubicBezTo>
                        <a:pt x="2515" y="0"/>
                        <a:pt x="0" y="2515"/>
                        <a:pt x="0" y="5607"/>
                      </a:cubicBezTo>
                      <a:lnTo>
                        <a:pt x="0" y="5607"/>
                      </a:lnTo>
                      <a:cubicBezTo>
                        <a:pt x="0" y="8700"/>
                        <a:pt x="2515" y="11215"/>
                        <a:pt x="5607" y="11215"/>
                      </a:cubicBezTo>
                      <a:lnTo>
                        <a:pt x="93524" y="11215"/>
                      </a:lnTo>
                      <a:cubicBezTo>
                        <a:pt x="96617" y="11215"/>
                        <a:pt x="99165" y="8666"/>
                        <a:pt x="99165" y="5607"/>
                      </a:cubicBezTo>
                      <a:lnTo>
                        <a:pt x="99165" y="5607"/>
                      </a:lnTo>
                      <a:cubicBezTo>
                        <a:pt x="99165" y="2515"/>
                        <a:pt x="96651" y="0"/>
                        <a:pt x="935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0" name="Google Shape;1300;p30">
                  <a:extLst>
                    <a:ext uri="{FF2B5EF4-FFF2-40B4-BE49-F238E27FC236}">
                      <a16:creationId xmlns:a16="http://schemas.microsoft.com/office/drawing/2014/main" id="{BE7213DF-B69D-3660-0A42-F160A7ECA6C6}"/>
                    </a:ext>
                  </a:extLst>
                </p:cNvPr>
                <p:cNvSpPr/>
                <p:nvPr/>
              </p:nvSpPr>
              <p:spPr>
                <a:xfrm>
                  <a:off x="4447881" y="1956760"/>
                  <a:ext cx="99131" cy="11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31" h="11214" extrusionOk="0">
                      <a:moveTo>
                        <a:pt x="93524" y="0"/>
                      </a:moveTo>
                      <a:lnTo>
                        <a:pt x="5607" y="0"/>
                      </a:lnTo>
                      <a:cubicBezTo>
                        <a:pt x="2515" y="0"/>
                        <a:pt x="0" y="2515"/>
                        <a:pt x="0" y="5607"/>
                      </a:cubicBezTo>
                      <a:lnTo>
                        <a:pt x="0" y="5607"/>
                      </a:lnTo>
                      <a:cubicBezTo>
                        <a:pt x="0" y="8700"/>
                        <a:pt x="2549" y="11215"/>
                        <a:pt x="5607" y="11215"/>
                      </a:cubicBezTo>
                      <a:lnTo>
                        <a:pt x="93524" y="11215"/>
                      </a:lnTo>
                      <a:cubicBezTo>
                        <a:pt x="96617" y="11215"/>
                        <a:pt x="99132" y="8700"/>
                        <a:pt x="99132" y="5607"/>
                      </a:cubicBezTo>
                      <a:lnTo>
                        <a:pt x="99132" y="5607"/>
                      </a:lnTo>
                      <a:cubicBezTo>
                        <a:pt x="99132" y="2515"/>
                        <a:pt x="96617" y="0"/>
                        <a:pt x="935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1" name="Google Shape;1301;p30">
                  <a:extLst>
                    <a:ext uri="{FF2B5EF4-FFF2-40B4-BE49-F238E27FC236}">
                      <a16:creationId xmlns:a16="http://schemas.microsoft.com/office/drawing/2014/main" id="{944ADDFF-96B7-3098-AA09-7A9FBCCD7CFB}"/>
                    </a:ext>
                  </a:extLst>
                </p:cNvPr>
                <p:cNvSpPr/>
                <p:nvPr/>
              </p:nvSpPr>
              <p:spPr>
                <a:xfrm>
                  <a:off x="4446074" y="1936907"/>
                  <a:ext cx="99074" cy="15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74" h="15507" extrusionOk="0">
                      <a:moveTo>
                        <a:pt x="93156" y="6"/>
                      </a:moveTo>
                      <a:lnTo>
                        <a:pt x="5341" y="4288"/>
                      </a:lnTo>
                      <a:cubicBezTo>
                        <a:pt x="2249" y="4424"/>
                        <a:pt x="-130" y="7074"/>
                        <a:pt x="6" y="10167"/>
                      </a:cubicBezTo>
                      <a:lnTo>
                        <a:pt x="6" y="10167"/>
                      </a:lnTo>
                      <a:cubicBezTo>
                        <a:pt x="142" y="13259"/>
                        <a:pt x="2792" y="15638"/>
                        <a:pt x="5885" y="15502"/>
                      </a:cubicBezTo>
                      <a:lnTo>
                        <a:pt x="93734" y="11220"/>
                      </a:lnTo>
                      <a:cubicBezTo>
                        <a:pt x="96826" y="11084"/>
                        <a:pt x="99205" y="8434"/>
                        <a:pt x="99069" y="5341"/>
                      </a:cubicBezTo>
                      <a:lnTo>
                        <a:pt x="99069" y="5341"/>
                      </a:lnTo>
                      <a:cubicBezTo>
                        <a:pt x="98899" y="2249"/>
                        <a:pt x="96283" y="-130"/>
                        <a:pt x="93190" y="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2" name="Google Shape;1302;p30">
                  <a:extLst>
                    <a:ext uri="{FF2B5EF4-FFF2-40B4-BE49-F238E27FC236}">
                      <a16:creationId xmlns:a16="http://schemas.microsoft.com/office/drawing/2014/main" id="{10B4E328-BFE0-7E0E-D89C-4CD10BB3DE27}"/>
                    </a:ext>
                  </a:extLst>
                </p:cNvPr>
                <p:cNvSpPr/>
                <p:nvPr/>
              </p:nvSpPr>
              <p:spPr>
                <a:xfrm>
                  <a:off x="4437315" y="1910952"/>
                  <a:ext cx="97595" cy="2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595" h="27725" extrusionOk="0">
                      <a:moveTo>
                        <a:pt x="90939" y="99"/>
                      </a:moveTo>
                      <a:lnTo>
                        <a:pt x="4551" y="16582"/>
                      </a:lnTo>
                      <a:cubicBezTo>
                        <a:pt x="1526" y="17159"/>
                        <a:pt x="-479" y="20116"/>
                        <a:pt x="99" y="23175"/>
                      </a:cubicBezTo>
                      <a:lnTo>
                        <a:pt x="99" y="23175"/>
                      </a:lnTo>
                      <a:cubicBezTo>
                        <a:pt x="677" y="26199"/>
                        <a:pt x="3633" y="28204"/>
                        <a:pt x="6658" y="27626"/>
                      </a:cubicBezTo>
                      <a:lnTo>
                        <a:pt x="93012" y="11110"/>
                      </a:lnTo>
                      <a:cubicBezTo>
                        <a:pt x="96036" y="10532"/>
                        <a:pt x="98075" y="7576"/>
                        <a:pt x="97498" y="4551"/>
                      </a:cubicBezTo>
                      <a:lnTo>
                        <a:pt x="97498" y="4551"/>
                      </a:lnTo>
                      <a:cubicBezTo>
                        <a:pt x="96920" y="1526"/>
                        <a:pt x="93963" y="-478"/>
                        <a:pt x="90939" y="9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3" name="Google Shape;1303;p30">
                  <a:extLst>
                    <a:ext uri="{FF2B5EF4-FFF2-40B4-BE49-F238E27FC236}">
                      <a16:creationId xmlns:a16="http://schemas.microsoft.com/office/drawing/2014/main" id="{C1A11647-76EA-903C-511F-EA28B3AEEA49}"/>
                    </a:ext>
                  </a:extLst>
                </p:cNvPr>
                <p:cNvSpPr/>
                <p:nvPr/>
              </p:nvSpPr>
              <p:spPr>
                <a:xfrm>
                  <a:off x="4429531" y="1882948"/>
                  <a:ext cx="90598" cy="49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598" h="49035" extrusionOk="0">
                      <a:moveTo>
                        <a:pt x="82580" y="542"/>
                      </a:moveTo>
                      <a:lnTo>
                        <a:pt x="3193" y="38366"/>
                      </a:lnTo>
                      <a:cubicBezTo>
                        <a:pt x="406" y="39692"/>
                        <a:pt x="-783" y="43056"/>
                        <a:pt x="542" y="45843"/>
                      </a:cubicBezTo>
                      <a:lnTo>
                        <a:pt x="542" y="45843"/>
                      </a:lnTo>
                      <a:cubicBezTo>
                        <a:pt x="1867" y="48630"/>
                        <a:pt x="5232" y="49819"/>
                        <a:pt x="8018" y="48494"/>
                      </a:cubicBezTo>
                      <a:lnTo>
                        <a:pt x="87405" y="10669"/>
                      </a:lnTo>
                      <a:cubicBezTo>
                        <a:pt x="90192" y="9344"/>
                        <a:pt x="91382" y="5980"/>
                        <a:pt x="90056" y="3193"/>
                      </a:cubicBezTo>
                      <a:lnTo>
                        <a:pt x="90056" y="3193"/>
                      </a:lnTo>
                      <a:cubicBezTo>
                        <a:pt x="88731" y="406"/>
                        <a:pt x="85332" y="-783"/>
                        <a:pt x="82546" y="542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4" name="Google Shape;1304;p30">
                  <a:extLst>
                    <a:ext uri="{FF2B5EF4-FFF2-40B4-BE49-F238E27FC236}">
                      <a16:creationId xmlns:a16="http://schemas.microsoft.com/office/drawing/2014/main" id="{C5960971-969C-5477-6489-ADD38F6834A5}"/>
                    </a:ext>
                  </a:extLst>
                </p:cNvPr>
                <p:cNvSpPr/>
                <p:nvPr/>
              </p:nvSpPr>
              <p:spPr>
                <a:xfrm>
                  <a:off x="4422838" y="1855265"/>
                  <a:ext cx="71972" cy="7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972" h="74814" extrusionOk="0">
                      <a:moveTo>
                        <a:pt x="62324" y="1718"/>
                      </a:moveTo>
                      <a:lnTo>
                        <a:pt x="1560" y="65302"/>
                      </a:lnTo>
                      <a:cubicBezTo>
                        <a:pt x="-581" y="67545"/>
                        <a:pt x="-513" y="71113"/>
                        <a:pt x="1730" y="73254"/>
                      </a:cubicBezTo>
                      <a:lnTo>
                        <a:pt x="1730" y="73254"/>
                      </a:lnTo>
                      <a:cubicBezTo>
                        <a:pt x="3973" y="75395"/>
                        <a:pt x="7541" y="75327"/>
                        <a:pt x="9682" y="73085"/>
                      </a:cubicBezTo>
                      <a:lnTo>
                        <a:pt x="70412" y="9500"/>
                      </a:lnTo>
                      <a:cubicBezTo>
                        <a:pt x="72553" y="7257"/>
                        <a:pt x="72485" y="3689"/>
                        <a:pt x="70242" y="1548"/>
                      </a:cubicBezTo>
                      <a:lnTo>
                        <a:pt x="70242" y="1548"/>
                      </a:lnTo>
                      <a:cubicBezTo>
                        <a:pt x="67999" y="-593"/>
                        <a:pt x="64431" y="-491"/>
                        <a:pt x="62324" y="171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5" name="Google Shape;1305;p30">
                  <a:extLst>
                    <a:ext uri="{FF2B5EF4-FFF2-40B4-BE49-F238E27FC236}">
                      <a16:creationId xmlns:a16="http://schemas.microsoft.com/office/drawing/2014/main" id="{74B72E73-0549-78A2-AEAC-BBF1A4CBAF7B}"/>
                    </a:ext>
                  </a:extLst>
                </p:cNvPr>
                <p:cNvSpPr/>
                <p:nvPr/>
              </p:nvSpPr>
              <p:spPr>
                <a:xfrm>
                  <a:off x="4416185" y="1835374"/>
                  <a:ext cx="45386" cy="922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86" h="92221" extrusionOk="0">
                      <a:moveTo>
                        <a:pt x="34619" y="3427"/>
                      </a:moveTo>
                      <a:lnTo>
                        <a:pt x="431" y="84445"/>
                      </a:lnTo>
                      <a:cubicBezTo>
                        <a:pt x="-758" y="87299"/>
                        <a:pt x="601" y="90596"/>
                        <a:pt x="3422" y="91785"/>
                      </a:cubicBezTo>
                      <a:lnTo>
                        <a:pt x="3422" y="91785"/>
                      </a:lnTo>
                      <a:cubicBezTo>
                        <a:pt x="6277" y="92975"/>
                        <a:pt x="9573" y="91649"/>
                        <a:pt x="10762" y="88795"/>
                      </a:cubicBezTo>
                      <a:lnTo>
                        <a:pt x="44951" y="7777"/>
                      </a:lnTo>
                      <a:cubicBezTo>
                        <a:pt x="46140" y="4956"/>
                        <a:pt x="44815" y="1625"/>
                        <a:pt x="41960" y="436"/>
                      </a:cubicBezTo>
                      <a:lnTo>
                        <a:pt x="41960" y="436"/>
                      </a:lnTo>
                      <a:cubicBezTo>
                        <a:pt x="39105" y="-753"/>
                        <a:pt x="35809" y="572"/>
                        <a:pt x="34585" y="342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6" name="Google Shape;1306;p30">
                  <a:extLst>
                    <a:ext uri="{FF2B5EF4-FFF2-40B4-BE49-F238E27FC236}">
                      <a16:creationId xmlns:a16="http://schemas.microsoft.com/office/drawing/2014/main" id="{4FA9CEFF-9B31-5999-BE59-A82E80584751}"/>
                    </a:ext>
                  </a:extLst>
                </p:cNvPr>
                <p:cNvSpPr/>
                <p:nvPr/>
              </p:nvSpPr>
              <p:spPr>
                <a:xfrm>
                  <a:off x="4407685" y="1824165"/>
                  <a:ext cx="19556" cy="98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56" h="98768" extrusionOk="0">
                      <a:moveTo>
                        <a:pt x="8354" y="5086"/>
                      </a:moveTo>
                      <a:lnTo>
                        <a:pt x="28" y="92629"/>
                      </a:lnTo>
                      <a:cubicBezTo>
                        <a:pt x="-279" y="95722"/>
                        <a:pt x="1999" y="98440"/>
                        <a:pt x="5091" y="98746"/>
                      </a:cubicBezTo>
                      <a:lnTo>
                        <a:pt x="5091" y="98746"/>
                      </a:lnTo>
                      <a:cubicBezTo>
                        <a:pt x="8149" y="99018"/>
                        <a:pt x="10902" y="96775"/>
                        <a:pt x="11208" y="93683"/>
                      </a:cubicBezTo>
                      <a:lnTo>
                        <a:pt x="19534" y="6140"/>
                      </a:lnTo>
                      <a:cubicBezTo>
                        <a:pt x="19806" y="3047"/>
                        <a:pt x="17563" y="294"/>
                        <a:pt x="14471" y="22"/>
                      </a:cubicBezTo>
                      <a:lnTo>
                        <a:pt x="14471" y="22"/>
                      </a:lnTo>
                      <a:cubicBezTo>
                        <a:pt x="11378" y="-250"/>
                        <a:pt x="8625" y="1993"/>
                        <a:pt x="8320" y="508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7" name="Google Shape;1307;p30">
                  <a:extLst>
                    <a:ext uri="{FF2B5EF4-FFF2-40B4-BE49-F238E27FC236}">
                      <a16:creationId xmlns:a16="http://schemas.microsoft.com/office/drawing/2014/main" id="{F9314C61-7544-7C7C-42AA-E28017702973}"/>
                    </a:ext>
                  </a:extLst>
                </p:cNvPr>
                <p:cNvSpPr/>
                <p:nvPr/>
              </p:nvSpPr>
              <p:spPr>
                <a:xfrm>
                  <a:off x="4380117" y="1825037"/>
                  <a:ext cx="11486" cy="991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86" h="99165" extrusionOk="0">
                      <a:moveTo>
                        <a:pt x="238" y="5607"/>
                      </a:moveTo>
                      <a:lnTo>
                        <a:pt x="0" y="93524"/>
                      </a:lnTo>
                      <a:cubicBezTo>
                        <a:pt x="0" y="96617"/>
                        <a:pt x="2515" y="99166"/>
                        <a:pt x="5607" y="99166"/>
                      </a:cubicBezTo>
                      <a:lnTo>
                        <a:pt x="5607" y="99166"/>
                      </a:lnTo>
                      <a:cubicBezTo>
                        <a:pt x="8700" y="99166"/>
                        <a:pt x="11249" y="96651"/>
                        <a:pt x="11249" y="93558"/>
                      </a:cubicBezTo>
                      <a:lnTo>
                        <a:pt x="11486" y="5641"/>
                      </a:lnTo>
                      <a:cubicBezTo>
                        <a:pt x="11486" y="2549"/>
                        <a:pt x="8971" y="34"/>
                        <a:pt x="5879" y="0"/>
                      </a:cubicBezTo>
                      <a:lnTo>
                        <a:pt x="5879" y="0"/>
                      </a:lnTo>
                      <a:cubicBezTo>
                        <a:pt x="2787" y="0"/>
                        <a:pt x="272" y="2515"/>
                        <a:pt x="238" y="560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1308" name="Google Shape;1308;p30">
                <a:extLst>
                  <a:ext uri="{FF2B5EF4-FFF2-40B4-BE49-F238E27FC236}">
                    <a16:creationId xmlns:a16="http://schemas.microsoft.com/office/drawing/2014/main" id="{B63237C2-4215-499B-BB37-DBEC6DCDA27E}"/>
                  </a:ext>
                </a:extLst>
              </p:cNvPr>
              <p:cNvGrpSpPr/>
              <p:nvPr/>
            </p:nvGrpSpPr>
            <p:grpSpPr>
              <a:xfrm flipH="1">
                <a:off x="8101743" y="3785367"/>
                <a:ext cx="1282941" cy="330190"/>
                <a:chOff x="2195175" y="2564277"/>
                <a:chExt cx="575181" cy="148034"/>
              </a:xfrm>
            </p:grpSpPr>
            <p:sp>
              <p:nvSpPr>
                <p:cNvPr id="1309" name="Google Shape;1309;p30">
                  <a:extLst>
                    <a:ext uri="{FF2B5EF4-FFF2-40B4-BE49-F238E27FC236}">
                      <a16:creationId xmlns:a16="http://schemas.microsoft.com/office/drawing/2014/main" id="{B3B66C76-24A4-FB42-6C87-54038FD89208}"/>
                    </a:ext>
                  </a:extLst>
                </p:cNvPr>
                <p:cNvSpPr/>
                <p:nvPr/>
              </p:nvSpPr>
              <p:spPr>
                <a:xfrm>
                  <a:off x="2692873" y="2596358"/>
                  <a:ext cx="63822" cy="79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7982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79829"/>
                      </a:lnTo>
                      <a:lnTo>
                        <a:pt x="0" y="798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0" name="Google Shape;1310;p30">
                  <a:extLst>
                    <a:ext uri="{FF2B5EF4-FFF2-40B4-BE49-F238E27FC236}">
                      <a16:creationId xmlns:a16="http://schemas.microsoft.com/office/drawing/2014/main" id="{FE2F3468-C4BF-4BF6-CCB3-D36CC53BC0CC}"/>
                    </a:ext>
                  </a:extLst>
                </p:cNvPr>
                <p:cNvSpPr/>
                <p:nvPr/>
              </p:nvSpPr>
              <p:spPr>
                <a:xfrm>
                  <a:off x="2692873" y="2606622"/>
                  <a:ext cx="63822" cy="11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11384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11385"/>
                      </a:lnTo>
                      <a:lnTo>
                        <a:pt x="0" y="11385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1" name="Google Shape;1311;p30">
                  <a:extLst>
                    <a:ext uri="{FF2B5EF4-FFF2-40B4-BE49-F238E27FC236}">
                      <a16:creationId xmlns:a16="http://schemas.microsoft.com/office/drawing/2014/main" id="{26351645-F1FA-11C1-8AF4-C5688C6BC222}"/>
                    </a:ext>
                  </a:extLst>
                </p:cNvPr>
                <p:cNvSpPr/>
                <p:nvPr/>
              </p:nvSpPr>
              <p:spPr>
                <a:xfrm>
                  <a:off x="2744731" y="2566146"/>
                  <a:ext cx="25624" cy="14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4" h="143107" extrusionOk="0">
                      <a:moveTo>
                        <a:pt x="25624" y="0"/>
                      </a:moveTo>
                      <a:lnTo>
                        <a:pt x="12812" y="0"/>
                      </a:lnTo>
                      <a:cubicBezTo>
                        <a:pt x="5777" y="0"/>
                        <a:pt x="0" y="5777"/>
                        <a:pt x="0" y="12812"/>
                      </a:cubicBezTo>
                      <a:lnTo>
                        <a:pt x="0" y="130295"/>
                      </a:lnTo>
                      <a:cubicBezTo>
                        <a:pt x="0" y="137330"/>
                        <a:pt x="5777" y="143107"/>
                        <a:pt x="12812" y="143107"/>
                      </a:cubicBezTo>
                      <a:lnTo>
                        <a:pt x="25624" y="143107"/>
                      </a:lnTo>
                      <a:lnTo>
                        <a:pt x="256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2" name="Google Shape;1312;p30">
                  <a:extLst>
                    <a:ext uri="{FF2B5EF4-FFF2-40B4-BE49-F238E27FC236}">
                      <a16:creationId xmlns:a16="http://schemas.microsoft.com/office/drawing/2014/main" id="{53E9F602-4502-D24A-F585-C1C28AEABF86}"/>
                    </a:ext>
                  </a:extLst>
                </p:cNvPr>
                <p:cNvSpPr/>
                <p:nvPr/>
              </p:nvSpPr>
              <p:spPr>
                <a:xfrm>
                  <a:off x="2744731" y="2632280"/>
                  <a:ext cx="25624" cy="76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4" h="76974" extrusionOk="0">
                      <a:moveTo>
                        <a:pt x="0" y="0"/>
                      </a:moveTo>
                      <a:lnTo>
                        <a:pt x="0" y="64162"/>
                      </a:lnTo>
                      <a:cubicBezTo>
                        <a:pt x="0" y="71197"/>
                        <a:pt x="5777" y="76974"/>
                        <a:pt x="12812" y="76974"/>
                      </a:cubicBezTo>
                      <a:lnTo>
                        <a:pt x="25624" y="76974"/>
                      </a:lnTo>
                      <a:lnTo>
                        <a:pt x="2562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3" name="Google Shape;1313;p30">
                  <a:extLst>
                    <a:ext uri="{FF2B5EF4-FFF2-40B4-BE49-F238E27FC236}">
                      <a16:creationId xmlns:a16="http://schemas.microsoft.com/office/drawing/2014/main" id="{0DE1A501-51CF-32D7-0835-CCA61391FB49}"/>
                    </a:ext>
                  </a:extLst>
                </p:cNvPr>
                <p:cNvSpPr/>
                <p:nvPr/>
              </p:nvSpPr>
              <p:spPr>
                <a:xfrm>
                  <a:off x="2272625" y="2564277"/>
                  <a:ext cx="423680" cy="1480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680" h="148034" extrusionOk="0">
                      <a:moveTo>
                        <a:pt x="14341" y="0"/>
                      </a:moveTo>
                      <a:lnTo>
                        <a:pt x="409339" y="0"/>
                      </a:lnTo>
                      <a:cubicBezTo>
                        <a:pt x="417257" y="0"/>
                        <a:pt x="423680" y="6661"/>
                        <a:pt x="423680" y="14783"/>
                      </a:cubicBezTo>
                      <a:lnTo>
                        <a:pt x="423680" y="133252"/>
                      </a:lnTo>
                      <a:cubicBezTo>
                        <a:pt x="423680" y="141408"/>
                        <a:pt x="417257" y="148035"/>
                        <a:pt x="409339" y="148035"/>
                      </a:cubicBezTo>
                      <a:lnTo>
                        <a:pt x="14341" y="148035"/>
                      </a:lnTo>
                      <a:cubicBezTo>
                        <a:pt x="6457" y="148035"/>
                        <a:pt x="0" y="141374"/>
                        <a:pt x="0" y="133252"/>
                      </a:cubicBezTo>
                      <a:lnTo>
                        <a:pt x="0" y="14783"/>
                      </a:lnTo>
                      <a:cubicBezTo>
                        <a:pt x="0" y="6661"/>
                        <a:pt x="6457" y="0"/>
                        <a:pt x="1434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4" name="Google Shape;1314;p30">
                  <a:extLst>
                    <a:ext uri="{FF2B5EF4-FFF2-40B4-BE49-F238E27FC236}">
                      <a16:creationId xmlns:a16="http://schemas.microsoft.com/office/drawing/2014/main" id="{1C33107C-1D62-A00C-3FCF-DAB772843290}"/>
                    </a:ext>
                  </a:extLst>
                </p:cNvPr>
                <p:cNvSpPr/>
                <p:nvPr/>
              </p:nvSpPr>
              <p:spPr>
                <a:xfrm>
                  <a:off x="2285267" y="2573283"/>
                  <a:ext cx="397954" cy="130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954" h="130295" extrusionOk="0">
                      <a:moveTo>
                        <a:pt x="12608" y="0"/>
                      </a:moveTo>
                      <a:lnTo>
                        <a:pt x="385312" y="0"/>
                      </a:lnTo>
                      <a:cubicBezTo>
                        <a:pt x="392245" y="0"/>
                        <a:pt x="397954" y="5845"/>
                        <a:pt x="397954" y="13016"/>
                      </a:cubicBezTo>
                      <a:lnTo>
                        <a:pt x="397954" y="117279"/>
                      </a:lnTo>
                      <a:cubicBezTo>
                        <a:pt x="397954" y="124416"/>
                        <a:pt x="392245" y="130295"/>
                        <a:pt x="385312" y="130295"/>
                      </a:cubicBezTo>
                      <a:lnTo>
                        <a:pt x="12608" y="130295"/>
                      </a:lnTo>
                      <a:cubicBezTo>
                        <a:pt x="5675" y="130295"/>
                        <a:pt x="0" y="124416"/>
                        <a:pt x="0" y="117279"/>
                      </a:cubicBezTo>
                      <a:lnTo>
                        <a:pt x="0" y="13016"/>
                      </a:lnTo>
                      <a:cubicBezTo>
                        <a:pt x="0" y="5845"/>
                        <a:pt x="5675" y="0"/>
                        <a:pt x="12608" y="0"/>
                      </a:cubicBez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grpSp>
              <p:nvGrpSpPr>
                <p:cNvPr id="1315" name="Google Shape;1315;p30">
                  <a:extLst>
                    <a:ext uri="{FF2B5EF4-FFF2-40B4-BE49-F238E27FC236}">
                      <a16:creationId xmlns:a16="http://schemas.microsoft.com/office/drawing/2014/main" id="{09415CD7-4C47-51A2-4665-A59166257286}"/>
                    </a:ext>
                  </a:extLst>
                </p:cNvPr>
                <p:cNvGrpSpPr/>
                <p:nvPr/>
              </p:nvGrpSpPr>
              <p:grpSpPr>
                <a:xfrm>
                  <a:off x="2445264" y="2583716"/>
                  <a:ext cx="207540" cy="106166"/>
                  <a:chOff x="2445264" y="2583716"/>
                  <a:chExt cx="207540" cy="106166"/>
                </a:xfrm>
              </p:grpSpPr>
              <p:sp>
                <p:nvSpPr>
                  <p:cNvPr id="1316" name="Google Shape;1316;p30">
                    <a:extLst>
                      <a:ext uri="{FF2B5EF4-FFF2-40B4-BE49-F238E27FC236}">
                        <a16:creationId xmlns:a16="http://schemas.microsoft.com/office/drawing/2014/main" id="{6EDF3908-78EC-37C3-B4C6-02B7971FA224}"/>
                      </a:ext>
                    </a:extLst>
                  </p:cNvPr>
                  <p:cNvSpPr/>
                  <p:nvPr/>
                </p:nvSpPr>
                <p:spPr>
                  <a:xfrm>
                    <a:off x="2445264" y="2628813"/>
                    <a:ext cx="53694" cy="20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694" h="20900" extrusionOk="0">
                        <a:moveTo>
                          <a:pt x="0" y="0"/>
                        </a:moveTo>
                        <a:lnTo>
                          <a:pt x="53695" y="0"/>
                        </a:lnTo>
                        <a:lnTo>
                          <a:pt x="53695" y="20900"/>
                        </a:lnTo>
                        <a:lnTo>
                          <a:pt x="0" y="2090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17" name="Google Shape;1317;p30">
                    <a:extLst>
                      <a:ext uri="{FF2B5EF4-FFF2-40B4-BE49-F238E27FC236}">
                        <a16:creationId xmlns:a16="http://schemas.microsoft.com/office/drawing/2014/main" id="{AD693690-FF26-BAC2-31A5-638AA35AD61C}"/>
                      </a:ext>
                    </a:extLst>
                  </p:cNvPr>
                  <p:cNvSpPr/>
                  <p:nvPr/>
                </p:nvSpPr>
                <p:spPr>
                  <a:xfrm>
                    <a:off x="2599110" y="2627216"/>
                    <a:ext cx="53694" cy="20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694" h="20900" extrusionOk="0">
                        <a:moveTo>
                          <a:pt x="0" y="0"/>
                        </a:moveTo>
                        <a:lnTo>
                          <a:pt x="53695" y="0"/>
                        </a:lnTo>
                        <a:lnTo>
                          <a:pt x="53695" y="20900"/>
                        </a:lnTo>
                        <a:lnTo>
                          <a:pt x="0" y="2090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18" name="Google Shape;1318;p30">
                    <a:extLst>
                      <a:ext uri="{FF2B5EF4-FFF2-40B4-BE49-F238E27FC236}">
                        <a16:creationId xmlns:a16="http://schemas.microsoft.com/office/drawing/2014/main" id="{607F5C63-7A44-BF0C-2056-38AD0441635B}"/>
                      </a:ext>
                    </a:extLst>
                  </p:cNvPr>
                  <p:cNvSpPr/>
                  <p:nvPr/>
                </p:nvSpPr>
                <p:spPr>
                  <a:xfrm>
                    <a:off x="2494643" y="2583716"/>
                    <a:ext cx="106166" cy="1061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166" h="106166" extrusionOk="0">
                        <a:moveTo>
                          <a:pt x="53083" y="106166"/>
                        </a:moveTo>
                        <a:cubicBezTo>
                          <a:pt x="82309" y="106166"/>
                          <a:pt x="106166" y="82309"/>
                          <a:pt x="106166" y="53083"/>
                        </a:cubicBezTo>
                        <a:cubicBezTo>
                          <a:pt x="106166" y="23857"/>
                          <a:pt x="82309" y="0"/>
                          <a:pt x="53083" y="0"/>
                        </a:cubicBezTo>
                        <a:cubicBezTo>
                          <a:pt x="23857" y="0"/>
                          <a:pt x="0" y="23857"/>
                          <a:pt x="0" y="53083"/>
                        </a:cubicBezTo>
                        <a:cubicBezTo>
                          <a:pt x="0" y="82309"/>
                          <a:pt x="23823" y="106166"/>
                          <a:pt x="53083" y="106166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19" name="Google Shape;1319;p30">
                    <a:extLst>
                      <a:ext uri="{FF2B5EF4-FFF2-40B4-BE49-F238E27FC236}">
                        <a16:creationId xmlns:a16="http://schemas.microsoft.com/office/drawing/2014/main" id="{BC9A7476-D279-6898-31C7-2AC0A83A2792}"/>
                      </a:ext>
                    </a:extLst>
                  </p:cNvPr>
                  <p:cNvSpPr/>
                  <p:nvPr/>
                </p:nvSpPr>
                <p:spPr>
                  <a:xfrm>
                    <a:off x="2503037" y="2592110"/>
                    <a:ext cx="89378" cy="893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378" h="89378" extrusionOk="0">
                        <a:moveTo>
                          <a:pt x="44689" y="89378"/>
                        </a:moveTo>
                        <a:cubicBezTo>
                          <a:pt x="69328" y="89378"/>
                          <a:pt x="89378" y="69294"/>
                          <a:pt x="89378" y="44689"/>
                        </a:cubicBezTo>
                        <a:cubicBezTo>
                          <a:pt x="89378" y="20085"/>
                          <a:pt x="69294" y="0"/>
                          <a:pt x="44689" y="0"/>
                        </a:cubicBezTo>
                        <a:cubicBezTo>
                          <a:pt x="20085" y="0"/>
                          <a:pt x="0" y="20085"/>
                          <a:pt x="0" y="44689"/>
                        </a:cubicBezTo>
                        <a:cubicBezTo>
                          <a:pt x="0" y="69294"/>
                          <a:pt x="20085" y="89378"/>
                          <a:pt x="44689" y="8937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0" name="Google Shape;1320;p30">
                    <a:extLst>
                      <a:ext uri="{FF2B5EF4-FFF2-40B4-BE49-F238E27FC236}">
                        <a16:creationId xmlns:a16="http://schemas.microsoft.com/office/drawing/2014/main" id="{BDB9AFA8-7724-F377-ADA3-E464B7797206}"/>
                      </a:ext>
                    </a:extLst>
                  </p:cNvPr>
                  <p:cNvSpPr/>
                  <p:nvPr/>
                </p:nvSpPr>
                <p:spPr>
                  <a:xfrm>
                    <a:off x="2503037" y="2592110"/>
                    <a:ext cx="89378" cy="463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378" h="46388" extrusionOk="0">
                        <a:moveTo>
                          <a:pt x="44689" y="0"/>
                        </a:moveTo>
                        <a:cubicBezTo>
                          <a:pt x="69362" y="0"/>
                          <a:pt x="89378" y="20017"/>
                          <a:pt x="89378" y="44689"/>
                        </a:cubicBezTo>
                        <a:cubicBezTo>
                          <a:pt x="89378" y="45267"/>
                          <a:pt x="89378" y="45811"/>
                          <a:pt x="89310" y="46388"/>
                        </a:cubicBezTo>
                        <a:lnTo>
                          <a:pt x="34" y="46388"/>
                        </a:lnTo>
                        <a:cubicBezTo>
                          <a:pt x="34" y="45811"/>
                          <a:pt x="0" y="45267"/>
                          <a:pt x="0" y="44689"/>
                        </a:cubicBezTo>
                        <a:cubicBezTo>
                          <a:pt x="0" y="20017"/>
                          <a:pt x="20017" y="0"/>
                          <a:pt x="44689" y="0"/>
                        </a:cubicBezTo>
                        <a:close/>
                      </a:path>
                    </a:pathLst>
                  </a:custGeom>
                  <a:solidFill>
                    <a:srgbClr val="74D9E8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1" name="Google Shape;1321;p30">
                    <a:extLst>
                      <a:ext uri="{FF2B5EF4-FFF2-40B4-BE49-F238E27FC236}">
                        <a16:creationId xmlns:a16="http://schemas.microsoft.com/office/drawing/2014/main" id="{663F4A99-DACB-E1BF-1F6B-6689F9E8555C}"/>
                      </a:ext>
                    </a:extLst>
                  </p:cNvPr>
                  <p:cNvSpPr/>
                  <p:nvPr/>
                </p:nvSpPr>
                <p:spPr>
                  <a:xfrm>
                    <a:off x="2546877" y="2599961"/>
                    <a:ext cx="46223" cy="379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223" h="37994" extrusionOk="0">
                        <a:moveTo>
                          <a:pt x="42004" y="18318"/>
                        </a:moveTo>
                        <a:cubicBezTo>
                          <a:pt x="44961" y="24673"/>
                          <a:pt x="46320" y="31401"/>
                          <a:pt x="46218" y="37994"/>
                        </a:cubicBezTo>
                        <a:lnTo>
                          <a:pt x="0" y="37994"/>
                        </a:lnTo>
                        <a:lnTo>
                          <a:pt x="26168" y="0"/>
                        </a:lnTo>
                        <a:cubicBezTo>
                          <a:pt x="32829" y="4384"/>
                          <a:pt x="38368" y="10603"/>
                          <a:pt x="42004" y="18318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2" name="Google Shape;1322;p30">
                    <a:extLst>
                      <a:ext uri="{FF2B5EF4-FFF2-40B4-BE49-F238E27FC236}">
                        <a16:creationId xmlns:a16="http://schemas.microsoft.com/office/drawing/2014/main" id="{199D3654-ED0D-377F-1CAE-319BEA0DEFB7}"/>
                      </a:ext>
                    </a:extLst>
                  </p:cNvPr>
                  <p:cNvSpPr/>
                  <p:nvPr/>
                </p:nvSpPr>
                <p:spPr>
                  <a:xfrm>
                    <a:off x="2527812" y="2592375"/>
                    <a:ext cx="42887" cy="463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887" h="46361" extrusionOk="0">
                        <a:moveTo>
                          <a:pt x="23687" y="143"/>
                        </a:moveTo>
                        <a:cubicBezTo>
                          <a:pt x="30722" y="687"/>
                          <a:pt x="37212" y="2828"/>
                          <a:pt x="42888" y="6193"/>
                        </a:cubicBezTo>
                        <a:lnTo>
                          <a:pt x="20085" y="46362"/>
                        </a:lnTo>
                        <a:lnTo>
                          <a:pt x="0" y="4833"/>
                        </a:lnTo>
                        <a:cubicBezTo>
                          <a:pt x="7069" y="1231"/>
                          <a:pt x="15225" y="-536"/>
                          <a:pt x="23721" y="14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3" name="Google Shape;1323;p30">
                    <a:extLst>
                      <a:ext uri="{FF2B5EF4-FFF2-40B4-BE49-F238E27FC236}">
                        <a16:creationId xmlns:a16="http://schemas.microsoft.com/office/drawing/2014/main" id="{CA19757D-EB50-57AA-FAF8-955ABCA95D54}"/>
                      </a:ext>
                    </a:extLst>
                  </p:cNvPr>
                  <p:cNvSpPr/>
                  <p:nvPr/>
                </p:nvSpPr>
                <p:spPr>
                  <a:xfrm>
                    <a:off x="2503770" y="2600402"/>
                    <a:ext cx="46199" cy="385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199" h="38572" extrusionOk="0">
                        <a:moveTo>
                          <a:pt x="5554" y="15021"/>
                        </a:moveTo>
                        <a:cubicBezTo>
                          <a:pt x="8953" y="8836"/>
                          <a:pt x="13540" y="3806"/>
                          <a:pt x="18944" y="0"/>
                        </a:cubicBezTo>
                        <a:lnTo>
                          <a:pt x="46199" y="37349"/>
                        </a:lnTo>
                        <a:lnTo>
                          <a:pt x="49" y="38572"/>
                        </a:lnTo>
                        <a:cubicBezTo>
                          <a:pt x="-325" y="30620"/>
                          <a:pt x="1442" y="22497"/>
                          <a:pt x="5520" y="1502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grpSp>
                <p:nvGrpSpPr>
                  <p:cNvPr id="1324" name="Google Shape;1324;p30">
                    <a:extLst>
                      <a:ext uri="{FF2B5EF4-FFF2-40B4-BE49-F238E27FC236}">
                        <a16:creationId xmlns:a16="http://schemas.microsoft.com/office/drawing/2014/main" id="{3678C1E7-CD28-7120-AEC9-7EF0CC2E483F}"/>
                      </a:ext>
                    </a:extLst>
                  </p:cNvPr>
                  <p:cNvGrpSpPr/>
                  <p:nvPr/>
                </p:nvGrpSpPr>
                <p:grpSpPr>
                  <a:xfrm>
                    <a:off x="2527089" y="2609748"/>
                    <a:ext cx="30439" cy="37610"/>
                    <a:chOff x="4840276" y="2840598"/>
                    <a:chExt cx="30439" cy="37610"/>
                  </a:xfrm>
                </p:grpSpPr>
                <p:sp>
                  <p:nvSpPr>
                    <p:cNvPr id="1325" name="Google Shape;1325;p30">
                      <a:extLst>
                        <a:ext uri="{FF2B5EF4-FFF2-40B4-BE49-F238E27FC236}">
                          <a16:creationId xmlns:a16="http://schemas.microsoft.com/office/drawing/2014/main" id="{F0C12170-ADC9-0509-EF6E-AAC394AA18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50500" y="2857984"/>
                      <a:ext cx="20215" cy="202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215" h="20224" extrusionOk="0">
                          <a:moveTo>
                            <a:pt x="8171" y="184"/>
                          </a:moveTo>
                          <a:cubicBezTo>
                            <a:pt x="13642" y="-869"/>
                            <a:pt x="18978" y="2699"/>
                            <a:pt x="20031" y="8171"/>
                          </a:cubicBezTo>
                          <a:cubicBezTo>
                            <a:pt x="21085" y="13642"/>
                            <a:pt x="17516" y="18944"/>
                            <a:pt x="12045" y="20031"/>
                          </a:cubicBezTo>
                          <a:cubicBezTo>
                            <a:pt x="6573" y="21119"/>
                            <a:pt x="1238" y="17516"/>
                            <a:pt x="184" y="12045"/>
                          </a:cubicBezTo>
                          <a:cubicBezTo>
                            <a:pt x="-869" y="6573"/>
                            <a:pt x="2699" y="1238"/>
                            <a:pt x="8171" y="184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noProof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p:txBody>
                </p:sp>
                <p:sp>
                  <p:nvSpPr>
                    <p:cNvPr id="1326" name="Google Shape;1326;p30">
                      <a:extLst>
                        <a:ext uri="{FF2B5EF4-FFF2-40B4-BE49-F238E27FC236}">
                          <a16:creationId xmlns:a16="http://schemas.microsoft.com/office/drawing/2014/main" id="{2DF50742-5954-0FEA-FEDF-3BF62E2B7E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0276" y="2840598"/>
                      <a:ext cx="20501" cy="2569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501" h="25692" extrusionOk="0">
                          <a:moveTo>
                            <a:pt x="14351" y="25692"/>
                          </a:moveTo>
                          <a:lnTo>
                            <a:pt x="20502" y="21410"/>
                          </a:lnTo>
                          <a:lnTo>
                            <a:pt x="6806" y="1597"/>
                          </a:lnTo>
                          <a:cubicBezTo>
                            <a:pt x="5651" y="-68"/>
                            <a:pt x="3306" y="-510"/>
                            <a:pt x="1606" y="646"/>
                          </a:cubicBezTo>
                          <a:lnTo>
                            <a:pt x="1606" y="646"/>
                          </a:lnTo>
                          <a:cubicBezTo>
                            <a:pt x="-93" y="1835"/>
                            <a:pt x="-501" y="4180"/>
                            <a:pt x="655" y="5845"/>
                          </a:cubicBezTo>
                          <a:lnTo>
                            <a:pt x="14317" y="25658"/>
                          </a:ln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noProof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p:txBody>
                </p:sp>
              </p:grpSp>
            </p:grpSp>
            <p:sp>
              <p:nvSpPr>
                <p:cNvPr id="1327" name="Google Shape;1327;p30">
                  <a:extLst>
                    <a:ext uri="{FF2B5EF4-FFF2-40B4-BE49-F238E27FC236}">
                      <a16:creationId xmlns:a16="http://schemas.microsoft.com/office/drawing/2014/main" id="{AE85B6DC-8AC8-5E22-43AD-728EF06BC5F6}"/>
                    </a:ext>
                  </a:extLst>
                </p:cNvPr>
                <p:cNvSpPr/>
                <p:nvPr/>
              </p:nvSpPr>
              <p:spPr>
                <a:xfrm>
                  <a:off x="2310041" y="2586265"/>
                  <a:ext cx="102360" cy="102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360" h="102360" extrusionOk="0">
                      <a:moveTo>
                        <a:pt x="51180" y="0"/>
                      </a:moveTo>
                      <a:cubicBezTo>
                        <a:pt x="79421" y="0"/>
                        <a:pt x="102360" y="22939"/>
                        <a:pt x="102360" y="51180"/>
                      </a:cubicBezTo>
                      <a:cubicBezTo>
                        <a:pt x="102360" y="79421"/>
                        <a:pt x="79421" y="102360"/>
                        <a:pt x="51180" y="102360"/>
                      </a:cubicBezTo>
                      <a:cubicBezTo>
                        <a:pt x="22939" y="102360"/>
                        <a:pt x="0" y="79421"/>
                        <a:pt x="0" y="51180"/>
                      </a:cubicBezTo>
                      <a:cubicBezTo>
                        <a:pt x="0" y="22939"/>
                        <a:pt x="22939" y="0"/>
                        <a:pt x="51180" y="0"/>
                      </a:cubicBezTo>
                      <a:lnTo>
                        <a:pt x="51180" y="0"/>
                      </a:lnTo>
                      <a:close/>
                      <a:moveTo>
                        <a:pt x="51180" y="41936"/>
                      </a:moveTo>
                      <a:cubicBezTo>
                        <a:pt x="46048" y="41936"/>
                        <a:pt x="41903" y="46082"/>
                        <a:pt x="41903" y="51180"/>
                      </a:cubicBezTo>
                      <a:cubicBezTo>
                        <a:pt x="41903" y="56278"/>
                        <a:pt x="46048" y="60458"/>
                        <a:pt x="51180" y="60458"/>
                      </a:cubicBezTo>
                      <a:cubicBezTo>
                        <a:pt x="56312" y="60458"/>
                        <a:pt x="60458" y="56312"/>
                        <a:pt x="60458" y="51180"/>
                      </a:cubicBezTo>
                      <a:cubicBezTo>
                        <a:pt x="60458" y="46048"/>
                        <a:pt x="56312" y="41936"/>
                        <a:pt x="51180" y="41936"/>
                      </a:cubicBezTo>
                      <a:lnTo>
                        <a:pt x="51180" y="41936"/>
                      </a:lnTo>
                      <a:close/>
                      <a:moveTo>
                        <a:pt x="57263" y="30110"/>
                      </a:moveTo>
                      <a:cubicBezTo>
                        <a:pt x="64502" y="32183"/>
                        <a:pt x="70177" y="37892"/>
                        <a:pt x="72284" y="45097"/>
                      </a:cubicBezTo>
                      <a:lnTo>
                        <a:pt x="89073" y="45097"/>
                      </a:lnTo>
                      <a:cubicBezTo>
                        <a:pt x="86490" y="28784"/>
                        <a:pt x="73576" y="15905"/>
                        <a:pt x="57297" y="13322"/>
                      </a:cubicBezTo>
                      <a:lnTo>
                        <a:pt x="57297" y="30110"/>
                      </a:lnTo>
                      <a:lnTo>
                        <a:pt x="57297" y="30110"/>
                      </a:lnTo>
                      <a:close/>
                      <a:moveTo>
                        <a:pt x="72284" y="57263"/>
                      </a:moveTo>
                      <a:cubicBezTo>
                        <a:pt x="70177" y="64502"/>
                        <a:pt x="64502" y="70177"/>
                        <a:pt x="57263" y="72284"/>
                      </a:cubicBezTo>
                      <a:lnTo>
                        <a:pt x="57263" y="89072"/>
                      </a:lnTo>
                      <a:cubicBezTo>
                        <a:pt x="73576" y="86456"/>
                        <a:pt x="86456" y="73576"/>
                        <a:pt x="89038" y="57263"/>
                      </a:cubicBezTo>
                      <a:lnTo>
                        <a:pt x="72250" y="57263"/>
                      </a:lnTo>
                      <a:close/>
                      <a:moveTo>
                        <a:pt x="45131" y="72284"/>
                      </a:moveTo>
                      <a:cubicBezTo>
                        <a:pt x="37926" y="70177"/>
                        <a:pt x="32217" y="64502"/>
                        <a:pt x="30144" y="57263"/>
                      </a:cubicBezTo>
                      <a:lnTo>
                        <a:pt x="13356" y="57263"/>
                      </a:lnTo>
                      <a:cubicBezTo>
                        <a:pt x="15939" y="73576"/>
                        <a:pt x="28853" y="86456"/>
                        <a:pt x="45131" y="89072"/>
                      </a:cubicBezTo>
                      <a:lnTo>
                        <a:pt x="45131" y="72284"/>
                      </a:lnTo>
                      <a:lnTo>
                        <a:pt x="45131" y="72284"/>
                      </a:lnTo>
                      <a:close/>
                      <a:moveTo>
                        <a:pt x="30144" y="45131"/>
                      </a:moveTo>
                      <a:cubicBezTo>
                        <a:pt x="32217" y="37892"/>
                        <a:pt x="37926" y="32217"/>
                        <a:pt x="45131" y="30144"/>
                      </a:cubicBezTo>
                      <a:lnTo>
                        <a:pt x="45131" y="13356"/>
                      </a:lnTo>
                      <a:cubicBezTo>
                        <a:pt x="28853" y="15939"/>
                        <a:pt x="15939" y="28853"/>
                        <a:pt x="13356" y="45131"/>
                      </a:cubicBezTo>
                      <a:lnTo>
                        <a:pt x="30144" y="4513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28" name="Google Shape;1328;p30">
                  <a:extLst>
                    <a:ext uri="{FF2B5EF4-FFF2-40B4-BE49-F238E27FC236}">
                      <a16:creationId xmlns:a16="http://schemas.microsoft.com/office/drawing/2014/main" id="{A47F8E3D-7532-A4B5-94C9-408283082A62}"/>
                    </a:ext>
                  </a:extLst>
                </p:cNvPr>
                <p:cNvSpPr/>
                <p:nvPr/>
              </p:nvSpPr>
              <p:spPr>
                <a:xfrm>
                  <a:off x="2208836" y="2598499"/>
                  <a:ext cx="63822" cy="79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7982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79829"/>
                      </a:lnTo>
                      <a:lnTo>
                        <a:pt x="0" y="798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29" name="Google Shape;1329;p30">
                  <a:extLst>
                    <a:ext uri="{FF2B5EF4-FFF2-40B4-BE49-F238E27FC236}">
                      <a16:creationId xmlns:a16="http://schemas.microsoft.com/office/drawing/2014/main" id="{A9AF577B-F550-CE8A-345F-0A1526D3C067}"/>
                    </a:ext>
                  </a:extLst>
                </p:cNvPr>
                <p:cNvSpPr/>
                <p:nvPr/>
              </p:nvSpPr>
              <p:spPr>
                <a:xfrm>
                  <a:off x="2208836" y="2608729"/>
                  <a:ext cx="63822" cy="11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1141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11419"/>
                      </a:lnTo>
                      <a:lnTo>
                        <a:pt x="0" y="11419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30" name="Google Shape;1330;p30">
                  <a:extLst>
                    <a:ext uri="{FF2B5EF4-FFF2-40B4-BE49-F238E27FC236}">
                      <a16:creationId xmlns:a16="http://schemas.microsoft.com/office/drawing/2014/main" id="{F077017E-527D-FB98-3C3F-7274D0A59881}"/>
                    </a:ext>
                  </a:extLst>
                </p:cNvPr>
                <p:cNvSpPr/>
                <p:nvPr/>
              </p:nvSpPr>
              <p:spPr>
                <a:xfrm>
                  <a:off x="2195175" y="2568219"/>
                  <a:ext cx="25623" cy="14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3" h="143107" extrusionOk="0">
                      <a:moveTo>
                        <a:pt x="0" y="34"/>
                      </a:moveTo>
                      <a:lnTo>
                        <a:pt x="12812" y="34"/>
                      </a:lnTo>
                      <a:cubicBezTo>
                        <a:pt x="19847" y="34"/>
                        <a:pt x="25624" y="5811"/>
                        <a:pt x="25624" y="12846"/>
                      </a:cubicBezTo>
                      <a:lnTo>
                        <a:pt x="25624" y="130295"/>
                      </a:lnTo>
                      <a:cubicBezTo>
                        <a:pt x="25624" y="137330"/>
                        <a:pt x="19847" y="143107"/>
                        <a:pt x="12812" y="143107"/>
                      </a:cubicBezTo>
                      <a:lnTo>
                        <a:pt x="0" y="14310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31" name="Google Shape;1331;p30">
                  <a:extLst>
                    <a:ext uri="{FF2B5EF4-FFF2-40B4-BE49-F238E27FC236}">
                      <a16:creationId xmlns:a16="http://schemas.microsoft.com/office/drawing/2014/main" id="{9563EB67-8754-8E95-58DA-E1264637250D}"/>
                    </a:ext>
                  </a:extLst>
                </p:cNvPr>
                <p:cNvSpPr/>
                <p:nvPr/>
              </p:nvSpPr>
              <p:spPr>
                <a:xfrm>
                  <a:off x="2195175" y="2634387"/>
                  <a:ext cx="25623" cy="76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3" h="76974" extrusionOk="0">
                      <a:moveTo>
                        <a:pt x="25624" y="0"/>
                      </a:moveTo>
                      <a:lnTo>
                        <a:pt x="25624" y="64162"/>
                      </a:lnTo>
                      <a:cubicBezTo>
                        <a:pt x="25624" y="71197"/>
                        <a:pt x="19847" y="76974"/>
                        <a:pt x="12812" y="76974"/>
                      </a:cubicBezTo>
                      <a:lnTo>
                        <a:pt x="0" y="76974"/>
                      </a:lnTo>
                      <a:lnTo>
                        <a:pt x="0" y="0"/>
                      </a:lnTo>
                      <a:lnTo>
                        <a:pt x="25624" y="0"/>
                      </a:lnTo>
                      <a:close/>
                    </a:path>
                  </a:pathLst>
                </a:custGeom>
                <a:solidFill>
                  <a:srgbClr val="161D1E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32" name="Google Shape;1332;p30">
                  <a:extLst>
                    <a:ext uri="{FF2B5EF4-FFF2-40B4-BE49-F238E27FC236}">
                      <a16:creationId xmlns:a16="http://schemas.microsoft.com/office/drawing/2014/main" id="{5B3D850A-DCDB-1078-50D5-8C77A609F598}"/>
                    </a:ext>
                  </a:extLst>
                </p:cNvPr>
                <p:cNvSpPr/>
                <p:nvPr/>
              </p:nvSpPr>
              <p:spPr>
                <a:xfrm>
                  <a:off x="2350924" y="2627556"/>
                  <a:ext cx="19982" cy="19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48" extrusionOk="0">
                      <a:moveTo>
                        <a:pt x="9991" y="19949"/>
                      </a:moveTo>
                      <a:cubicBezTo>
                        <a:pt x="15463" y="19949"/>
                        <a:pt x="19983" y="15463"/>
                        <a:pt x="19983" y="9958"/>
                      </a:cubicBezTo>
                      <a:cubicBezTo>
                        <a:pt x="19983" y="4452"/>
                        <a:pt x="15497" y="0"/>
                        <a:pt x="9991" y="0"/>
                      </a:cubicBezTo>
                      <a:cubicBezTo>
                        <a:pt x="4486" y="0"/>
                        <a:pt x="0" y="4486"/>
                        <a:pt x="0" y="9958"/>
                      </a:cubicBezTo>
                      <a:cubicBezTo>
                        <a:pt x="0" y="15429"/>
                        <a:pt x="4486" y="19949"/>
                        <a:pt x="9991" y="1994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sp>
            <p:nvSpPr>
              <p:cNvPr id="1333" name="Google Shape;1333;p30">
                <a:extLst>
                  <a:ext uri="{FF2B5EF4-FFF2-40B4-BE49-F238E27FC236}">
                    <a16:creationId xmlns:a16="http://schemas.microsoft.com/office/drawing/2014/main" id="{90665191-691E-FA80-358C-56727EA5FF4D}"/>
                  </a:ext>
                </a:extLst>
              </p:cNvPr>
              <p:cNvSpPr/>
              <p:nvPr/>
            </p:nvSpPr>
            <p:spPr>
              <a:xfrm flipH="1">
                <a:off x="8083202" y="3204759"/>
                <a:ext cx="432653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94015" h="34731" extrusionOk="0">
                    <a:moveTo>
                      <a:pt x="0" y="34732"/>
                    </a:moveTo>
                    <a:lnTo>
                      <a:pt x="0" y="17366"/>
                    </a:lnTo>
                    <a:cubicBezTo>
                      <a:pt x="0" y="7816"/>
                      <a:pt x="7816" y="0"/>
                      <a:pt x="17366" y="0"/>
                    </a:cubicBezTo>
                    <a:lnTo>
                      <a:pt x="176650" y="0"/>
                    </a:lnTo>
                    <a:cubicBezTo>
                      <a:pt x="186199" y="0"/>
                      <a:pt x="194016" y="7816"/>
                      <a:pt x="194016" y="17366"/>
                    </a:cubicBezTo>
                    <a:lnTo>
                      <a:pt x="194016" y="34732"/>
                    </a:lnTo>
                    <a:lnTo>
                      <a:pt x="0" y="3473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4" name="Google Shape;1334;p30">
                <a:extLst>
                  <a:ext uri="{FF2B5EF4-FFF2-40B4-BE49-F238E27FC236}">
                    <a16:creationId xmlns:a16="http://schemas.microsoft.com/office/drawing/2014/main" id="{25BAECE1-614E-F855-27EB-4E8DAD3272A2}"/>
                  </a:ext>
                </a:extLst>
              </p:cNvPr>
              <p:cNvSpPr/>
              <p:nvPr/>
            </p:nvSpPr>
            <p:spPr>
              <a:xfrm flipH="1">
                <a:off x="8083155" y="3204683"/>
                <a:ext cx="232734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04365" h="34731" extrusionOk="0">
                    <a:moveTo>
                      <a:pt x="0" y="0"/>
                    </a:moveTo>
                    <a:lnTo>
                      <a:pt x="86999" y="0"/>
                    </a:lnTo>
                    <a:cubicBezTo>
                      <a:pt x="96549" y="0"/>
                      <a:pt x="104365" y="7816"/>
                      <a:pt x="104365" y="17366"/>
                    </a:cubicBezTo>
                    <a:lnTo>
                      <a:pt x="104365" y="34732"/>
                    </a:lnTo>
                    <a:lnTo>
                      <a:pt x="0" y="347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5" name="Google Shape;1335;p30">
                <a:extLst>
                  <a:ext uri="{FF2B5EF4-FFF2-40B4-BE49-F238E27FC236}">
                    <a16:creationId xmlns:a16="http://schemas.microsoft.com/office/drawing/2014/main" id="{8C5F50F6-2A00-1F1C-95E3-118134F0D655}"/>
                  </a:ext>
                </a:extLst>
              </p:cNvPr>
              <p:cNvSpPr/>
              <p:nvPr/>
            </p:nvSpPr>
            <p:spPr>
              <a:xfrm flipH="1">
                <a:off x="8173818" y="1893996"/>
                <a:ext cx="241297" cy="1310466"/>
              </a:xfrm>
              <a:custGeom>
                <a:avLst/>
                <a:gdLst/>
                <a:ahLst/>
                <a:cxnLst/>
                <a:rect l="l" t="t" r="r" b="b"/>
                <a:pathLst>
                  <a:path w="108205" h="587653" extrusionOk="0">
                    <a:moveTo>
                      <a:pt x="0" y="0"/>
                    </a:moveTo>
                    <a:lnTo>
                      <a:pt x="108206" y="0"/>
                    </a:lnTo>
                    <a:lnTo>
                      <a:pt x="108206" y="587654"/>
                    </a:lnTo>
                    <a:lnTo>
                      <a:pt x="0" y="58765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6" name="Google Shape;1336;p30">
                <a:extLst>
                  <a:ext uri="{FF2B5EF4-FFF2-40B4-BE49-F238E27FC236}">
                    <a16:creationId xmlns:a16="http://schemas.microsoft.com/office/drawing/2014/main" id="{552C13B0-6A30-C93A-6C70-9E215FEE1777}"/>
                  </a:ext>
                </a:extLst>
              </p:cNvPr>
              <p:cNvSpPr/>
              <p:nvPr/>
            </p:nvSpPr>
            <p:spPr>
              <a:xfrm flipH="1">
                <a:off x="8349631" y="1893996"/>
                <a:ext cx="34480" cy="1310466"/>
              </a:xfrm>
              <a:custGeom>
                <a:avLst/>
                <a:gdLst/>
                <a:ahLst/>
                <a:cxnLst/>
                <a:rect l="l" t="t" r="r" b="b"/>
                <a:pathLst>
                  <a:path w="15462" h="587653" extrusionOk="0">
                    <a:moveTo>
                      <a:pt x="0" y="0"/>
                    </a:moveTo>
                    <a:lnTo>
                      <a:pt x="15463" y="0"/>
                    </a:lnTo>
                    <a:lnTo>
                      <a:pt x="15463" y="587654"/>
                    </a:lnTo>
                    <a:lnTo>
                      <a:pt x="0" y="587654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7" name="Google Shape;1337;p30">
                <a:extLst>
                  <a:ext uri="{FF2B5EF4-FFF2-40B4-BE49-F238E27FC236}">
                    <a16:creationId xmlns:a16="http://schemas.microsoft.com/office/drawing/2014/main" id="{F223E223-8803-F54C-A6EA-DC72ECAD61FD}"/>
                  </a:ext>
                </a:extLst>
              </p:cNvPr>
              <p:cNvSpPr/>
              <p:nvPr/>
            </p:nvSpPr>
            <p:spPr>
              <a:xfrm flipH="1">
                <a:off x="8073120" y="1957215"/>
                <a:ext cx="432653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94015" h="34731" extrusionOk="0">
                    <a:moveTo>
                      <a:pt x="0" y="0"/>
                    </a:moveTo>
                    <a:lnTo>
                      <a:pt x="0" y="17366"/>
                    </a:lnTo>
                    <a:cubicBezTo>
                      <a:pt x="0" y="26915"/>
                      <a:pt x="7816" y="34732"/>
                      <a:pt x="17366" y="34732"/>
                    </a:cubicBezTo>
                    <a:lnTo>
                      <a:pt x="176650" y="34732"/>
                    </a:lnTo>
                    <a:cubicBezTo>
                      <a:pt x="186199" y="34732"/>
                      <a:pt x="194015" y="26915"/>
                      <a:pt x="194015" y="17366"/>
                    </a:cubicBezTo>
                    <a:lnTo>
                      <a:pt x="19401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8" name="Google Shape;1338;p30">
                <a:extLst>
                  <a:ext uri="{FF2B5EF4-FFF2-40B4-BE49-F238E27FC236}">
                    <a16:creationId xmlns:a16="http://schemas.microsoft.com/office/drawing/2014/main" id="{40A9215F-D9D8-CCBF-67A9-44AABB3F3C63}"/>
                  </a:ext>
                </a:extLst>
              </p:cNvPr>
              <p:cNvSpPr/>
              <p:nvPr/>
            </p:nvSpPr>
            <p:spPr>
              <a:xfrm flipH="1">
                <a:off x="8073073" y="1957291"/>
                <a:ext cx="232734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04365" h="34731" extrusionOk="0">
                    <a:moveTo>
                      <a:pt x="34" y="34732"/>
                    </a:moveTo>
                    <a:lnTo>
                      <a:pt x="86999" y="34732"/>
                    </a:lnTo>
                    <a:cubicBezTo>
                      <a:pt x="96549" y="34732"/>
                      <a:pt x="104365" y="26915"/>
                      <a:pt x="104365" y="17366"/>
                    </a:cubicBezTo>
                    <a:lnTo>
                      <a:pt x="104365" y="0"/>
                    </a:lnTo>
                    <a:lnTo>
                      <a:pt x="0" y="0"/>
                    </a:lnTo>
                    <a:lnTo>
                      <a:pt x="0" y="34732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9" name="Google Shape;1339;p30">
                <a:extLst>
                  <a:ext uri="{FF2B5EF4-FFF2-40B4-BE49-F238E27FC236}">
                    <a16:creationId xmlns:a16="http://schemas.microsoft.com/office/drawing/2014/main" id="{600B6827-0A76-A0C3-36A1-C126A572EF42}"/>
                  </a:ext>
                </a:extLst>
              </p:cNvPr>
              <p:cNvSpPr/>
              <p:nvPr/>
            </p:nvSpPr>
            <p:spPr>
              <a:xfrm flipH="1">
                <a:off x="7910239" y="1296679"/>
                <a:ext cx="510257" cy="588921"/>
              </a:xfrm>
              <a:custGeom>
                <a:avLst/>
                <a:gdLst/>
                <a:ahLst/>
                <a:cxnLst/>
                <a:rect l="l" t="t" r="r" b="b"/>
                <a:pathLst>
                  <a:path w="228815" h="264090" extrusionOk="0">
                    <a:moveTo>
                      <a:pt x="228781" y="0"/>
                    </a:moveTo>
                    <a:lnTo>
                      <a:pt x="199419" y="0"/>
                    </a:lnTo>
                    <a:cubicBezTo>
                      <a:pt x="89718" y="0"/>
                      <a:pt x="0" y="89718"/>
                      <a:pt x="0" y="199419"/>
                    </a:cubicBezTo>
                    <a:lnTo>
                      <a:pt x="0" y="264091"/>
                    </a:lnTo>
                    <a:lnTo>
                      <a:pt x="108817" y="264091"/>
                    </a:lnTo>
                    <a:lnTo>
                      <a:pt x="108817" y="236904"/>
                    </a:lnTo>
                    <a:cubicBezTo>
                      <a:pt x="108817" y="140491"/>
                      <a:pt x="157754" y="102258"/>
                      <a:pt x="228815" y="104603"/>
                    </a:cubicBezTo>
                    <a:lnTo>
                      <a:pt x="228815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0" name="Google Shape;1340;p30">
                <a:extLst>
                  <a:ext uri="{FF2B5EF4-FFF2-40B4-BE49-F238E27FC236}">
                    <a16:creationId xmlns:a16="http://schemas.microsoft.com/office/drawing/2014/main" id="{E1BF4565-2BEB-8B33-578C-74A3ED7A3AB8}"/>
                  </a:ext>
                </a:extLst>
              </p:cNvPr>
              <p:cNvSpPr/>
              <p:nvPr/>
            </p:nvSpPr>
            <p:spPr>
              <a:xfrm flipH="1">
                <a:off x="7910215" y="1381587"/>
                <a:ext cx="403173" cy="504107"/>
              </a:xfrm>
              <a:custGeom>
                <a:avLst/>
                <a:gdLst/>
                <a:ahLst/>
                <a:cxnLst/>
                <a:rect l="l" t="t" r="r" b="b"/>
                <a:pathLst>
                  <a:path w="180795" h="226057" extrusionOk="0">
                    <a:moveTo>
                      <a:pt x="0" y="226024"/>
                    </a:moveTo>
                    <a:lnTo>
                      <a:pt x="60797" y="226024"/>
                    </a:lnTo>
                    <a:lnTo>
                      <a:pt x="60797" y="198836"/>
                    </a:lnTo>
                    <a:cubicBezTo>
                      <a:pt x="60797" y="102423"/>
                      <a:pt x="109735" y="64191"/>
                      <a:pt x="180796" y="66536"/>
                    </a:cubicBezTo>
                    <a:lnTo>
                      <a:pt x="180796" y="29"/>
                    </a:lnTo>
                    <a:cubicBezTo>
                      <a:pt x="25420" y="-1908"/>
                      <a:pt x="34" y="93214"/>
                      <a:pt x="34" y="198599"/>
                    </a:cubicBezTo>
                    <a:lnTo>
                      <a:pt x="34" y="226058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1" name="Google Shape;1341;p30">
                <a:extLst>
                  <a:ext uri="{FF2B5EF4-FFF2-40B4-BE49-F238E27FC236}">
                    <a16:creationId xmlns:a16="http://schemas.microsoft.com/office/drawing/2014/main" id="{E2231D6C-A957-4FDE-32B1-D444EEA0F142}"/>
                  </a:ext>
                </a:extLst>
              </p:cNvPr>
              <p:cNvSpPr/>
              <p:nvPr/>
            </p:nvSpPr>
            <p:spPr>
              <a:xfrm flipH="1">
                <a:off x="8075319" y="1883080"/>
                <a:ext cx="430606" cy="77147"/>
              </a:xfrm>
              <a:custGeom>
                <a:avLst/>
                <a:gdLst/>
                <a:ahLst/>
                <a:cxnLst/>
                <a:rect l="l" t="t" r="r" b="b"/>
                <a:pathLst>
                  <a:path w="193097" h="34595" extrusionOk="0">
                    <a:moveTo>
                      <a:pt x="0" y="34596"/>
                    </a:moveTo>
                    <a:lnTo>
                      <a:pt x="0" y="17298"/>
                    </a:lnTo>
                    <a:cubicBezTo>
                      <a:pt x="0" y="7783"/>
                      <a:pt x="7782" y="0"/>
                      <a:pt x="17298" y="0"/>
                    </a:cubicBezTo>
                    <a:lnTo>
                      <a:pt x="175800" y="0"/>
                    </a:lnTo>
                    <a:cubicBezTo>
                      <a:pt x="185316" y="0"/>
                      <a:pt x="193098" y="7783"/>
                      <a:pt x="193098" y="17298"/>
                    </a:cubicBezTo>
                    <a:lnTo>
                      <a:pt x="193098" y="34596"/>
                    </a:lnTo>
                    <a:lnTo>
                      <a:pt x="0" y="3459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2" name="Google Shape;1342;p30">
                <a:extLst>
                  <a:ext uri="{FF2B5EF4-FFF2-40B4-BE49-F238E27FC236}">
                    <a16:creationId xmlns:a16="http://schemas.microsoft.com/office/drawing/2014/main" id="{F348478E-D920-6E84-11AC-0774209239C6}"/>
                  </a:ext>
                </a:extLst>
              </p:cNvPr>
              <p:cNvSpPr/>
              <p:nvPr/>
            </p:nvSpPr>
            <p:spPr>
              <a:xfrm flipH="1">
                <a:off x="8075272" y="1883080"/>
                <a:ext cx="231597" cy="77147"/>
              </a:xfrm>
              <a:custGeom>
                <a:avLst/>
                <a:gdLst/>
                <a:ahLst/>
                <a:cxnLst/>
                <a:rect l="l" t="t" r="r" b="b"/>
                <a:pathLst>
                  <a:path w="103855" h="34595" extrusionOk="0">
                    <a:moveTo>
                      <a:pt x="0" y="0"/>
                    </a:moveTo>
                    <a:lnTo>
                      <a:pt x="86558" y="0"/>
                    </a:lnTo>
                    <a:cubicBezTo>
                      <a:pt x="96073" y="0"/>
                      <a:pt x="103856" y="7783"/>
                      <a:pt x="103856" y="17298"/>
                    </a:cubicBezTo>
                    <a:lnTo>
                      <a:pt x="103856" y="34596"/>
                    </a:lnTo>
                    <a:lnTo>
                      <a:pt x="0" y="34596"/>
                    </a:lnTo>
                    <a:lnTo>
                      <a:pt x="0" y="34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3" name="Google Shape;1343;p30">
                <a:extLst>
                  <a:ext uri="{FF2B5EF4-FFF2-40B4-BE49-F238E27FC236}">
                    <a16:creationId xmlns:a16="http://schemas.microsoft.com/office/drawing/2014/main" id="{910C693D-BF1A-DC65-2D14-12AC661F1440}"/>
                  </a:ext>
                </a:extLst>
              </p:cNvPr>
              <p:cNvSpPr/>
              <p:nvPr/>
            </p:nvSpPr>
            <p:spPr>
              <a:xfrm flipH="1">
                <a:off x="7833734" y="1205338"/>
                <a:ext cx="77147" cy="430606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93097" extrusionOk="0">
                    <a:moveTo>
                      <a:pt x="34596" y="0"/>
                    </a:moveTo>
                    <a:lnTo>
                      <a:pt x="17298" y="0"/>
                    </a:lnTo>
                    <a:cubicBezTo>
                      <a:pt x="7782" y="0"/>
                      <a:pt x="0" y="7782"/>
                      <a:pt x="0" y="17298"/>
                    </a:cubicBezTo>
                    <a:lnTo>
                      <a:pt x="0" y="175800"/>
                    </a:lnTo>
                    <a:cubicBezTo>
                      <a:pt x="0" y="185315"/>
                      <a:pt x="7782" y="193098"/>
                      <a:pt x="17298" y="193098"/>
                    </a:cubicBezTo>
                    <a:lnTo>
                      <a:pt x="34596" y="193098"/>
                    </a:lnTo>
                    <a:lnTo>
                      <a:pt x="3459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4" name="Google Shape;1344;p30">
                <a:extLst>
                  <a:ext uri="{FF2B5EF4-FFF2-40B4-BE49-F238E27FC236}">
                    <a16:creationId xmlns:a16="http://schemas.microsoft.com/office/drawing/2014/main" id="{2B6A00D3-A2DE-BD91-F9B9-486CE53AE00D}"/>
                  </a:ext>
                </a:extLst>
              </p:cNvPr>
              <p:cNvSpPr/>
              <p:nvPr/>
            </p:nvSpPr>
            <p:spPr>
              <a:xfrm flipH="1">
                <a:off x="7833734" y="1404394"/>
                <a:ext cx="77147" cy="231597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03855" extrusionOk="0">
                    <a:moveTo>
                      <a:pt x="0" y="0"/>
                    </a:moveTo>
                    <a:lnTo>
                      <a:pt x="0" y="86558"/>
                    </a:lnTo>
                    <a:cubicBezTo>
                      <a:pt x="0" y="96073"/>
                      <a:pt x="7782" y="103856"/>
                      <a:pt x="17298" y="103856"/>
                    </a:cubicBezTo>
                    <a:lnTo>
                      <a:pt x="34596" y="103856"/>
                    </a:lnTo>
                    <a:lnTo>
                      <a:pt x="3459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5" name="Google Shape;1345;p30">
                <a:extLst>
                  <a:ext uri="{FF2B5EF4-FFF2-40B4-BE49-F238E27FC236}">
                    <a16:creationId xmlns:a16="http://schemas.microsoft.com/office/drawing/2014/main" id="{D2CD53F3-5495-D832-22E2-F390369734F4}"/>
                  </a:ext>
                </a:extLst>
              </p:cNvPr>
              <p:cNvSpPr/>
              <p:nvPr/>
            </p:nvSpPr>
            <p:spPr>
              <a:xfrm flipH="1">
                <a:off x="7573432" y="1207461"/>
                <a:ext cx="77147" cy="430606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93097" extrusionOk="0">
                    <a:moveTo>
                      <a:pt x="0" y="0"/>
                    </a:moveTo>
                    <a:lnTo>
                      <a:pt x="17298" y="0"/>
                    </a:lnTo>
                    <a:cubicBezTo>
                      <a:pt x="26814" y="0"/>
                      <a:pt x="34596" y="7782"/>
                      <a:pt x="34596" y="17298"/>
                    </a:cubicBezTo>
                    <a:lnTo>
                      <a:pt x="34596" y="175800"/>
                    </a:lnTo>
                    <a:cubicBezTo>
                      <a:pt x="34596" y="185316"/>
                      <a:pt x="26814" y="193098"/>
                      <a:pt x="17298" y="193098"/>
                    </a:cubicBezTo>
                    <a:lnTo>
                      <a:pt x="0" y="1930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6" name="Google Shape;1346;p30">
                <a:extLst>
                  <a:ext uri="{FF2B5EF4-FFF2-40B4-BE49-F238E27FC236}">
                    <a16:creationId xmlns:a16="http://schemas.microsoft.com/office/drawing/2014/main" id="{F951E00A-27D5-9DB2-7330-9170D2C4C4A3}"/>
                  </a:ext>
                </a:extLst>
              </p:cNvPr>
              <p:cNvSpPr/>
              <p:nvPr/>
            </p:nvSpPr>
            <p:spPr>
              <a:xfrm flipH="1">
                <a:off x="7573432" y="1406516"/>
                <a:ext cx="77147" cy="231597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03855" extrusionOk="0">
                    <a:moveTo>
                      <a:pt x="34596" y="0"/>
                    </a:moveTo>
                    <a:lnTo>
                      <a:pt x="34596" y="86558"/>
                    </a:lnTo>
                    <a:cubicBezTo>
                      <a:pt x="34596" y="96073"/>
                      <a:pt x="26814" y="103856"/>
                      <a:pt x="17298" y="103856"/>
                    </a:cubicBezTo>
                    <a:lnTo>
                      <a:pt x="0" y="103856"/>
                    </a:lnTo>
                    <a:lnTo>
                      <a:pt x="0" y="0"/>
                    </a:lnTo>
                    <a:lnTo>
                      <a:pt x="34562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7" name="Google Shape;1347;p30">
                <a:extLst>
                  <a:ext uri="{FF2B5EF4-FFF2-40B4-BE49-F238E27FC236}">
                    <a16:creationId xmlns:a16="http://schemas.microsoft.com/office/drawing/2014/main" id="{B2102893-33F6-D8E0-387B-E0DB04E45502}"/>
                  </a:ext>
                </a:extLst>
              </p:cNvPr>
              <p:cNvSpPr/>
              <p:nvPr/>
            </p:nvSpPr>
            <p:spPr>
              <a:xfrm flipH="1">
                <a:off x="7637967" y="1298423"/>
                <a:ext cx="203632" cy="241373"/>
              </a:xfrm>
              <a:custGeom>
                <a:avLst/>
                <a:gdLst/>
                <a:ahLst/>
                <a:cxnLst/>
                <a:rect l="l" t="t" r="r" b="b"/>
                <a:pathLst>
                  <a:path w="91315" h="108239" extrusionOk="0">
                    <a:moveTo>
                      <a:pt x="0" y="0"/>
                    </a:moveTo>
                    <a:lnTo>
                      <a:pt x="91315" y="0"/>
                    </a:lnTo>
                    <a:lnTo>
                      <a:pt x="91315" y="108240"/>
                    </a:lnTo>
                    <a:lnTo>
                      <a:pt x="0" y="10824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8" name="Google Shape;1348;p30">
                <a:extLst>
                  <a:ext uri="{FF2B5EF4-FFF2-40B4-BE49-F238E27FC236}">
                    <a16:creationId xmlns:a16="http://schemas.microsoft.com/office/drawing/2014/main" id="{734D104D-4D8B-F448-D736-5FB4FBBF79C7}"/>
                  </a:ext>
                </a:extLst>
              </p:cNvPr>
              <p:cNvSpPr/>
              <p:nvPr/>
            </p:nvSpPr>
            <p:spPr>
              <a:xfrm flipH="1">
                <a:off x="7118158" y="3283892"/>
                <a:ext cx="423711" cy="1859887"/>
              </a:xfrm>
              <a:custGeom>
                <a:avLst/>
                <a:gdLst/>
                <a:ahLst/>
                <a:cxnLst/>
                <a:rect l="l" t="t" r="r" b="b"/>
                <a:pathLst>
                  <a:path w="190005" h="822959" extrusionOk="0">
                    <a:moveTo>
                      <a:pt x="0" y="0"/>
                    </a:moveTo>
                    <a:lnTo>
                      <a:pt x="190005" y="0"/>
                    </a:lnTo>
                    <a:lnTo>
                      <a:pt x="190005" y="822960"/>
                    </a:lnTo>
                    <a:lnTo>
                      <a:pt x="0" y="82296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349" name="Google Shape;1349;p30">
                <a:extLst>
                  <a:ext uri="{FF2B5EF4-FFF2-40B4-BE49-F238E27FC236}">
                    <a16:creationId xmlns:a16="http://schemas.microsoft.com/office/drawing/2014/main" id="{A4E825B3-BFD2-5391-7D08-69FCCD733E34}"/>
                  </a:ext>
                </a:extLst>
              </p:cNvPr>
              <p:cNvGrpSpPr/>
              <p:nvPr/>
            </p:nvGrpSpPr>
            <p:grpSpPr>
              <a:xfrm flipH="1">
                <a:off x="6779665" y="2350914"/>
                <a:ext cx="1054096" cy="932360"/>
                <a:chOff x="4168463" y="2302169"/>
                <a:chExt cx="472583" cy="418005"/>
              </a:xfrm>
            </p:grpSpPr>
            <p:sp>
              <p:nvSpPr>
                <p:cNvPr id="1350" name="Google Shape;1350;p30">
                  <a:extLst>
                    <a:ext uri="{FF2B5EF4-FFF2-40B4-BE49-F238E27FC236}">
                      <a16:creationId xmlns:a16="http://schemas.microsoft.com/office/drawing/2014/main" id="{41689A58-6309-7F29-6CCE-2D85B2AA2878}"/>
                    </a:ext>
                  </a:extLst>
                </p:cNvPr>
                <p:cNvSpPr/>
                <p:nvPr/>
              </p:nvSpPr>
              <p:spPr>
                <a:xfrm>
                  <a:off x="4193679" y="2335916"/>
                  <a:ext cx="425889" cy="372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889" h="372126" extrusionOk="0">
                      <a:moveTo>
                        <a:pt x="150618" y="0"/>
                      </a:moveTo>
                      <a:lnTo>
                        <a:pt x="269324" y="0"/>
                      </a:lnTo>
                      <a:lnTo>
                        <a:pt x="425889" y="123396"/>
                      </a:lnTo>
                      <a:lnTo>
                        <a:pt x="425889" y="372126"/>
                      </a:lnTo>
                      <a:lnTo>
                        <a:pt x="0" y="372126"/>
                      </a:lnTo>
                      <a:lnTo>
                        <a:pt x="0" y="123396"/>
                      </a:lnTo>
                      <a:lnTo>
                        <a:pt x="150618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1" name="Google Shape;1351;p30">
                  <a:extLst>
                    <a:ext uri="{FF2B5EF4-FFF2-40B4-BE49-F238E27FC236}">
                      <a16:creationId xmlns:a16="http://schemas.microsoft.com/office/drawing/2014/main" id="{4254C64F-4F11-E98C-A76B-CFBB51C68B38}"/>
                    </a:ext>
                  </a:extLst>
                </p:cNvPr>
                <p:cNvSpPr/>
                <p:nvPr/>
              </p:nvSpPr>
              <p:spPr>
                <a:xfrm>
                  <a:off x="4193679" y="2459312"/>
                  <a:ext cx="425889" cy="2486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889" h="248695" extrusionOk="0">
                      <a:moveTo>
                        <a:pt x="0" y="0"/>
                      </a:moveTo>
                      <a:lnTo>
                        <a:pt x="425889" y="0"/>
                      </a:lnTo>
                      <a:lnTo>
                        <a:pt x="425889" y="248696"/>
                      </a:lnTo>
                      <a:lnTo>
                        <a:pt x="0" y="248696"/>
                      </a:lnTo>
                      <a:close/>
                    </a:path>
                  </a:pathLst>
                </a:custGeom>
                <a:solidFill>
                  <a:srgbClr val="161D1E">
                    <a:alpha val="1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2" name="Google Shape;1352;p30">
                  <a:extLst>
                    <a:ext uri="{FF2B5EF4-FFF2-40B4-BE49-F238E27FC236}">
                      <a16:creationId xmlns:a16="http://schemas.microsoft.com/office/drawing/2014/main" id="{670B8803-D218-FE31-C2A4-D7CB8E26C085}"/>
                    </a:ext>
                  </a:extLst>
                </p:cNvPr>
                <p:cNvSpPr/>
                <p:nvPr/>
              </p:nvSpPr>
              <p:spPr>
                <a:xfrm>
                  <a:off x="4488798" y="2459312"/>
                  <a:ext cx="87781" cy="216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81" h="216920" extrusionOk="0">
                      <a:moveTo>
                        <a:pt x="0" y="0"/>
                      </a:moveTo>
                      <a:lnTo>
                        <a:pt x="87781" y="0"/>
                      </a:lnTo>
                      <a:lnTo>
                        <a:pt x="87781" y="216921"/>
                      </a:lnTo>
                      <a:lnTo>
                        <a:pt x="0" y="216921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3" name="Google Shape;1353;p30">
                  <a:extLst>
                    <a:ext uri="{FF2B5EF4-FFF2-40B4-BE49-F238E27FC236}">
                      <a16:creationId xmlns:a16="http://schemas.microsoft.com/office/drawing/2014/main" id="{C9950478-4129-A79B-C483-19B2C29A49C7}"/>
                    </a:ext>
                  </a:extLst>
                </p:cNvPr>
                <p:cNvSpPr/>
                <p:nvPr/>
              </p:nvSpPr>
              <p:spPr>
                <a:xfrm>
                  <a:off x="4250229" y="2458904"/>
                  <a:ext cx="60151" cy="216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151" h="216920" extrusionOk="0">
                      <a:moveTo>
                        <a:pt x="0" y="0"/>
                      </a:moveTo>
                      <a:lnTo>
                        <a:pt x="60152" y="0"/>
                      </a:lnTo>
                      <a:lnTo>
                        <a:pt x="60152" y="216921"/>
                      </a:lnTo>
                      <a:lnTo>
                        <a:pt x="0" y="216921"/>
                      </a:ln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4" name="Google Shape;1354;p30">
                  <a:extLst>
                    <a:ext uri="{FF2B5EF4-FFF2-40B4-BE49-F238E27FC236}">
                      <a16:creationId xmlns:a16="http://schemas.microsoft.com/office/drawing/2014/main" id="{606C420E-37DC-3751-0B31-B474481D476D}"/>
                    </a:ext>
                  </a:extLst>
                </p:cNvPr>
                <p:cNvSpPr/>
                <p:nvPr/>
              </p:nvSpPr>
              <p:spPr>
                <a:xfrm>
                  <a:off x="4423412" y="2335916"/>
                  <a:ext cx="153166" cy="123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166" h="123396" extrusionOk="0">
                      <a:moveTo>
                        <a:pt x="0" y="0"/>
                      </a:moveTo>
                      <a:lnTo>
                        <a:pt x="65385" y="123396"/>
                      </a:lnTo>
                      <a:lnTo>
                        <a:pt x="153167" y="123396"/>
                      </a:lnTo>
                      <a:lnTo>
                        <a:pt x="2242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5" name="Google Shape;1355;p30">
                  <a:extLst>
                    <a:ext uri="{FF2B5EF4-FFF2-40B4-BE49-F238E27FC236}">
                      <a16:creationId xmlns:a16="http://schemas.microsoft.com/office/drawing/2014/main" id="{D0B09AB2-85C3-F48B-7388-A4DD38882C4B}"/>
                    </a:ext>
                  </a:extLst>
                </p:cNvPr>
                <p:cNvSpPr/>
                <p:nvPr/>
              </p:nvSpPr>
              <p:spPr>
                <a:xfrm>
                  <a:off x="4250229" y="2335916"/>
                  <a:ext cx="114356" cy="122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56" h="122988" extrusionOk="0">
                      <a:moveTo>
                        <a:pt x="0" y="122989"/>
                      </a:moveTo>
                      <a:lnTo>
                        <a:pt x="114357" y="0"/>
                      </a:lnTo>
                      <a:lnTo>
                        <a:pt x="60186" y="122989"/>
                      </a:lnTo>
                      <a:lnTo>
                        <a:pt x="0" y="122989"/>
                      </a:ln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6" name="Google Shape;1356;p30">
                  <a:extLst>
                    <a:ext uri="{FF2B5EF4-FFF2-40B4-BE49-F238E27FC236}">
                      <a16:creationId xmlns:a16="http://schemas.microsoft.com/office/drawing/2014/main" id="{2AE583B7-C017-CDC6-DA67-CE7FA35571DC}"/>
                    </a:ext>
                  </a:extLst>
                </p:cNvPr>
                <p:cNvSpPr/>
                <p:nvPr/>
              </p:nvSpPr>
              <p:spPr>
                <a:xfrm>
                  <a:off x="4177741" y="2448267"/>
                  <a:ext cx="8394" cy="241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94" h="241219" extrusionOk="0">
                      <a:moveTo>
                        <a:pt x="0" y="0"/>
                      </a:moveTo>
                      <a:lnTo>
                        <a:pt x="8394" y="0"/>
                      </a:lnTo>
                      <a:lnTo>
                        <a:pt x="8394" y="241219"/>
                      </a:lnTo>
                      <a:lnTo>
                        <a:pt x="0" y="2412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7" name="Google Shape;1357;p30">
                  <a:extLst>
                    <a:ext uri="{FF2B5EF4-FFF2-40B4-BE49-F238E27FC236}">
                      <a16:creationId xmlns:a16="http://schemas.microsoft.com/office/drawing/2014/main" id="{AAAB9EE7-7A16-B9BD-D007-07D186D3FAEC}"/>
                    </a:ext>
                  </a:extLst>
                </p:cNvPr>
                <p:cNvSpPr/>
                <p:nvPr/>
              </p:nvSpPr>
              <p:spPr>
                <a:xfrm>
                  <a:off x="4627351" y="2449660"/>
                  <a:ext cx="8428" cy="241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28" h="241219" extrusionOk="0">
                      <a:moveTo>
                        <a:pt x="0" y="0"/>
                      </a:moveTo>
                      <a:lnTo>
                        <a:pt x="8428" y="0"/>
                      </a:lnTo>
                      <a:lnTo>
                        <a:pt x="8428" y="241219"/>
                      </a:lnTo>
                      <a:lnTo>
                        <a:pt x="0" y="2412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8" name="Google Shape;1358;p30">
                  <a:extLst>
                    <a:ext uri="{FF2B5EF4-FFF2-40B4-BE49-F238E27FC236}">
                      <a16:creationId xmlns:a16="http://schemas.microsoft.com/office/drawing/2014/main" id="{E8CC2BA3-E4E7-7560-FD18-FB629E82628A}"/>
                    </a:ext>
                  </a:extLst>
                </p:cNvPr>
                <p:cNvSpPr/>
                <p:nvPr/>
              </p:nvSpPr>
              <p:spPr>
                <a:xfrm>
                  <a:off x="4177809" y="2324463"/>
                  <a:ext cx="159657" cy="131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657" h="131858" extrusionOk="0">
                      <a:moveTo>
                        <a:pt x="0" y="125231"/>
                      </a:moveTo>
                      <a:lnTo>
                        <a:pt x="5166" y="131858"/>
                      </a:lnTo>
                      <a:lnTo>
                        <a:pt x="159658" y="10705"/>
                      </a:lnTo>
                      <a:lnTo>
                        <a:pt x="159658" y="0"/>
                      </a:lnTo>
                      <a:lnTo>
                        <a:pt x="0" y="12523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9" name="Google Shape;1359;p30">
                  <a:extLst>
                    <a:ext uri="{FF2B5EF4-FFF2-40B4-BE49-F238E27FC236}">
                      <a16:creationId xmlns:a16="http://schemas.microsoft.com/office/drawing/2014/main" id="{CF523C6A-32FD-3FCC-3FA9-850EC556228F}"/>
                    </a:ext>
                  </a:extLst>
                </p:cNvPr>
                <p:cNvSpPr/>
                <p:nvPr/>
              </p:nvSpPr>
              <p:spPr>
                <a:xfrm>
                  <a:off x="4476086" y="2325890"/>
                  <a:ext cx="159623" cy="1318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623" h="131824" extrusionOk="0">
                      <a:moveTo>
                        <a:pt x="159623" y="125231"/>
                      </a:moveTo>
                      <a:lnTo>
                        <a:pt x="154458" y="131824"/>
                      </a:lnTo>
                      <a:lnTo>
                        <a:pt x="0" y="10671"/>
                      </a:lnTo>
                      <a:lnTo>
                        <a:pt x="0" y="0"/>
                      </a:lnTo>
                      <a:lnTo>
                        <a:pt x="159623" y="12523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0" name="Google Shape;1360;p30">
                  <a:extLst>
                    <a:ext uri="{FF2B5EF4-FFF2-40B4-BE49-F238E27FC236}">
                      <a16:creationId xmlns:a16="http://schemas.microsoft.com/office/drawing/2014/main" id="{67AD724C-C339-DC2B-5900-DC77C9FC88CE}"/>
                    </a:ext>
                  </a:extLst>
                </p:cNvPr>
                <p:cNvSpPr/>
                <p:nvPr/>
              </p:nvSpPr>
              <p:spPr>
                <a:xfrm>
                  <a:off x="4337398" y="2324089"/>
                  <a:ext cx="138417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17" h="11690" extrusionOk="0">
                      <a:moveTo>
                        <a:pt x="0" y="0"/>
                      </a:moveTo>
                      <a:lnTo>
                        <a:pt x="138417" y="0"/>
                      </a:lnTo>
                      <a:lnTo>
                        <a:pt x="138417" y="11690"/>
                      </a:lnTo>
                      <a:lnTo>
                        <a:pt x="0" y="1169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1" name="Google Shape;1361;p30">
                  <a:extLst>
                    <a:ext uri="{FF2B5EF4-FFF2-40B4-BE49-F238E27FC236}">
                      <a16:creationId xmlns:a16="http://schemas.microsoft.com/office/drawing/2014/main" id="{DA33D38F-8589-4B35-DDD8-0EFD26A05A6E}"/>
                    </a:ext>
                  </a:extLst>
                </p:cNvPr>
                <p:cNvSpPr/>
                <p:nvPr/>
              </p:nvSpPr>
              <p:spPr>
                <a:xfrm>
                  <a:off x="4337398" y="2302169"/>
                  <a:ext cx="138417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17" h="11690" extrusionOk="0">
                      <a:moveTo>
                        <a:pt x="0" y="0"/>
                      </a:moveTo>
                      <a:lnTo>
                        <a:pt x="138417" y="0"/>
                      </a:lnTo>
                      <a:lnTo>
                        <a:pt x="138417" y="11691"/>
                      </a:lnTo>
                      <a:lnTo>
                        <a:pt x="0" y="1169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2" name="Google Shape;1362;p30">
                  <a:extLst>
                    <a:ext uri="{FF2B5EF4-FFF2-40B4-BE49-F238E27FC236}">
                      <a16:creationId xmlns:a16="http://schemas.microsoft.com/office/drawing/2014/main" id="{1E586142-3D50-DDC6-4037-553680BCED31}"/>
                    </a:ext>
                  </a:extLst>
                </p:cNvPr>
                <p:cNvSpPr/>
                <p:nvPr/>
              </p:nvSpPr>
              <p:spPr>
                <a:xfrm>
                  <a:off x="4168463" y="2676233"/>
                  <a:ext cx="472583" cy="439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583" h="43941" extrusionOk="0">
                      <a:moveTo>
                        <a:pt x="0" y="0"/>
                      </a:moveTo>
                      <a:lnTo>
                        <a:pt x="472584" y="0"/>
                      </a:lnTo>
                      <a:lnTo>
                        <a:pt x="472584" y="43942"/>
                      </a:lnTo>
                      <a:lnTo>
                        <a:pt x="0" y="43942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3" name="Google Shape;1363;p30">
                  <a:extLst>
                    <a:ext uri="{FF2B5EF4-FFF2-40B4-BE49-F238E27FC236}">
                      <a16:creationId xmlns:a16="http://schemas.microsoft.com/office/drawing/2014/main" id="{ED41A60A-0718-73AC-CE3B-671507F4EBDE}"/>
                    </a:ext>
                  </a:extLst>
                </p:cNvPr>
                <p:cNvSpPr/>
                <p:nvPr/>
              </p:nvSpPr>
              <p:spPr>
                <a:xfrm>
                  <a:off x="4350549" y="2313010"/>
                  <a:ext cx="111162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62" h="11690" extrusionOk="0">
                      <a:moveTo>
                        <a:pt x="0" y="0"/>
                      </a:moveTo>
                      <a:lnTo>
                        <a:pt x="111162" y="0"/>
                      </a:lnTo>
                      <a:lnTo>
                        <a:pt x="111162" y="11691"/>
                      </a:lnTo>
                      <a:lnTo>
                        <a:pt x="0" y="1169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4" name="Google Shape;1364;p30">
                  <a:extLst>
                    <a:ext uri="{FF2B5EF4-FFF2-40B4-BE49-F238E27FC236}">
                      <a16:creationId xmlns:a16="http://schemas.microsoft.com/office/drawing/2014/main" id="{CFD35382-A4AE-2A8F-A2A6-3026EF1286BF}"/>
                    </a:ext>
                  </a:extLst>
                </p:cNvPr>
                <p:cNvSpPr/>
                <p:nvPr/>
              </p:nvSpPr>
              <p:spPr>
                <a:xfrm>
                  <a:off x="4351049" y="2313010"/>
                  <a:ext cx="111162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62" h="11690" extrusionOk="0">
                      <a:moveTo>
                        <a:pt x="0" y="0"/>
                      </a:moveTo>
                      <a:lnTo>
                        <a:pt x="111162" y="0"/>
                      </a:lnTo>
                      <a:lnTo>
                        <a:pt x="111162" y="11691"/>
                      </a:lnTo>
                      <a:lnTo>
                        <a:pt x="0" y="11691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1365" name="Google Shape;1365;p30">
                <a:extLst>
                  <a:ext uri="{FF2B5EF4-FFF2-40B4-BE49-F238E27FC236}">
                    <a16:creationId xmlns:a16="http://schemas.microsoft.com/office/drawing/2014/main" id="{03BB7C07-40E3-6D09-73BF-E8E92B9C4F1F}"/>
                  </a:ext>
                </a:extLst>
              </p:cNvPr>
              <p:cNvGrpSpPr/>
              <p:nvPr/>
            </p:nvGrpSpPr>
            <p:grpSpPr>
              <a:xfrm flipH="1">
                <a:off x="6590802" y="3914640"/>
                <a:ext cx="328827" cy="429717"/>
                <a:chOff x="5612846" y="2845934"/>
                <a:chExt cx="147423" cy="192655"/>
              </a:xfrm>
            </p:grpSpPr>
            <p:sp>
              <p:nvSpPr>
                <p:cNvPr id="1366" name="Google Shape;1366;p30">
                  <a:extLst>
                    <a:ext uri="{FF2B5EF4-FFF2-40B4-BE49-F238E27FC236}">
                      <a16:creationId xmlns:a16="http://schemas.microsoft.com/office/drawing/2014/main" id="{F60DC5C0-03DC-B070-F499-5CE108C30214}"/>
                    </a:ext>
                  </a:extLst>
                </p:cNvPr>
                <p:cNvSpPr/>
                <p:nvPr/>
              </p:nvSpPr>
              <p:spPr>
                <a:xfrm>
                  <a:off x="5632183" y="2939050"/>
                  <a:ext cx="108579" cy="75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9" h="75920" extrusionOk="0">
                      <a:moveTo>
                        <a:pt x="68" y="75920"/>
                      </a:moveTo>
                      <a:lnTo>
                        <a:pt x="25454" y="75920"/>
                      </a:lnTo>
                      <a:lnTo>
                        <a:pt x="25454" y="36873"/>
                      </a:lnTo>
                      <a:cubicBezTo>
                        <a:pt x="25454" y="29736"/>
                        <a:pt x="31333" y="23857"/>
                        <a:pt x="38470" y="23857"/>
                      </a:cubicBezTo>
                      <a:lnTo>
                        <a:pt x="70177" y="23857"/>
                      </a:lnTo>
                      <a:cubicBezTo>
                        <a:pt x="77314" y="23857"/>
                        <a:pt x="83193" y="29702"/>
                        <a:pt x="83193" y="36873"/>
                      </a:cubicBezTo>
                      <a:lnTo>
                        <a:pt x="83193" y="75920"/>
                      </a:lnTo>
                      <a:lnTo>
                        <a:pt x="108579" y="75920"/>
                      </a:lnTo>
                      <a:lnTo>
                        <a:pt x="108579" y="24469"/>
                      </a:lnTo>
                      <a:cubicBezTo>
                        <a:pt x="108579" y="11011"/>
                        <a:pt x="97568" y="0"/>
                        <a:pt x="84111" y="0"/>
                      </a:cubicBezTo>
                      <a:lnTo>
                        <a:pt x="24468" y="0"/>
                      </a:lnTo>
                      <a:cubicBezTo>
                        <a:pt x="11011" y="0"/>
                        <a:pt x="0" y="11011"/>
                        <a:pt x="0" y="24469"/>
                      </a:cubicBezTo>
                      <a:lnTo>
                        <a:pt x="0" y="7592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7" name="Google Shape;1367;p30">
                  <a:extLst>
                    <a:ext uri="{FF2B5EF4-FFF2-40B4-BE49-F238E27FC236}">
                      <a16:creationId xmlns:a16="http://schemas.microsoft.com/office/drawing/2014/main" id="{BCD2BCAF-0CF1-1AD1-9363-666ED65818F1}"/>
                    </a:ext>
                  </a:extLst>
                </p:cNvPr>
                <p:cNvSpPr/>
                <p:nvPr/>
              </p:nvSpPr>
              <p:spPr>
                <a:xfrm>
                  <a:off x="5612846" y="3013305"/>
                  <a:ext cx="147423" cy="25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25284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603" y="0"/>
                        <a:pt x="147423" y="2821"/>
                        <a:pt x="147423" y="6321"/>
                      </a:cubicBezTo>
                      <a:lnTo>
                        <a:pt x="147423" y="18963"/>
                      </a:lnTo>
                      <a:cubicBezTo>
                        <a:pt x="147423" y="22430"/>
                        <a:pt x="144603" y="25284"/>
                        <a:pt x="141102" y="25284"/>
                      </a:cubicBezTo>
                      <a:lnTo>
                        <a:pt x="6321" y="25284"/>
                      </a:lnTo>
                      <a:cubicBezTo>
                        <a:pt x="2821" y="25284"/>
                        <a:pt x="0" y="22463"/>
                        <a:pt x="0" y="18963"/>
                      </a:cubicBezTo>
                      <a:lnTo>
                        <a:pt x="0" y="6355"/>
                      </a:lnTo>
                      <a:cubicBezTo>
                        <a:pt x="0" y="2855"/>
                        <a:pt x="2821" y="34"/>
                        <a:pt x="6321" y="3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8" name="Google Shape;1368;p30">
                  <a:extLst>
                    <a:ext uri="{FF2B5EF4-FFF2-40B4-BE49-F238E27FC236}">
                      <a16:creationId xmlns:a16="http://schemas.microsoft.com/office/drawing/2014/main" id="{65A82B71-047F-E7DC-8716-D1E7939A895E}"/>
                    </a:ext>
                  </a:extLst>
                </p:cNvPr>
                <p:cNvSpPr/>
                <p:nvPr/>
              </p:nvSpPr>
              <p:spPr>
                <a:xfrm>
                  <a:off x="5612846" y="3013305"/>
                  <a:ext cx="147423" cy="11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11316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569" y="0"/>
                        <a:pt x="147423" y="2821"/>
                        <a:pt x="147423" y="6321"/>
                      </a:cubicBezTo>
                      <a:lnTo>
                        <a:pt x="147423" y="11317"/>
                      </a:lnTo>
                      <a:lnTo>
                        <a:pt x="0" y="11317"/>
                      </a:lnTo>
                      <a:lnTo>
                        <a:pt x="0" y="6321"/>
                      </a:lnTo>
                      <a:cubicBezTo>
                        <a:pt x="0" y="2855"/>
                        <a:pt x="2855" y="0"/>
                        <a:pt x="6321" y="0"/>
                      </a:cubicBez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9" name="Google Shape;1369;p30">
                  <a:extLst>
                    <a:ext uri="{FF2B5EF4-FFF2-40B4-BE49-F238E27FC236}">
                      <a16:creationId xmlns:a16="http://schemas.microsoft.com/office/drawing/2014/main" id="{F8190B3D-B3C8-3D05-E1FC-3D494EB55270}"/>
                    </a:ext>
                  </a:extLst>
                </p:cNvPr>
                <p:cNvSpPr/>
                <p:nvPr/>
              </p:nvSpPr>
              <p:spPr>
                <a:xfrm>
                  <a:off x="5673984" y="2868533"/>
                  <a:ext cx="25148" cy="70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48" h="70517" extrusionOk="0">
                      <a:moveTo>
                        <a:pt x="0" y="0"/>
                      </a:moveTo>
                      <a:lnTo>
                        <a:pt x="25148" y="0"/>
                      </a:lnTo>
                      <a:lnTo>
                        <a:pt x="25148" y="70517"/>
                      </a:lnTo>
                      <a:lnTo>
                        <a:pt x="0" y="70517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70" name="Google Shape;1370;p30">
                  <a:extLst>
                    <a:ext uri="{FF2B5EF4-FFF2-40B4-BE49-F238E27FC236}">
                      <a16:creationId xmlns:a16="http://schemas.microsoft.com/office/drawing/2014/main" id="{944AF861-3DA2-700B-5108-F17C462CA63C}"/>
                    </a:ext>
                  </a:extLst>
                </p:cNvPr>
                <p:cNvSpPr/>
                <p:nvPr/>
              </p:nvSpPr>
              <p:spPr>
                <a:xfrm>
                  <a:off x="5665148" y="2845934"/>
                  <a:ext cx="42819" cy="428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19" h="42820" extrusionOk="0">
                      <a:moveTo>
                        <a:pt x="21410" y="42820"/>
                      </a:moveTo>
                      <a:cubicBezTo>
                        <a:pt x="33203" y="42820"/>
                        <a:pt x="42820" y="33203"/>
                        <a:pt x="42820" y="21410"/>
                      </a:cubicBezTo>
                      <a:cubicBezTo>
                        <a:pt x="42820" y="9618"/>
                        <a:pt x="33203" y="0"/>
                        <a:pt x="21410" y="0"/>
                      </a:cubicBezTo>
                      <a:cubicBezTo>
                        <a:pt x="9618" y="0"/>
                        <a:pt x="0" y="9618"/>
                        <a:pt x="0" y="21410"/>
                      </a:cubicBezTo>
                      <a:cubicBezTo>
                        <a:pt x="0" y="33203"/>
                        <a:pt x="9618" y="42820"/>
                        <a:pt x="21410" y="4282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71" name="Google Shape;1371;p30">
                  <a:extLst>
                    <a:ext uri="{FF2B5EF4-FFF2-40B4-BE49-F238E27FC236}">
                      <a16:creationId xmlns:a16="http://schemas.microsoft.com/office/drawing/2014/main" id="{EC32F5A4-B7E4-4F0F-B1C1-7EB689CA29CD}"/>
                    </a:ext>
                  </a:extLst>
                </p:cNvPr>
                <p:cNvSpPr/>
                <p:nvPr/>
              </p:nvSpPr>
              <p:spPr>
                <a:xfrm>
                  <a:off x="5672692" y="2850488"/>
                  <a:ext cx="19405" cy="19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05" h="19438" extrusionOk="0">
                      <a:moveTo>
                        <a:pt x="9686" y="19439"/>
                      </a:moveTo>
                      <a:cubicBezTo>
                        <a:pt x="15055" y="19439"/>
                        <a:pt x="19405" y="15089"/>
                        <a:pt x="19405" y="9719"/>
                      </a:cubicBezTo>
                      <a:cubicBezTo>
                        <a:pt x="19405" y="4350"/>
                        <a:pt x="15055" y="0"/>
                        <a:pt x="9686" y="0"/>
                      </a:cubicBezTo>
                      <a:cubicBezTo>
                        <a:pt x="4316" y="0"/>
                        <a:pt x="0" y="4384"/>
                        <a:pt x="0" y="9719"/>
                      </a:cubicBezTo>
                      <a:cubicBezTo>
                        <a:pt x="0" y="15055"/>
                        <a:pt x="4350" y="19439"/>
                        <a:pt x="9686" y="1943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  <p:sp>
          <p:nvSpPr>
            <p:cNvPr id="1372" name="Google Shape;1372;p30">
              <a:extLst>
                <a:ext uri="{FF2B5EF4-FFF2-40B4-BE49-F238E27FC236}">
                  <a16:creationId xmlns:a16="http://schemas.microsoft.com/office/drawing/2014/main" id="{FD82A3A3-8231-56C0-5939-7ABA8C94DA49}"/>
                </a:ext>
              </a:extLst>
            </p:cNvPr>
            <p:cNvSpPr/>
            <p:nvPr/>
          </p:nvSpPr>
          <p:spPr>
            <a:xfrm flipH="1">
              <a:off x="9189886" y="4417130"/>
              <a:ext cx="345880" cy="718513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3" name="Google Shape;1373;p30">
              <a:extLst>
                <a:ext uri="{FF2B5EF4-FFF2-40B4-BE49-F238E27FC236}">
                  <a16:creationId xmlns:a16="http://schemas.microsoft.com/office/drawing/2014/main" id="{C3976C33-86B6-C57B-6612-1A89C8D175C9}"/>
                </a:ext>
              </a:extLst>
            </p:cNvPr>
            <p:cNvSpPr/>
            <p:nvPr/>
          </p:nvSpPr>
          <p:spPr>
            <a:xfrm flipH="1">
              <a:off x="7950907" y="4417130"/>
              <a:ext cx="345880" cy="718513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4" name="Google Shape;1374;p30">
              <a:extLst>
                <a:ext uri="{FF2B5EF4-FFF2-40B4-BE49-F238E27FC236}">
                  <a16:creationId xmlns:a16="http://schemas.microsoft.com/office/drawing/2014/main" id="{6BF14BC1-4EDB-C527-D7B0-28D307747EC8}"/>
                </a:ext>
              </a:extLst>
            </p:cNvPr>
            <p:cNvSpPr/>
            <p:nvPr/>
          </p:nvSpPr>
          <p:spPr>
            <a:xfrm flipH="1">
              <a:off x="8570359" y="4422664"/>
              <a:ext cx="345880" cy="718513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375" name="Google Shape;1375;p30">
              <a:extLst>
                <a:ext uri="{FF2B5EF4-FFF2-40B4-BE49-F238E27FC236}">
                  <a16:creationId xmlns:a16="http://schemas.microsoft.com/office/drawing/2014/main" id="{FD97B806-8CB7-F16A-2471-F9B6035475C0}"/>
                </a:ext>
              </a:extLst>
            </p:cNvPr>
            <p:cNvGrpSpPr/>
            <p:nvPr/>
          </p:nvGrpSpPr>
          <p:grpSpPr>
            <a:xfrm flipH="1">
              <a:off x="7133162" y="4525117"/>
              <a:ext cx="501352" cy="617327"/>
              <a:chOff x="5292342" y="3091129"/>
              <a:chExt cx="224771" cy="276766"/>
            </a:xfrm>
          </p:grpSpPr>
          <p:sp>
            <p:nvSpPr>
              <p:cNvPr id="1376" name="Google Shape;1376;p30">
                <a:extLst>
                  <a:ext uri="{FF2B5EF4-FFF2-40B4-BE49-F238E27FC236}">
                    <a16:creationId xmlns:a16="http://schemas.microsoft.com/office/drawing/2014/main" id="{1A8A9FC9-E87F-4ACF-35B8-7B41E0811CB8}"/>
                  </a:ext>
                </a:extLst>
              </p:cNvPr>
              <p:cNvSpPr/>
              <p:nvPr/>
            </p:nvSpPr>
            <p:spPr>
              <a:xfrm>
                <a:off x="5378390" y="3254253"/>
                <a:ext cx="44247" cy="113642"/>
              </a:xfrm>
              <a:custGeom>
                <a:avLst/>
                <a:gdLst/>
                <a:ahLst/>
                <a:cxnLst/>
                <a:rect l="l" t="t" r="r" b="b"/>
                <a:pathLst>
                  <a:path w="44247" h="113642" extrusionOk="0">
                    <a:moveTo>
                      <a:pt x="0" y="0"/>
                    </a:moveTo>
                    <a:lnTo>
                      <a:pt x="44247" y="0"/>
                    </a:lnTo>
                    <a:lnTo>
                      <a:pt x="44247" y="113643"/>
                    </a:lnTo>
                    <a:lnTo>
                      <a:pt x="0" y="11364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77" name="Google Shape;1377;p30">
                <a:extLst>
                  <a:ext uri="{FF2B5EF4-FFF2-40B4-BE49-F238E27FC236}">
                    <a16:creationId xmlns:a16="http://schemas.microsoft.com/office/drawing/2014/main" id="{80CB7C5D-046F-896C-A01E-270F366F2ED9}"/>
                  </a:ext>
                </a:extLst>
              </p:cNvPr>
              <p:cNvSpPr/>
              <p:nvPr/>
            </p:nvSpPr>
            <p:spPr>
              <a:xfrm>
                <a:off x="5292342" y="3091129"/>
                <a:ext cx="224771" cy="224770"/>
              </a:xfrm>
              <a:custGeom>
                <a:avLst/>
                <a:gdLst/>
                <a:ahLst/>
                <a:cxnLst/>
                <a:rect l="l" t="t" r="r" b="b"/>
                <a:pathLst>
                  <a:path w="224771" h="224770" extrusionOk="0">
                    <a:moveTo>
                      <a:pt x="112385" y="224771"/>
                    </a:moveTo>
                    <a:cubicBezTo>
                      <a:pt x="174271" y="224771"/>
                      <a:pt x="224771" y="174305"/>
                      <a:pt x="224771" y="112386"/>
                    </a:cubicBezTo>
                    <a:cubicBezTo>
                      <a:pt x="224771" y="50466"/>
                      <a:pt x="174305" y="0"/>
                      <a:pt x="112385" y="0"/>
                    </a:cubicBezTo>
                    <a:cubicBezTo>
                      <a:pt x="50466" y="0"/>
                      <a:pt x="0" y="50500"/>
                      <a:pt x="0" y="112386"/>
                    </a:cubicBezTo>
                    <a:cubicBezTo>
                      <a:pt x="0" y="174271"/>
                      <a:pt x="50466" y="224771"/>
                      <a:pt x="112385" y="22477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78" name="Google Shape;1378;p30">
                <a:extLst>
                  <a:ext uri="{FF2B5EF4-FFF2-40B4-BE49-F238E27FC236}">
                    <a16:creationId xmlns:a16="http://schemas.microsoft.com/office/drawing/2014/main" id="{A41DEB17-8FC7-17FB-2338-9B3779292D0E}"/>
                  </a:ext>
                </a:extLst>
              </p:cNvPr>
              <p:cNvSpPr/>
              <p:nvPr/>
            </p:nvSpPr>
            <p:spPr>
              <a:xfrm>
                <a:off x="5310116" y="3108903"/>
                <a:ext cx="189189" cy="189223"/>
              </a:xfrm>
              <a:custGeom>
                <a:avLst/>
                <a:gdLst/>
                <a:ahLst/>
                <a:cxnLst/>
                <a:rect l="l" t="t" r="r" b="b"/>
                <a:pathLst>
                  <a:path w="189189" h="189223" extrusionOk="0">
                    <a:moveTo>
                      <a:pt x="94612" y="189224"/>
                    </a:moveTo>
                    <a:cubicBezTo>
                      <a:pt x="146710" y="189224"/>
                      <a:pt x="189190" y="146744"/>
                      <a:pt x="189190" y="94612"/>
                    </a:cubicBezTo>
                    <a:cubicBezTo>
                      <a:pt x="189190" y="42480"/>
                      <a:pt x="146710" y="0"/>
                      <a:pt x="94612" y="0"/>
                    </a:cubicBezTo>
                    <a:cubicBezTo>
                      <a:pt x="42514" y="0"/>
                      <a:pt x="0" y="42514"/>
                      <a:pt x="0" y="94612"/>
                    </a:cubicBezTo>
                    <a:cubicBezTo>
                      <a:pt x="0" y="146709"/>
                      <a:pt x="42480" y="189224"/>
                      <a:pt x="94612" y="18922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79" name="Google Shape;1379;p30">
                <a:extLst>
                  <a:ext uri="{FF2B5EF4-FFF2-40B4-BE49-F238E27FC236}">
                    <a16:creationId xmlns:a16="http://schemas.microsoft.com/office/drawing/2014/main" id="{822C4BC8-ADB3-21AC-B741-76FEB081698A}"/>
                  </a:ext>
                </a:extLst>
              </p:cNvPr>
              <p:cNvSpPr/>
              <p:nvPr/>
            </p:nvSpPr>
            <p:spPr>
              <a:xfrm>
                <a:off x="5310116" y="3108937"/>
                <a:ext cx="189189" cy="98180"/>
              </a:xfrm>
              <a:custGeom>
                <a:avLst/>
                <a:gdLst/>
                <a:ahLst/>
                <a:cxnLst/>
                <a:rect l="l" t="t" r="r" b="b"/>
                <a:pathLst>
                  <a:path w="189189" h="98180" extrusionOk="0">
                    <a:moveTo>
                      <a:pt x="94578" y="0"/>
                    </a:moveTo>
                    <a:cubicBezTo>
                      <a:pt x="146845" y="0"/>
                      <a:pt x="189190" y="42378"/>
                      <a:pt x="189190" y="94612"/>
                    </a:cubicBezTo>
                    <a:cubicBezTo>
                      <a:pt x="189190" y="95801"/>
                      <a:pt x="189190" y="96991"/>
                      <a:pt x="189122" y="98180"/>
                    </a:cubicBezTo>
                    <a:lnTo>
                      <a:pt x="68" y="98180"/>
                    </a:lnTo>
                    <a:cubicBezTo>
                      <a:pt x="68" y="96991"/>
                      <a:pt x="0" y="95801"/>
                      <a:pt x="0" y="94612"/>
                    </a:cubicBezTo>
                    <a:cubicBezTo>
                      <a:pt x="0" y="42378"/>
                      <a:pt x="42378" y="0"/>
                      <a:pt x="9461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80" name="Google Shape;1380;p30">
                <a:extLst>
                  <a:ext uri="{FF2B5EF4-FFF2-40B4-BE49-F238E27FC236}">
                    <a16:creationId xmlns:a16="http://schemas.microsoft.com/office/drawing/2014/main" id="{09419262-1493-58DB-92AD-6351C3CBB0AF}"/>
                  </a:ext>
                </a:extLst>
              </p:cNvPr>
              <p:cNvSpPr/>
              <p:nvPr/>
            </p:nvSpPr>
            <p:spPr>
              <a:xfrm>
                <a:off x="5402893" y="3125521"/>
                <a:ext cx="97853" cy="80440"/>
              </a:xfrm>
              <a:custGeom>
                <a:avLst/>
                <a:gdLst/>
                <a:ahLst/>
                <a:cxnLst/>
                <a:rect l="l" t="t" r="r" b="b"/>
                <a:pathLst>
                  <a:path w="97853" h="80440" extrusionOk="0">
                    <a:moveTo>
                      <a:pt x="88902" y="38810"/>
                    </a:moveTo>
                    <a:cubicBezTo>
                      <a:pt x="95223" y="52302"/>
                      <a:pt x="98078" y="66507"/>
                      <a:pt x="97840" y="80440"/>
                    </a:cubicBezTo>
                    <a:lnTo>
                      <a:pt x="0" y="80440"/>
                    </a:lnTo>
                    <a:lnTo>
                      <a:pt x="55428" y="0"/>
                    </a:lnTo>
                    <a:cubicBezTo>
                      <a:pt x="69497" y="9278"/>
                      <a:pt x="81256" y="22429"/>
                      <a:pt x="88902" y="3877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81" name="Google Shape;1381;p30">
                <a:extLst>
                  <a:ext uri="{FF2B5EF4-FFF2-40B4-BE49-F238E27FC236}">
                    <a16:creationId xmlns:a16="http://schemas.microsoft.com/office/drawing/2014/main" id="{6A7724CC-C54C-5D5A-292A-74D00ACA676D}"/>
                  </a:ext>
                </a:extLst>
              </p:cNvPr>
              <p:cNvSpPr/>
              <p:nvPr/>
            </p:nvSpPr>
            <p:spPr>
              <a:xfrm>
                <a:off x="5362485" y="3109487"/>
                <a:ext cx="90873" cy="98173"/>
              </a:xfrm>
              <a:custGeom>
                <a:avLst/>
                <a:gdLst/>
                <a:ahLst/>
                <a:cxnLst/>
                <a:rect l="l" t="t" r="r" b="b"/>
                <a:pathLst>
                  <a:path w="90873" h="98173" extrusionOk="0">
                    <a:moveTo>
                      <a:pt x="50228" y="299"/>
                    </a:moveTo>
                    <a:cubicBezTo>
                      <a:pt x="65080" y="1455"/>
                      <a:pt x="78877" y="6008"/>
                      <a:pt x="90874" y="13111"/>
                    </a:cubicBezTo>
                    <a:lnTo>
                      <a:pt x="42548" y="98173"/>
                    </a:lnTo>
                    <a:lnTo>
                      <a:pt x="0" y="10257"/>
                    </a:lnTo>
                    <a:cubicBezTo>
                      <a:pt x="15055" y="2610"/>
                      <a:pt x="32217" y="-1128"/>
                      <a:pt x="50228" y="29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82" name="Google Shape;1382;p30">
                <a:extLst>
                  <a:ext uri="{FF2B5EF4-FFF2-40B4-BE49-F238E27FC236}">
                    <a16:creationId xmlns:a16="http://schemas.microsoft.com/office/drawing/2014/main" id="{0FC86A4E-D8F7-2CD9-4133-C4FD19F0B59C}"/>
                  </a:ext>
                </a:extLst>
              </p:cNvPr>
              <p:cNvSpPr/>
              <p:nvPr/>
            </p:nvSpPr>
            <p:spPr>
              <a:xfrm>
                <a:off x="5311712" y="3126507"/>
                <a:ext cx="97738" cy="81629"/>
              </a:xfrm>
              <a:custGeom>
                <a:avLst/>
                <a:gdLst/>
                <a:ahLst/>
                <a:cxnLst/>
                <a:rect l="l" t="t" r="r" b="b"/>
                <a:pathLst>
                  <a:path w="97738" h="81629" extrusionOk="0">
                    <a:moveTo>
                      <a:pt x="11657" y="31775"/>
                    </a:moveTo>
                    <a:cubicBezTo>
                      <a:pt x="18862" y="18725"/>
                      <a:pt x="28649" y="8054"/>
                      <a:pt x="40068" y="0"/>
                    </a:cubicBezTo>
                    <a:lnTo>
                      <a:pt x="97739" y="79047"/>
                    </a:lnTo>
                    <a:lnTo>
                      <a:pt x="103" y="81630"/>
                    </a:lnTo>
                    <a:cubicBezTo>
                      <a:pt x="-679" y="64808"/>
                      <a:pt x="2991" y="47578"/>
                      <a:pt x="11691" y="3174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383" name="Google Shape;1383;p30">
                <a:extLst>
                  <a:ext uri="{FF2B5EF4-FFF2-40B4-BE49-F238E27FC236}">
                    <a16:creationId xmlns:a16="http://schemas.microsoft.com/office/drawing/2014/main" id="{85CD45C9-0436-E7F4-05CF-82DD8A1F407E}"/>
                  </a:ext>
                </a:extLst>
              </p:cNvPr>
              <p:cNvGrpSpPr/>
              <p:nvPr/>
            </p:nvGrpSpPr>
            <p:grpSpPr>
              <a:xfrm>
                <a:off x="5361045" y="3146273"/>
                <a:ext cx="64409" cy="79667"/>
                <a:chOff x="5361045" y="3146273"/>
                <a:chExt cx="64409" cy="79667"/>
              </a:xfrm>
            </p:grpSpPr>
            <p:sp>
              <p:nvSpPr>
                <p:cNvPr id="1384" name="Google Shape;1384;p30">
                  <a:extLst>
                    <a:ext uri="{FF2B5EF4-FFF2-40B4-BE49-F238E27FC236}">
                      <a16:creationId xmlns:a16="http://schemas.microsoft.com/office/drawing/2014/main" id="{EE806304-701A-89FB-4794-0EFDE20D00E5}"/>
                    </a:ext>
                  </a:extLst>
                </p:cNvPr>
                <p:cNvSpPr/>
                <p:nvPr/>
              </p:nvSpPr>
              <p:spPr>
                <a:xfrm>
                  <a:off x="5382608" y="3183094"/>
                  <a:ext cx="42846" cy="42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46" h="42846" extrusionOk="0">
                      <a:moveTo>
                        <a:pt x="17328" y="404"/>
                      </a:moveTo>
                      <a:cubicBezTo>
                        <a:pt x="28951" y="-1873"/>
                        <a:pt x="40166" y="5705"/>
                        <a:pt x="42442" y="17328"/>
                      </a:cubicBezTo>
                      <a:cubicBezTo>
                        <a:pt x="44719" y="28951"/>
                        <a:pt x="37141" y="40199"/>
                        <a:pt x="25518" y="42442"/>
                      </a:cubicBezTo>
                      <a:cubicBezTo>
                        <a:pt x="13896" y="44719"/>
                        <a:pt x="2647" y="37141"/>
                        <a:pt x="404" y="25518"/>
                      </a:cubicBezTo>
                      <a:cubicBezTo>
                        <a:pt x="-1873" y="13930"/>
                        <a:pt x="5706" y="2681"/>
                        <a:pt x="17328" y="43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85" name="Google Shape;1385;p30">
                  <a:extLst>
                    <a:ext uri="{FF2B5EF4-FFF2-40B4-BE49-F238E27FC236}">
                      <a16:creationId xmlns:a16="http://schemas.microsoft.com/office/drawing/2014/main" id="{930AD6D6-A26E-6A4C-FE51-DCDBE5381D0F}"/>
                    </a:ext>
                  </a:extLst>
                </p:cNvPr>
                <p:cNvSpPr/>
                <p:nvPr/>
              </p:nvSpPr>
              <p:spPr>
                <a:xfrm>
                  <a:off x="5361045" y="3146273"/>
                  <a:ext cx="43376" cy="543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76" h="54353" extrusionOk="0">
                      <a:moveTo>
                        <a:pt x="30327" y="54353"/>
                      </a:moveTo>
                      <a:lnTo>
                        <a:pt x="43376" y="45348"/>
                      </a:lnTo>
                      <a:lnTo>
                        <a:pt x="14456" y="3411"/>
                      </a:lnTo>
                      <a:cubicBezTo>
                        <a:pt x="11975" y="-191"/>
                        <a:pt x="6980" y="-1075"/>
                        <a:pt x="3411" y="1406"/>
                      </a:cubicBezTo>
                      <a:lnTo>
                        <a:pt x="3411" y="1406"/>
                      </a:lnTo>
                      <a:cubicBezTo>
                        <a:pt x="-191" y="3853"/>
                        <a:pt x="-1075" y="8815"/>
                        <a:pt x="1406" y="12451"/>
                      </a:cubicBezTo>
                      <a:lnTo>
                        <a:pt x="30361" y="54353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</p:grpSp>
      <p:grpSp>
        <p:nvGrpSpPr>
          <p:cNvPr id="2" name="Google Shape;2446;p47">
            <a:extLst>
              <a:ext uri="{FF2B5EF4-FFF2-40B4-BE49-F238E27FC236}">
                <a16:creationId xmlns:a16="http://schemas.microsoft.com/office/drawing/2014/main" id="{05AFC0BB-808C-63D1-3B0B-2AFE328A9392}"/>
              </a:ext>
            </a:extLst>
          </p:cNvPr>
          <p:cNvGrpSpPr/>
          <p:nvPr/>
        </p:nvGrpSpPr>
        <p:grpSpPr>
          <a:xfrm>
            <a:off x="1520077" y="0"/>
            <a:ext cx="1389144" cy="804990"/>
            <a:chOff x="2974447" y="973475"/>
            <a:chExt cx="395621" cy="229257"/>
          </a:xfrm>
        </p:grpSpPr>
        <p:sp>
          <p:nvSpPr>
            <p:cNvPr id="4" name="Google Shape;2447;p47">
              <a:extLst>
                <a:ext uri="{FF2B5EF4-FFF2-40B4-BE49-F238E27FC236}">
                  <a16:creationId xmlns:a16="http://schemas.microsoft.com/office/drawing/2014/main" id="{3495F3BA-05E7-7D1C-8D03-6A8C7DC5AF46}"/>
                </a:ext>
              </a:extLst>
            </p:cNvPr>
            <p:cNvSpPr/>
            <p:nvPr/>
          </p:nvSpPr>
          <p:spPr>
            <a:xfrm>
              <a:off x="3216115" y="1014970"/>
              <a:ext cx="143617" cy="99165"/>
            </a:xfrm>
            <a:custGeom>
              <a:avLst/>
              <a:gdLst/>
              <a:ahLst/>
              <a:cxnLst/>
              <a:rect l="l" t="t" r="r" b="b"/>
              <a:pathLst>
                <a:path w="143617" h="99165" extrusionOk="0">
                  <a:moveTo>
                    <a:pt x="25250" y="0"/>
                  </a:moveTo>
                  <a:lnTo>
                    <a:pt x="0" y="53661"/>
                  </a:lnTo>
                  <a:lnTo>
                    <a:pt x="131315" y="99166"/>
                  </a:lnTo>
                  <a:lnTo>
                    <a:pt x="143617" y="73032"/>
                  </a:lnTo>
                  <a:lnTo>
                    <a:pt x="252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" name="Google Shape;2448;p47">
              <a:extLst>
                <a:ext uri="{FF2B5EF4-FFF2-40B4-BE49-F238E27FC236}">
                  <a16:creationId xmlns:a16="http://schemas.microsoft.com/office/drawing/2014/main" id="{B94EFAB2-01F9-2DD0-1DAC-91C0D430063D}"/>
                </a:ext>
              </a:extLst>
            </p:cNvPr>
            <p:cNvSpPr/>
            <p:nvPr/>
          </p:nvSpPr>
          <p:spPr>
            <a:xfrm>
              <a:off x="3199573" y="1012361"/>
              <a:ext cx="59416" cy="59416"/>
            </a:xfrm>
            <a:custGeom>
              <a:avLst/>
              <a:gdLst/>
              <a:ahLst/>
              <a:cxnLst/>
              <a:rect l="l" t="t" r="r" b="b"/>
              <a:pathLst>
                <a:path w="59416" h="59416" extrusionOk="0">
                  <a:moveTo>
                    <a:pt x="56576" y="42370"/>
                  </a:moveTo>
                  <a:cubicBezTo>
                    <a:pt x="49609" y="57187"/>
                    <a:pt x="31869" y="63576"/>
                    <a:pt x="17052" y="56576"/>
                  </a:cubicBezTo>
                  <a:cubicBezTo>
                    <a:pt x="2201" y="49575"/>
                    <a:pt x="-4154" y="31903"/>
                    <a:pt x="2847" y="17052"/>
                  </a:cubicBezTo>
                  <a:cubicBezTo>
                    <a:pt x="9847" y="2201"/>
                    <a:pt x="27519" y="-4154"/>
                    <a:pt x="42370" y="2847"/>
                  </a:cubicBezTo>
                  <a:cubicBezTo>
                    <a:pt x="57187" y="9847"/>
                    <a:pt x="63576" y="27519"/>
                    <a:pt x="56576" y="423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" name="Google Shape;2449;p47">
              <a:extLst>
                <a:ext uri="{FF2B5EF4-FFF2-40B4-BE49-F238E27FC236}">
                  <a16:creationId xmlns:a16="http://schemas.microsoft.com/office/drawing/2014/main" id="{A3698580-E10A-48A1-3E36-E2B60D46D4C9}"/>
                </a:ext>
              </a:extLst>
            </p:cNvPr>
            <p:cNvSpPr/>
            <p:nvPr/>
          </p:nvSpPr>
          <p:spPr>
            <a:xfrm>
              <a:off x="3321058" y="1098265"/>
              <a:ext cx="48971" cy="61137"/>
            </a:xfrm>
            <a:custGeom>
              <a:avLst/>
              <a:gdLst/>
              <a:ahLst/>
              <a:cxnLst/>
              <a:rect l="l" t="t" r="r" b="b"/>
              <a:pathLst>
                <a:path w="48971" h="61137" extrusionOk="0">
                  <a:moveTo>
                    <a:pt x="48971" y="0"/>
                  </a:moveTo>
                  <a:lnTo>
                    <a:pt x="0" y="1087"/>
                  </a:lnTo>
                  <a:lnTo>
                    <a:pt x="11521" y="61137"/>
                  </a:lnTo>
                  <a:lnTo>
                    <a:pt x="35378" y="60594"/>
                  </a:lnTo>
                  <a:lnTo>
                    <a:pt x="489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" name="Google Shape;2450;p47">
              <a:extLst>
                <a:ext uri="{FF2B5EF4-FFF2-40B4-BE49-F238E27FC236}">
                  <a16:creationId xmlns:a16="http://schemas.microsoft.com/office/drawing/2014/main" id="{3C3CF6BA-4A70-CA4C-081A-98D2DD607C2F}"/>
                </a:ext>
              </a:extLst>
            </p:cNvPr>
            <p:cNvSpPr/>
            <p:nvPr/>
          </p:nvSpPr>
          <p:spPr>
            <a:xfrm>
              <a:off x="3321017" y="1074810"/>
              <a:ext cx="49051" cy="49051"/>
            </a:xfrm>
            <a:custGeom>
              <a:avLst/>
              <a:gdLst/>
              <a:ahLst/>
              <a:cxnLst/>
              <a:rect l="l" t="t" r="r" b="b"/>
              <a:pathLst>
                <a:path w="49051" h="49051" extrusionOk="0">
                  <a:moveTo>
                    <a:pt x="25087" y="49046"/>
                  </a:moveTo>
                  <a:cubicBezTo>
                    <a:pt x="11561" y="49351"/>
                    <a:pt x="312" y="38646"/>
                    <a:pt x="6" y="25087"/>
                  </a:cubicBezTo>
                  <a:cubicBezTo>
                    <a:pt x="-300" y="11561"/>
                    <a:pt x="10406" y="312"/>
                    <a:pt x="23965" y="6"/>
                  </a:cubicBezTo>
                  <a:cubicBezTo>
                    <a:pt x="37491" y="-299"/>
                    <a:pt x="48740" y="10406"/>
                    <a:pt x="49045" y="23965"/>
                  </a:cubicBezTo>
                  <a:cubicBezTo>
                    <a:pt x="49351" y="37491"/>
                    <a:pt x="38646" y="48740"/>
                    <a:pt x="25087" y="490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" name="Google Shape;2451;p47">
              <a:extLst>
                <a:ext uri="{FF2B5EF4-FFF2-40B4-BE49-F238E27FC236}">
                  <a16:creationId xmlns:a16="http://schemas.microsoft.com/office/drawing/2014/main" id="{2C098164-0E2B-3D48-C98A-B8485912C112}"/>
                </a:ext>
              </a:extLst>
            </p:cNvPr>
            <p:cNvSpPr/>
            <p:nvPr/>
          </p:nvSpPr>
          <p:spPr>
            <a:xfrm>
              <a:off x="3330854" y="1084680"/>
              <a:ext cx="29350" cy="29345"/>
            </a:xfrm>
            <a:custGeom>
              <a:avLst/>
              <a:gdLst/>
              <a:ahLst/>
              <a:cxnLst/>
              <a:rect l="l" t="t" r="r" b="b"/>
              <a:pathLst>
                <a:path w="29350" h="29345" extrusionOk="0">
                  <a:moveTo>
                    <a:pt x="4749" y="3866"/>
                  </a:moveTo>
                  <a:cubicBezTo>
                    <a:pt x="-1232" y="9337"/>
                    <a:pt x="-1606" y="18649"/>
                    <a:pt x="3866" y="24596"/>
                  </a:cubicBezTo>
                  <a:cubicBezTo>
                    <a:pt x="9337" y="30577"/>
                    <a:pt x="18649" y="30951"/>
                    <a:pt x="24596" y="25480"/>
                  </a:cubicBezTo>
                  <a:cubicBezTo>
                    <a:pt x="30577" y="20008"/>
                    <a:pt x="30951" y="10697"/>
                    <a:pt x="25514" y="4749"/>
                  </a:cubicBezTo>
                  <a:cubicBezTo>
                    <a:pt x="20008" y="-1232"/>
                    <a:pt x="10731" y="-1606"/>
                    <a:pt x="4749" y="386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" name="Google Shape;2452;p47">
              <a:extLst>
                <a:ext uri="{FF2B5EF4-FFF2-40B4-BE49-F238E27FC236}">
                  <a16:creationId xmlns:a16="http://schemas.microsoft.com/office/drawing/2014/main" id="{9A0317BC-16A3-7F94-930B-5FF76E747C9E}"/>
                </a:ext>
              </a:extLst>
            </p:cNvPr>
            <p:cNvSpPr/>
            <p:nvPr/>
          </p:nvSpPr>
          <p:spPr>
            <a:xfrm>
              <a:off x="3337762" y="1091572"/>
              <a:ext cx="15511" cy="15494"/>
            </a:xfrm>
            <a:custGeom>
              <a:avLst/>
              <a:gdLst/>
              <a:ahLst/>
              <a:cxnLst/>
              <a:rect l="l" t="t" r="r" b="b"/>
              <a:pathLst>
                <a:path w="15511" h="15494" extrusionOk="0">
                  <a:moveTo>
                    <a:pt x="2496" y="2038"/>
                  </a:moveTo>
                  <a:cubicBezTo>
                    <a:pt x="-630" y="4926"/>
                    <a:pt x="-868" y="9854"/>
                    <a:pt x="2055" y="12981"/>
                  </a:cubicBezTo>
                  <a:cubicBezTo>
                    <a:pt x="4943" y="16141"/>
                    <a:pt x="9837" y="16345"/>
                    <a:pt x="12998" y="13456"/>
                  </a:cubicBezTo>
                  <a:cubicBezTo>
                    <a:pt x="16158" y="10568"/>
                    <a:pt x="16362" y="5640"/>
                    <a:pt x="13473" y="2513"/>
                  </a:cubicBezTo>
                  <a:cubicBezTo>
                    <a:pt x="10551" y="-647"/>
                    <a:pt x="5657" y="-851"/>
                    <a:pt x="2496" y="20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" name="Google Shape;2453;p47">
              <a:extLst>
                <a:ext uri="{FF2B5EF4-FFF2-40B4-BE49-F238E27FC236}">
                  <a16:creationId xmlns:a16="http://schemas.microsoft.com/office/drawing/2014/main" id="{1B76AC60-7E65-194E-C96F-2BD099F47B07}"/>
                </a:ext>
              </a:extLst>
            </p:cNvPr>
            <p:cNvSpPr/>
            <p:nvPr/>
          </p:nvSpPr>
          <p:spPr>
            <a:xfrm>
              <a:off x="3314669" y="1153523"/>
              <a:ext cx="45997" cy="36431"/>
            </a:xfrm>
            <a:custGeom>
              <a:avLst/>
              <a:gdLst/>
              <a:ahLst/>
              <a:cxnLst/>
              <a:rect l="l" t="t" r="r" b="b"/>
              <a:pathLst>
                <a:path w="45997" h="36431" extrusionOk="0">
                  <a:moveTo>
                    <a:pt x="29124" y="0"/>
                  </a:moveTo>
                  <a:lnTo>
                    <a:pt x="0" y="0"/>
                  </a:lnTo>
                  <a:lnTo>
                    <a:pt x="0" y="36431"/>
                  </a:lnTo>
                  <a:lnTo>
                    <a:pt x="29124" y="36431"/>
                  </a:lnTo>
                  <a:cubicBezTo>
                    <a:pt x="51622" y="36431"/>
                    <a:pt x="51622" y="0"/>
                    <a:pt x="291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" name="Google Shape;2454;p47">
              <a:extLst>
                <a:ext uri="{FF2B5EF4-FFF2-40B4-BE49-F238E27FC236}">
                  <a16:creationId xmlns:a16="http://schemas.microsoft.com/office/drawing/2014/main" id="{4EB402FB-D223-FE02-0CDF-2D436FA2E99A}"/>
                </a:ext>
              </a:extLst>
            </p:cNvPr>
            <p:cNvSpPr/>
            <p:nvPr/>
          </p:nvSpPr>
          <p:spPr>
            <a:xfrm>
              <a:off x="3303420" y="1138910"/>
              <a:ext cx="18827" cy="63278"/>
            </a:xfrm>
            <a:custGeom>
              <a:avLst/>
              <a:gdLst/>
              <a:ahLst/>
              <a:cxnLst/>
              <a:rect l="l" t="t" r="r" b="b"/>
              <a:pathLst>
                <a:path w="18827" h="63278" extrusionOk="0">
                  <a:moveTo>
                    <a:pt x="9414" y="0"/>
                  </a:moveTo>
                  <a:lnTo>
                    <a:pt x="9414" y="0"/>
                  </a:lnTo>
                  <a:cubicBezTo>
                    <a:pt x="4214" y="0"/>
                    <a:pt x="0" y="4248"/>
                    <a:pt x="0" y="9414"/>
                  </a:cubicBezTo>
                  <a:lnTo>
                    <a:pt x="0" y="53865"/>
                  </a:lnTo>
                  <a:cubicBezTo>
                    <a:pt x="0" y="59030"/>
                    <a:pt x="4214" y="63278"/>
                    <a:pt x="9414" y="63278"/>
                  </a:cubicBezTo>
                  <a:lnTo>
                    <a:pt x="9414" y="63278"/>
                  </a:lnTo>
                  <a:cubicBezTo>
                    <a:pt x="14579" y="63278"/>
                    <a:pt x="18827" y="59030"/>
                    <a:pt x="18827" y="53865"/>
                  </a:cubicBezTo>
                  <a:lnTo>
                    <a:pt x="18827" y="9414"/>
                  </a:lnTo>
                  <a:cubicBezTo>
                    <a:pt x="18827" y="4214"/>
                    <a:pt x="14613" y="0"/>
                    <a:pt x="94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" name="Google Shape;2455;p47">
              <a:extLst>
                <a:ext uri="{FF2B5EF4-FFF2-40B4-BE49-F238E27FC236}">
                  <a16:creationId xmlns:a16="http://schemas.microsoft.com/office/drawing/2014/main" id="{62FF28FD-B57E-6ACE-3CE9-CAEACFF4128C}"/>
                </a:ext>
              </a:extLst>
            </p:cNvPr>
            <p:cNvSpPr/>
            <p:nvPr/>
          </p:nvSpPr>
          <p:spPr>
            <a:xfrm>
              <a:off x="2984751" y="1015480"/>
              <a:ext cx="143617" cy="99165"/>
            </a:xfrm>
            <a:custGeom>
              <a:avLst/>
              <a:gdLst/>
              <a:ahLst/>
              <a:cxnLst/>
              <a:rect l="l" t="t" r="r" b="b"/>
              <a:pathLst>
                <a:path w="143617" h="99165" extrusionOk="0">
                  <a:moveTo>
                    <a:pt x="118367" y="0"/>
                  </a:moveTo>
                  <a:lnTo>
                    <a:pt x="143617" y="53661"/>
                  </a:lnTo>
                  <a:lnTo>
                    <a:pt x="12302" y="99166"/>
                  </a:lnTo>
                  <a:lnTo>
                    <a:pt x="0" y="73032"/>
                  </a:lnTo>
                  <a:lnTo>
                    <a:pt x="1183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" name="Google Shape;2456;p47">
              <a:extLst>
                <a:ext uri="{FF2B5EF4-FFF2-40B4-BE49-F238E27FC236}">
                  <a16:creationId xmlns:a16="http://schemas.microsoft.com/office/drawing/2014/main" id="{2307EBAB-14AA-B7E4-8DD3-C3E3B2660EBB}"/>
                </a:ext>
              </a:extLst>
            </p:cNvPr>
            <p:cNvSpPr/>
            <p:nvPr/>
          </p:nvSpPr>
          <p:spPr>
            <a:xfrm>
              <a:off x="3085488" y="1012911"/>
              <a:ext cx="59415" cy="59401"/>
            </a:xfrm>
            <a:custGeom>
              <a:avLst/>
              <a:gdLst/>
              <a:ahLst/>
              <a:cxnLst/>
              <a:rect l="l" t="t" r="r" b="b"/>
              <a:pathLst>
                <a:path w="59415" h="59401" extrusionOk="0">
                  <a:moveTo>
                    <a:pt x="2847" y="42365"/>
                  </a:moveTo>
                  <a:cubicBezTo>
                    <a:pt x="9847" y="57216"/>
                    <a:pt x="27519" y="63537"/>
                    <a:pt x="42336" y="56570"/>
                  </a:cubicBezTo>
                  <a:cubicBezTo>
                    <a:pt x="57187" y="49569"/>
                    <a:pt x="63576" y="31897"/>
                    <a:pt x="56576" y="17046"/>
                  </a:cubicBezTo>
                  <a:cubicBezTo>
                    <a:pt x="49575" y="2229"/>
                    <a:pt x="31869" y="-4160"/>
                    <a:pt x="17052" y="2841"/>
                  </a:cubicBezTo>
                  <a:cubicBezTo>
                    <a:pt x="2201" y="9808"/>
                    <a:pt x="-4154" y="27513"/>
                    <a:pt x="2847" y="4236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" name="Google Shape;2457;p47">
              <a:extLst>
                <a:ext uri="{FF2B5EF4-FFF2-40B4-BE49-F238E27FC236}">
                  <a16:creationId xmlns:a16="http://schemas.microsoft.com/office/drawing/2014/main" id="{AA5A0768-0C1E-262B-E16E-1CA4F1587727}"/>
                </a:ext>
              </a:extLst>
            </p:cNvPr>
            <p:cNvSpPr/>
            <p:nvPr/>
          </p:nvSpPr>
          <p:spPr>
            <a:xfrm>
              <a:off x="2974488" y="1098775"/>
              <a:ext cx="48937" cy="61137"/>
            </a:xfrm>
            <a:custGeom>
              <a:avLst/>
              <a:gdLst/>
              <a:ahLst/>
              <a:cxnLst/>
              <a:rect l="l" t="t" r="r" b="b"/>
              <a:pathLst>
                <a:path w="48937" h="61137" extrusionOk="0">
                  <a:moveTo>
                    <a:pt x="0" y="0"/>
                  </a:moveTo>
                  <a:lnTo>
                    <a:pt x="48937" y="1121"/>
                  </a:lnTo>
                  <a:lnTo>
                    <a:pt x="37416" y="61137"/>
                  </a:lnTo>
                  <a:lnTo>
                    <a:pt x="13560" y="605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" name="Google Shape;2458;p47">
              <a:extLst>
                <a:ext uri="{FF2B5EF4-FFF2-40B4-BE49-F238E27FC236}">
                  <a16:creationId xmlns:a16="http://schemas.microsoft.com/office/drawing/2014/main" id="{4AE73ED6-B548-D42D-F112-EFD7DC0AE296}"/>
                </a:ext>
              </a:extLst>
            </p:cNvPr>
            <p:cNvSpPr/>
            <p:nvPr/>
          </p:nvSpPr>
          <p:spPr>
            <a:xfrm>
              <a:off x="2974447" y="1075353"/>
              <a:ext cx="49051" cy="49045"/>
            </a:xfrm>
            <a:custGeom>
              <a:avLst/>
              <a:gdLst/>
              <a:ahLst/>
              <a:cxnLst/>
              <a:rect l="l" t="t" r="r" b="b"/>
              <a:pathLst>
                <a:path w="49051" h="49045" extrusionOk="0">
                  <a:moveTo>
                    <a:pt x="23965" y="49012"/>
                  </a:moveTo>
                  <a:cubicBezTo>
                    <a:pt x="37491" y="49317"/>
                    <a:pt x="48740" y="38612"/>
                    <a:pt x="49045" y="25087"/>
                  </a:cubicBezTo>
                  <a:cubicBezTo>
                    <a:pt x="49351" y="11527"/>
                    <a:pt x="38646" y="312"/>
                    <a:pt x="25087" y="6"/>
                  </a:cubicBezTo>
                  <a:cubicBezTo>
                    <a:pt x="11561" y="-299"/>
                    <a:pt x="312" y="10406"/>
                    <a:pt x="6" y="23965"/>
                  </a:cubicBezTo>
                  <a:cubicBezTo>
                    <a:pt x="-299" y="37491"/>
                    <a:pt x="10440" y="48706"/>
                    <a:pt x="23965" y="490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" name="Google Shape;2459;p47">
              <a:extLst>
                <a:ext uri="{FF2B5EF4-FFF2-40B4-BE49-F238E27FC236}">
                  <a16:creationId xmlns:a16="http://schemas.microsoft.com/office/drawing/2014/main" id="{EEB1B77A-23C7-BC44-DE98-AFBFC5EDC2FF}"/>
                </a:ext>
              </a:extLst>
            </p:cNvPr>
            <p:cNvSpPr/>
            <p:nvPr/>
          </p:nvSpPr>
          <p:spPr>
            <a:xfrm>
              <a:off x="3096134" y="1024452"/>
              <a:ext cx="152045" cy="36431"/>
            </a:xfrm>
            <a:custGeom>
              <a:avLst/>
              <a:gdLst/>
              <a:ahLst/>
              <a:cxnLst/>
              <a:rect l="l" t="t" r="r" b="b"/>
              <a:pathLst>
                <a:path w="152045" h="36431" extrusionOk="0">
                  <a:moveTo>
                    <a:pt x="16873" y="0"/>
                  </a:moveTo>
                  <a:lnTo>
                    <a:pt x="135172" y="0"/>
                  </a:lnTo>
                  <a:cubicBezTo>
                    <a:pt x="157670" y="0"/>
                    <a:pt x="157670" y="36431"/>
                    <a:pt x="135172" y="36431"/>
                  </a:cubicBezTo>
                  <a:lnTo>
                    <a:pt x="16873" y="36431"/>
                  </a:lnTo>
                  <a:cubicBezTo>
                    <a:pt x="-5624" y="36431"/>
                    <a:pt x="-5624" y="0"/>
                    <a:pt x="168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" name="Google Shape;2460;p47">
              <a:extLst>
                <a:ext uri="{FF2B5EF4-FFF2-40B4-BE49-F238E27FC236}">
                  <a16:creationId xmlns:a16="http://schemas.microsoft.com/office/drawing/2014/main" id="{4F08713D-653B-1179-9A85-B201C40D9A1D}"/>
                </a:ext>
              </a:extLst>
            </p:cNvPr>
            <p:cNvSpPr/>
            <p:nvPr/>
          </p:nvSpPr>
          <p:spPr>
            <a:xfrm>
              <a:off x="2984317" y="1085189"/>
              <a:ext cx="29332" cy="29345"/>
            </a:xfrm>
            <a:custGeom>
              <a:avLst/>
              <a:gdLst/>
              <a:ahLst/>
              <a:cxnLst/>
              <a:rect l="l" t="t" r="r" b="b"/>
              <a:pathLst>
                <a:path w="29332" h="29345" extrusionOk="0">
                  <a:moveTo>
                    <a:pt x="24596" y="3866"/>
                  </a:moveTo>
                  <a:cubicBezTo>
                    <a:pt x="30577" y="9337"/>
                    <a:pt x="30917" y="18649"/>
                    <a:pt x="25480" y="24596"/>
                  </a:cubicBezTo>
                  <a:cubicBezTo>
                    <a:pt x="20008" y="30577"/>
                    <a:pt x="10697" y="30951"/>
                    <a:pt x="4749" y="25480"/>
                  </a:cubicBezTo>
                  <a:cubicBezTo>
                    <a:pt x="-1232" y="19974"/>
                    <a:pt x="-1606" y="10697"/>
                    <a:pt x="3866" y="4749"/>
                  </a:cubicBezTo>
                  <a:cubicBezTo>
                    <a:pt x="9337" y="-1232"/>
                    <a:pt x="18683" y="-1606"/>
                    <a:pt x="24630" y="386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" name="Google Shape;2461;p47">
              <a:extLst>
                <a:ext uri="{FF2B5EF4-FFF2-40B4-BE49-F238E27FC236}">
                  <a16:creationId xmlns:a16="http://schemas.microsoft.com/office/drawing/2014/main" id="{4B629A21-629A-6C60-213D-9B114879C207}"/>
                </a:ext>
              </a:extLst>
            </p:cNvPr>
            <p:cNvSpPr/>
            <p:nvPr/>
          </p:nvSpPr>
          <p:spPr>
            <a:xfrm>
              <a:off x="2991209" y="1092093"/>
              <a:ext cx="15497" cy="15482"/>
            </a:xfrm>
            <a:custGeom>
              <a:avLst/>
              <a:gdLst/>
              <a:ahLst/>
              <a:cxnLst/>
              <a:rect l="l" t="t" r="r" b="b"/>
              <a:pathLst>
                <a:path w="15497" h="15482" extrusionOk="0">
                  <a:moveTo>
                    <a:pt x="13015" y="2026"/>
                  </a:moveTo>
                  <a:cubicBezTo>
                    <a:pt x="16141" y="4948"/>
                    <a:pt x="16345" y="9842"/>
                    <a:pt x="13456" y="12969"/>
                  </a:cubicBezTo>
                  <a:cubicBezTo>
                    <a:pt x="10534" y="16129"/>
                    <a:pt x="5640" y="16333"/>
                    <a:pt x="2514" y="13444"/>
                  </a:cubicBezTo>
                  <a:cubicBezTo>
                    <a:pt x="-647" y="10556"/>
                    <a:pt x="-851" y="5628"/>
                    <a:pt x="2038" y="2501"/>
                  </a:cubicBezTo>
                  <a:cubicBezTo>
                    <a:pt x="4926" y="-625"/>
                    <a:pt x="9820" y="-863"/>
                    <a:pt x="13015" y="20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" name="Google Shape;2462;p47">
              <a:extLst>
                <a:ext uri="{FF2B5EF4-FFF2-40B4-BE49-F238E27FC236}">
                  <a16:creationId xmlns:a16="http://schemas.microsoft.com/office/drawing/2014/main" id="{5CA27252-5651-555A-C8E8-3686F49EAB04}"/>
                </a:ext>
              </a:extLst>
            </p:cNvPr>
            <p:cNvSpPr/>
            <p:nvPr/>
          </p:nvSpPr>
          <p:spPr>
            <a:xfrm>
              <a:off x="3102538" y="1029921"/>
              <a:ext cx="25356" cy="25390"/>
            </a:xfrm>
            <a:custGeom>
              <a:avLst/>
              <a:gdLst/>
              <a:ahLst/>
              <a:cxnLst/>
              <a:rect l="l" t="t" r="r" b="b"/>
              <a:pathLst>
                <a:path w="25356" h="25390" extrusionOk="0">
                  <a:moveTo>
                    <a:pt x="17402" y="920"/>
                  </a:moveTo>
                  <a:cubicBezTo>
                    <a:pt x="23893" y="3536"/>
                    <a:pt x="27053" y="10945"/>
                    <a:pt x="24437" y="17436"/>
                  </a:cubicBezTo>
                  <a:cubicBezTo>
                    <a:pt x="21820" y="23927"/>
                    <a:pt x="14445" y="27087"/>
                    <a:pt x="7954" y="24471"/>
                  </a:cubicBezTo>
                  <a:cubicBezTo>
                    <a:pt x="1463" y="21854"/>
                    <a:pt x="-1697" y="14479"/>
                    <a:pt x="920" y="7954"/>
                  </a:cubicBezTo>
                  <a:cubicBezTo>
                    <a:pt x="3536" y="1463"/>
                    <a:pt x="10945" y="-1697"/>
                    <a:pt x="17436" y="9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" name="Google Shape;2463;p47">
              <a:extLst>
                <a:ext uri="{FF2B5EF4-FFF2-40B4-BE49-F238E27FC236}">
                  <a16:creationId xmlns:a16="http://schemas.microsoft.com/office/drawing/2014/main" id="{06EAD56C-A886-2547-582E-002B6C22C65C}"/>
                </a:ext>
              </a:extLst>
            </p:cNvPr>
            <p:cNvSpPr/>
            <p:nvPr/>
          </p:nvSpPr>
          <p:spPr>
            <a:xfrm>
              <a:off x="3109334" y="1036105"/>
              <a:ext cx="12172" cy="12166"/>
            </a:xfrm>
            <a:custGeom>
              <a:avLst/>
              <a:gdLst/>
              <a:ahLst/>
              <a:cxnLst/>
              <a:rect l="l" t="t" r="r" b="b"/>
              <a:pathLst>
                <a:path w="12172" h="12166" extrusionOk="0">
                  <a:moveTo>
                    <a:pt x="580" y="8669"/>
                  </a:moveTo>
                  <a:cubicBezTo>
                    <a:pt x="2008" y="11693"/>
                    <a:pt x="5644" y="13019"/>
                    <a:pt x="8703" y="11591"/>
                  </a:cubicBezTo>
                  <a:cubicBezTo>
                    <a:pt x="11727" y="10164"/>
                    <a:pt x="13019" y="6528"/>
                    <a:pt x="11591" y="3503"/>
                  </a:cubicBezTo>
                  <a:cubicBezTo>
                    <a:pt x="10164" y="445"/>
                    <a:pt x="6528" y="-847"/>
                    <a:pt x="3503" y="580"/>
                  </a:cubicBezTo>
                  <a:cubicBezTo>
                    <a:pt x="445" y="2008"/>
                    <a:pt x="-847" y="5644"/>
                    <a:pt x="580" y="86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" name="Google Shape;2464;p47">
              <a:extLst>
                <a:ext uri="{FF2B5EF4-FFF2-40B4-BE49-F238E27FC236}">
                  <a16:creationId xmlns:a16="http://schemas.microsoft.com/office/drawing/2014/main" id="{4BCF31CF-275A-3A31-A2CD-E8E36E99E84F}"/>
                </a:ext>
              </a:extLst>
            </p:cNvPr>
            <p:cNvSpPr/>
            <p:nvPr/>
          </p:nvSpPr>
          <p:spPr>
            <a:xfrm>
              <a:off x="2983816" y="1154033"/>
              <a:ext cx="45997" cy="36431"/>
            </a:xfrm>
            <a:custGeom>
              <a:avLst/>
              <a:gdLst/>
              <a:ahLst/>
              <a:cxnLst/>
              <a:rect l="l" t="t" r="r" b="b"/>
              <a:pathLst>
                <a:path w="45997" h="36431" extrusionOk="0">
                  <a:moveTo>
                    <a:pt x="16873" y="0"/>
                  </a:moveTo>
                  <a:lnTo>
                    <a:pt x="45998" y="0"/>
                  </a:lnTo>
                  <a:lnTo>
                    <a:pt x="45998" y="36431"/>
                  </a:lnTo>
                  <a:lnTo>
                    <a:pt x="16873" y="36431"/>
                  </a:lnTo>
                  <a:cubicBezTo>
                    <a:pt x="-5624" y="36431"/>
                    <a:pt x="-5624" y="0"/>
                    <a:pt x="168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2" name="Google Shape;2465;p47">
              <a:extLst>
                <a:ext uri="{FF2B5EF4-FFF2-40B4-BE49-F238E27FC236}">
                  <a16:creationId xmlns:a16="http://schemas.microsoft.com/office/drawing/2014/main" id="{D71CCB47-C0F1-AD0F-94BF-B9367D95F9E9}"/>
                </a:ext>
              </a:extLst>
            </p:cNvPr>
            <p:cNvSpPr/>
            <p:nvPr/>
          </p:nvSpPr>
          <p:spPr>
            <a:xfrm>
              <a:off x="3022235" y="1139454"/>
              <a:ext cx="18827" cy="63278"/>
            </a:xfrm>
            <a:custGeom>
              <a:avLst/>
              <a:gdLst/>
              <a:ahLst/>
              <a:cxnLst/>
              <a:rect l="l" t="t" r="r" b="b"/>
              <a:pathLst>
                <a:path w="18827" h="63278" extrusionOk="0">
                  <a:moveTo>
                    <a:pt x="9414" y="0"/>
                  </a:moveTo>
                  <a:lnTo>
                    <a:pt x="9414" y="0"/>
                  </a:lnTo>
                  <a:cubicBezTo>
                    <a:pt x="14579" y="0"/>
                    <a:pt x="18793" y="4248"/>
                    <a:pt x="18827" y="9414"/>
                  </a:cubicBezTo>
                  <a:lnTo>
                    <a:pt x="18827" y="53865"/>
                  </a:lnTo>
                  <a:cubicBezTo>
                    <a:pt x="18827" y="59030"/>
                    <a:pt x="14579" y="63278"/>
                    <a:pt x="9414" y="63278"/>
                  </a:cubicBezTo>
                  <a:lnTo>
                    <a:pt x="9414" y="63278"/>
                  </a:lnTo>
                  <a:cubicBezTo>
                    <a:pt x="4214" y="63278"/>
                    <a:pt x="0" y="59064"/>
                    <a:pt x="0" y="53865"/>
                  </a:cubicBezTo>
                  <a:lnTo>
                    <a:pt x="0" y="9414"/>
                  </a:lnTo>
                  <a:cubicBezTo>
                    <a:pt x="0" y="4248"/>
                    <a:pt x="4214" y="0"/>
                    <a:pt x="94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3" name="Google Shape;2466;p47">
              <a:extLst>
                <a:ext uri="{FF2B5EF4-FFF2-40B4-BE49-F238E27FC236}">
                  <a16:creationId xmlns:a16="http://schemas.microsoft.com/office/drawing/2014/main" id="{8C5BA1E5-AD5F-4D85-9B7E-1DF71227808A}"/>
                </a:ext>
              </a:extLst>
            </p:cNvPr>
            <p:cNvSpPr/>
            <p:nvPr/>
          </p:nvSpPr>
          <p:spPr>
            <a:xfrm>
              <a:off x="3127008" y="973475"/>
              <a:ext cx="90295" cy="51315"/>
            </a:xfrm>
            <a:custGeom>
              <a:avLst/>
              <a:gdLst/>
              <a:ahLst/>
              <a:cxnLst/>
              <a:rect l="l" t="t" r="r" b="b"/>
              <a:pathLst>
                <a:path w="90295" h="51315" extrusionOk="0">
                  <a:moveTo>
                    <a:pt x="0" y="51316"/>
                  </a:moveTo>
                  <a:lnTo>
                    <a:pt x="90296" y="51316"/>
                  </a:lnTo>
                  <a:lnTo>
                    <a:pt x="90296" y="7307"/>
                  </a:lnTo>
                  <a:cubicBezTo>
                    <a:pt x="90296" y="3262"/>
                    <a:pt x="87033" y="0"/>
                    <a:pt x="82989" y="0"/>
                  </a:cubicBezTo>
                  <a:lnTo>
                    <a:pt x="7307" y="0"/>
                  </a:lnTo>
                  <a:cubicBezTo>
                    <a:pt x="3296" y="0"/>
                    <a:pt x="0" y="3296"/>
                    <a:pt x="0" y="7307"/>
                  </a:cubicBezTo>
                  <a:lnTo>
                    <a:pt x="0" y="513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4" name="Google Shape;2467;p47">
              <a:extLst>
                <a:ext uri="{FF2B5EF4-FFF2-40B4-BE49-F238E27FC236}">
                  <a16:creationId xmlns:a16="http://schemas.microsoft.com/office/drawing/2014/main" id="{BCD3A3FD-E526-A175-9A79-CEC2529D626E}"/>
                </a:ext>
              </a:extLst>
            </p:cNvPr>
            <p:cNvSpPr/>
            <p:nvPr/>
          </p:nvSpPr>
          <p:spPr>
            <a:xfrm>
              <a:off x="3127144" y="973475"/>
              <a:ext cx="90091" cy="6083"/>
            </a:xfrm>
            <a:custGeom>
              <a:avLst/>
              <a:gdLst/>
              <a:ahLst/>
              <a:cxnLst/>
              <a:rect l="l" t="t" r="r" b="b"/>
              <a:pathLst>
                <a:path w="90091" h="6083" extrusionOk="0">
                  <a:moveTo>
                    <a:pt x="90058" y="6083"/>
                  </a:moveTo>
                  <a:cubicBezTo>
                    <a:pt x="89480" y="2651"/>
                    <a:pt x="86456" y="0"/>
                    <a:pt x="82887" y="0"/>
                  </a:cubicBezTo>
                  <a:lnTo>
                    <a:pt x="7205" y="0"/>
                  </a:lnTo>
                  <a:cubicBezTo>
                    <a:pt x="3602" y="0"/>
                    <a:pt x="578" y="2651"/>
                    <a:pt x="0" y="6083"/>
                  </a:cubicBezTo>
                  <a:lnTo>
                    <a:pt x="90092" y="608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5" name="Google Shape;2468;p47">
              <a:extLst>
                <a:ext uri="{FF2B5EF4-FFF2-40B4-BE49-F238E27FC236}">
                  <a16:creationId xmlns:a16="http://schemas.microsoft.com/office/drawing/2014/main" id="{8BC134DA-C76C-1243-2189-2402B63C645F}"/>
                </a:ext>
              </a:extLst>
            </p:cNvPr>
            <p:cNvSpPr/>
            <p:nvPr/>
          </p:nvSpPr>
          <p:spPr>
            <a:xfrm>
              <a:off x="3216589" y="1029411"/>
              <a:ext cx="25390" cy="25390"/>
            </a:xfrm>
            <a:custGeom>
              <a:avLst/>
              <a:gdLst/>
              <a:ahLst/>
              <a:cxnLst/>
              <a:rect l="l" t="t" r="r" b="b"/>
              <a:pathLst>
                <a:path w="25390" h="25390" extrusionOk="0">
                  <a:moveTo>
                    <a:pt x="7954" y="920"/>
                  </a:moveTo>
                  <a:cubicBezTo>
                    <a:pt x="1463" y="3536"/>
                    <a:pt x="-1697" y="10945"/>
                    <a:pt x="920" y="17436"/>
                  </a:cubicBezTo>
                  <a:cubicBezTo>
                    <a:pt x="3536" y="23927"/>
                    <a:pt x="10945" y="27087"/>
                    <a:pt x="17436" y="24471"/>
                  </a:cubicBezTo>
                  <a:cubicBezTo>
                    <a:pt x="23927" y="21854"/>
                    <a:pt x="27087" y="14445"/>
                    <a:pt x="24471" y="7954"/>
                  </a:cubicBezTo>
                  <a:cubicBezTo>
                    <a:pt x="21854" y="1463"/>
                    <a:pt x="14479" y="-1697"/>
                    <a:pt x="7954" y="9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6" name="Google Shape;2469;p47">
              <a:extLst>
                <a:ext uri="{FF2B5EF4-FFF2-40B4-BE49-F238E27FC236}">
                  <a16:creationId xmlns:a16="http://schemas.microsoft.com/office/drawing/2014/main" id="{1F628DD1-098B-5022-286E-FF31CDED9980}"/>
                </a:ext>
              </a:extLst>
            </p:cNvPr>
            <p:cNvSpPr/>
            <p:nvPr/>
          </p:nvSpPr>
          <p:spPr>
            <a:xfrm>
              <a:off x="3222982" y="1035595"/>
              <a:ext cx="12166" cy="12151"/>
            </a:xfrm>
            <a:custGeom>
              <a:avLst/>
              <a:gdLst/>
              <a:ahLst/>
              <a:cxnLst/>
              <a:rect l="l" t="t" r="r" b="b"/>
              <a:pathLst>
                <a:path w="12166" h="12151" extrusionOk="0">
                  <a:moveTo>
                    <a:pt x="11586" y="8669"/>
                  </a:moveTo>
                  <a:cubicBezTo>
                    <a:pt x="10158" y="11693"/>
                    <a:pt x="6556" y="12985"/>
                    <a:pt x="3498" y="11591"/>
                  </a:cubicBezTo>
                  <a:cubicBezTo>
                    <a:pt x="473" y="10164"/>
                    <a:pt x="-852" y="6528"/>
                    <a:pt x="575" y="3503"/>
                  </a:cubicBezTo>
                  <a:cubicBezTo>
                    <a:pt x="2002" y="445"/>
                    <a:pt x="5639" y="-847"/>
                    <a:pt x="8663" y="581"/>
                  </a:cubicBezTo>
                  <a:cubicBezTo>
                    <a:pt x="11722" y="2008"/>
                    <a:pt x="13013" y="5644"/>
                    <a:pt x="11586" y="86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417" name="Google Shape;1386;p30">
            <a:extLst>
              <a:ext uri="{FF2B5EF4-FFF2-40B4-BE49-F238E27FC236}">
                <a16:creationId xmlns:a16="http://schemas.microsoft.com/office/drawing/2014/main" id="{E7577259-81B2-7CFC-A91E-DA40E34527A6}"/>
              </a:ext>
            </a:extLst>
          </p:cNvPr>
          <p:cNvGrpSpPr/>
          <p:nvPr/>
        </p:nvGrpSpPr>
        <p:grpSpPr>
          <a:xfrm>
            <a:off x="417109" y="-76097"/>
            <a:ext cx="1392653" cy="3806820"/>
            <a:chOff x="7569444" y="2914051"/>
            <a:chExt cx="456473" cy="1247769"/>
          </a:xfrm>
        </p:grpSpPr>
        <p:sp>
          <p:nvSpPr>
            <p:cNvPr id="1418" name="Google Shape;1387;p30">
              <a:extLst>
                <a:ext uri="{FF2B5EF4-FFF2-40B4-BE49-F238E27FC236}">
                  <a16:creationId xmlns:a16="http://schemas.microsoft.com/office/drawing/2014/main" id="{EAC1CCF2-4EDF-B9BA-5B74-8A7531D3D05D}"/>
                </a:ext>
              </a:extLst>
            </p:cNvPr>
            <p:cNvSpPr/>
            <p:nvPr/>
          </p:nvSpPr>
          <p:spPr>
            <a:xfrm>
              <a:off x="7774605" y="2946357"/>
              <a:ext cx="43737" cy="824553"/>
            </a:xfrm>
            <a:custGeom>
              <a:avLst/>
              <a:gdLst/>
              <a:ahLst/>
              <a:cxnLst/>
              <a:rect l="l" t="t" r="r" b="b"/>
              <a:pathLst>
                <a:path w="43737" h="349017" extrusionOk="0">
                  <a:moveTo>
                    <a:pt x="0" y="0"/>
                  </a:moveTo>
                  <a:lnTo>
                    <a:pt x="43738" y="0"/>
                  </a:lnTo>
                  <a:lnTo>
                    <a:pt x="43738" y="349017"/>
                  </a:lnTo>
                  <a:lnTo>
                    <a:pt x="0" y="34901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9" name="Google Shape;1388;p30">
              <a:extLst>
                <a:ext uri="{FF2B5EF4-FFF2-40B4-BE49-F238E27FC236}">
                  <a16:creationId xmlns:a16="http://schemas.microsoft.com/office/drawing/2014/main" id="{21BD8AC9-0286-1B4E-8FF8-1B5567D6CEF0}"/>
                </a:ext>
              </a:extLst>
            </p:cNvPr>
            <p:cNvSpPr/>
            <p:nvPr/>
          </p:nvSpPr>
          <p:spPr>
            <a:xfrm>
              <a:off x="7705754" y="2914051"/>
              <a:ext cx="181440" cy="72386"/>
            </a:xfrm>
            <a:custGeom>
              <a:avLst/>
              <a:gdLst/>
              <a:ahLst/>
              <a:cxnLst/>
              <a:rect l="l" t="t" r="r" b="b"/>
              <a:pathLst>
                <a:path w="181440" h="72386" extrusionOk="0">
                  <a:moveTo>
                    <a:pt x="36193" y="0"/>
                  </a:moveTo>
                  <a:lnTo>
                    <a:pt x="145248" y="0"/>
                  </a:lnTo>
                  <a:cubicBezTo>
                    <a:pt x="165162" y="0"/>
                    <a:pt x="181441" y="16278"/>
                    <a:pt x="181441" y="36193"/>
                  </a:cubicBezTo>
                  <a:lnTo>
                    <a:pt x="181441" y="36193"/>
                  </a:lnTo>
                  <a:cubicBezTo>
                    <a:pt x="181441" y="56108"/>
                    <a:pt x="165162" y="72386"/>
                    <a:pt x="145248" y="72386"/>
                  </a:cubicBezTo>
                  <a:lnTo>
                    <a:pt x="36193" y="72386"/>
                  </a:lnTo>
                  <a:cubicBezTo>
                    <a:pt x="16279" y="72386"/>
                    <a:pt x="0" y="56108"/>
                    <a:pt x="0" y="36193"/>
                  </a:cubicBezTo>
                  <a:lnTo>
                    <a:pt x="0" y="36193"/>
                  </a:lnTo>
                  <a:cubicBezTo>
                    <a:pt x="0" y="16278"/>
                    <a:pt x="16279" y="0"/>
                    <a:pt x="36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0" name="Google Shape;1389;p30">
              <a:extLst>
                <a:ext uri="{FF2B5EF4-FFF2-40B4-BE49-F238E27FC236}">
                  <a16:creationId xmlns:a16="http://schemas.microsoft.com/office/drawing/2014/main" id="{1CC79C93-168A-8D40-44B0-FEB5EF0C567C}"/>
                </a:ext>
              </a:extLst>
            </p:cNvPr>
            <p:cNvSpPr/>
            <p:nvPr/>
          </p:nvSpPr>
          <p:spPr>
            <a:xfrm>
              <a:off x="7735761" y="3795302"/>
              <a:ext cx="122717" cy="69735"/>
            </a:xfrm>
            <a:custGeom>
              <a:avLst/>
              <a:gdLst/>
              <a:ahLst/>
              <a:cxnLst/>
              <a:rect l="l" t="t" r="r" b="b"/>
              <a:pathLst>
                <a:path w="122717" h="69735" extrusionOk="0">
                  <a:moveTo>
                    <a:pt x="0" y="69736"/>
                  </a:moveTo>
                  <a:lnTo>
                    <a:pt x="122717" y="69736"/>
                  </a:lnTo>
                  <a:lnTo>
                    <a:pt x="122717" y="9924"/>
                  </a:lnTo>
                  <a:cubicBezTo>
                    <a:pt x="122717" y="4452"/>
                    <a:pt x="118231" y="0"/>
                    <a:pt x="112794" y="0"/>
                  </a:cubicBezTo>
                  <a:lnTo>
                    <a:pt x="9924" y="0"/>
                  </a:lnTo>
                  <a:cubicBezTo>
                    <a:pt x="4452" y="0"/>
                    <a:pt x="0" y="4486"/>
                    <a:pt x="0" y="9924"/>
                  </a:cubicBezTo>
                  <a:lnTo>
                    <a:pt x="0" y="697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1" name="Google Shape;1390;p30">
              <a:extLst>
                <a:ext uri="{FF2B5EF4-FFF2-40B4-BE49-F238E27FC236}">
                  <a16:creationId xmlns:a16="http://schemas.microsoft.com/office/drawing/2014/main" id="{1B1D7B76-25B4-E9D8-0643-815DA9726370}"/>
                </a:ext>
              </a:extLst>
            </p:cNvPr>
            <p:cNvSpPr/>
            <p:nvPr/>
          </p:nvSpPr>
          <p:spPr>
            <a:xfrm>
              <a:off x="7735897" y="3795268"/>
              <a:ext cx="122444" cy="8292"/>
            </a:xfrm>
            <a:custGeom>
              <a:avLst/>
              <a:gdLst/>
              <a:ahLst/>
              <a:cxnLst/>
              <a:rect l="l" t="t" r="r" b="b"/>
              <a:pathLst>
                <a:path w="122444" h="8292" extrusionOk="0">
                  <a:moveTo>
                    <a:pt x="122445" y="8292"/>
                  </a:moveTo>
                  <a:cubicBezTo>
                    <a:pt x="121663" y="3603"/>
                    <a:pt x="117551" y="0"/>
                    <a:pt x="112658" y="0"/>
                  </a:cubicBezTo>
                  <a:lnTo>
                    <a:pt x="9788" y="0"/>
                  </a:lnTo>
                  <a:cubicBezTo>
                    <a:pt x="4894" y="0"/>
                    <a:pt x="782" y="3603"/>
                    <a:pt x="0" y="8292"/>
                  </a:cubicBezTo>
                  <a:lnTo>
                    <a:pt x="122445" y="82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2" name="Google Shape;1391;p30">
              <a:extLst>
                <a:ext uri="{FF2B5EF4-FFF2-40B4-BE49-F238E27FC236}">
                  <a16:creationId xmlns:a16="http://schemas.microsoft.com/office/drawing/2014/main" id="{9BF71B09-EA7C-9A90-B282-4EF97527D639}"/>
                </a:ext>
              </a:extLst>
            </p:cNvPr>
            <p:cNvSpPr/>
            <p:nvPr/>
          </p:nvSpPr>
          <p:spPr>
            <a:xfrm>
              <a:off x="7761249" y="3757172"/>
              <a:ext cx="71740" cy="39727"/>
            </a:xfrm>
            <a:custGeom>
              <a:avLst/>
              <a:gdLst/>
              <a:ahLst/>
              <a:cxnLst/>
              <a:rect l="l" t="t" r="r" b="b"/>
              <a:pathLst>
                <a:path w="71740" h="39727" extrusionOk="0">
                  <a:moveTo>
                    <a:pt x="0" y="39727"/>
                  </a:moveTo>
                  <a:lnTo>
                    <a:pt x="71741" y="39727"/>
                  </a:lnTo>
                  <a:lnTo>
                    <a:pt x="71741" y="9923"/>
                  </a:lnTo>
                  <a:cubicBezTo>
                    <a:pt x="71741" y="4452"/>
                    <a:pt x="67289" y="0"/>
                    <a:pt x="61818" y="0"/>
                  </a:cubicBezTo>
                  <a:lnTo>
                    <a:pt x="9958" y="0"/>
                  </a:lnTo>
                  <a:cubicBezTo>
                    <a:pt x="4486" y="0"/>
                    <a:pt x="34" y="4452"/>
                    <a:pt x="34" y="9923"/>
                  </a:cubicBezTo>
                  <a:lnTo>
                    <a:pt x="34" y="397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3" name="Google Shape;1392;p30">
              <a:extLst>
                <a:ext uri="{FF2B5EF4-FFF2-40B4-BE49-F238E27FC236}">
                  <a16:creationId xmlns:a16="http://schemas.microsoft.com/office/drawing/2014/main" id="{5D1C7BF7-7C90-6496-C79A-D04F8D78701C}"/>
                </a:ext>
              </a:extLst>
            </p:cNvPr>
            <p:cNvSpPr/>
            <p:nvPr/>
          </p:nvSpPr>
          <p:spPr>
            <a:xfrm>
              <a:off x="7761556" y="3757138"/>
              <a:ext cx="71196" cy="7646"/>
            </a:xfrm>
            <a:custGeom>
              <a:avLst/>
              <a:gdLst/>
              <a:ahLst/>
              <a:cxnLst/>
              <a:rect l="l" t="t" r="r" b="b"/>
              <a:pathLst>
                <a:path w="71196" h="7646" extrusionOk="0">
                  <a:moveTo>
                    <a:pt x="71163" y="7646"/>
                  </a:moveTo>
                  <a:cubicBezTo>
                    <a:pt x="70110" y="3262"/>
                    <a:pt x="66167" y="0"/>
                    <a:pt x="61512" y="0"/>
                  </a:cubicBezTo>
                  <a:lnTo>
                    <a:pt x="9652" y="0"/>
                  </a:lnTo>
                  <a:cubicBezTo>
                    <a:pt x="4996" y="0"/>
                    <a:pt x="1020" y="3262"/>
                    <a:pt x="0" y="7646"/>
                  </a:cubicBezTo>
                  <a:lnTo>
                    <a:pt x="71197" y="76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4" name="Google Shape;1393;p30">
              <a:extLst>
                <a:ext uri="{FF2B5EF4-FFF2-40B4-BE49-F238E27FC236}">
                  <a16:creationId xmlns:a16="http://schemas.microsoft.com/office/drawing/2014/main" id="{5661013D-E2EE-7330-AB3F-824EBAD33906}"/>
                </a:ext>
              </a:extLst>
            </p:cNvPr>
            <p:cNvSpPr/>
            <p:nvPr/>
          </p:nvSpPr>
          <p:spPr>
            <a:xfrm>
              <a:off x="7578755" y="3861231"/>
              <a:ext cx="171280" cy="178790"/>
            </a:xfrm>
            <a:custGeom>
              <a:avLst/>
              <a:gdLst/>
              <a:ahLst/>
              <a:cxnLst/>
              <a:rect l="l" t="t" r="r" b="b"/>
              <a:pathLst>
                <a:path w="171280" h="178790" extrusionOk="0">
                  <a:moveTo>
                    <a:pt x="112216" y="0"/>
                  </a:moveTo>
                  <a:lnTo>
                    <a:pt x="171281" y="54850"/>
                  </a:lnTo>
                  <a:lnTo>
                    <a:pt x="28750" y="178791"/>
                  </a:lnTo>
                  <a:lnTo>
                    <a:pt x="0" y="152079"/>
                  </a:lnTo>
                  <a:lnTo>
                    <a:pt x="112250" y="0"/>
                  </a:lnTo>
                  <a:lnTo>
                    <a:pt x="112250" y="0"/>
                  </a:lnTo>
                  <a:close/>
                  <a:moveTo>
                    <a:pt x="108410" y="63312"/>
                  </a:moveTo>
                  <a:cubicBezTo>
                    <a:pt x="105419" y="60458"/>
                    <a:pt x="100593" y="60594"/>
                    <a:pt x="97738" y="63584"/>
                  </a:cubicBezTo>
                  <a:lnTo>
                    <a:pt x="51996" y="111910"/>
                  </a:lnTo>
                  <a:cubicBezTo>
                    <a:pt x="49141" y="114900"/>
                    <a:pt x="49277" y="119726"/>
                    <a:pt x="52302" y="122581"/>
                  </a:cubicBezTo>
                  <a:lnTo>
                    <a:pt x="52302" y="122581"/>
                  </a:lnTo>
                  <a:cubicBezTo>
                    <a:pt x="55326" y="125436"/>
                    <a:pt x="60119" y="125300"/>
                    <a:pt x="62973" y="122309"/>
                  </a:cubicBezTo>
                  <a:lnTo>
                    <a:pt x="108715" y="73984"/>
                  </a:lnTo>
                  <a:cubicBezTo>
                    <a:pt x="111570" y="70959"/>
                    <a:pt x="111434" y="66167"/>
                    <a:pt x="108444" y="63312"/>
                  </a:cubicBezTo>
                  <a:lnTo>
                    <a:pt x="108444" y="633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5" name="Google Shape;1394;p30">
              <a:extLst>
                <a:ext uri="{FF2B5EF4-FFF2-40B4-BE49-F238E27FC236}">
                  <a16:creationId xmlns:a16="http://schemas.microsoft.com/office/drawing/2014/main" id="{323B54B6-ED98-A01A-5757-3A498596E6D2}"/>
                </a:ext>
              </a:extLst>
            </p:cNvPr>
            <p:cNvSpPr/>
            <p:nvPr/>
          </p:nvSpPr>
          <p:spPr>
            <a:xfrm>
              <a:off x="7845327" y="3860042"/>
              <a:ext cx="171279" cy="178824"/>
            </a:xfrm>
            <a:custGeom>
              <a:avLst/>
              <a:gdLst/>
              <a:ahLst/>
              <a:cxnLst/>
              <a:rect l="l" t="t" r="r" b="b"/>
              <a:pathLst>
                <a:path w="171279" h="178824" extrusionOk="0">
                  <a:moveTo>
                    <a:pt x="59064" y="0"/>
                  </a:moveTo>
                  <a:lnTo>
                    <a:pt x="0" y="54850"/>
                  </a:lnTo>
                  <a:lnTo>
                    <a:pt x="142529" y="178825"/>
                  </a:lnTo>
                  <a:lnTo>
                    <a:pt x="171280" y="152113"/>
                  </a:lnTo>
                  <a:lnTo>
                    <a:pt x="59030" y="34"/>
                  </a:lnTo>
                  <a:lnTo>
                    <a:pt x="59030" y="34"/>
                  </a:lnTo>
                  <a:close/>
                  <a:moveTo>
                    <a:pt x="62871" y="63312"/>
                  </a:moveTo>
                  <a:cubicBezTo>
                    <a:pt x="65895" y="60458"/>
                    <a:pt x="70686" y="60594"/>
                    <a:pt x="73541" y="63584"/>
                  </a:cubicBezTo>
                  <a:lnTo>
                    <a:pt x="119284" y="111910"/>
                  </a:lnTo>
                  <a:cubicBezTo>
                    <a:pt x="122139" y="114934"/>
                    <a:pt x="122003" y="119726"/>
                    <a:pt x="119012" y="122581"/>
                  </a:cubicBezTo>
                  <a:lnTo>
                    <a:pt x="119012" y="122581"/>
                  </a:lnTo>
                  <a:cubicBezTo>
                    <a:pt x="115987" y="125435"/>
                    <a:pt x="111196" y="125300"/>
                    <a:pt x="108341" y="122309"/>
                  </a:cubicBezTo>
                  <a:lnTo>
                    <a:pt x="62599" y="73983"/>
                  </a:lnTo>
                  <a:cubicBezTo>
                    <a:pt x="59744" y="70959"/>
                    <a:pt x="59880" y="66167"/>
                    <a:pt x="62904" y="63312"/>
                  </a:cubicBezTo>
                  <a:lnTo>
                    <a:pt x="62904" y="633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6" name="Google Shape;1395;p30">
              <a:extLst>
                <a:ext uri="{FF2B5EF4-FFF2-40B4-BE49-F238E27FC236}">
                  <a16:creationId xmlns:a16="http://schemas.microsoft.com/office/drawing/2014/main" id="{0EA21E06-F44A-DE70-042F-410EEF1F6CA2}"/>
                </a:ext>
              </a:extLst>
            </p:cNvPr>
            <p:cNvSpPr/>
            <p:nvPr/>
          </p:nvSpPr>
          <p:spPr>
            <a:xfrm>
              <a:off x="7679538" y="3848961"/>
              <a:ext cx="80741" cy="80717"/>
            </a:xfrm>
            <a:custGeom>
              <a:avLst/>
              <a:gdLst/>
              <a:ahLst/>
              <a:cxnLst/>
              <a:rect l="l" t="t" r="r" b="b"/>
              <a:pathLst>
                <a:path w="80741" h="80717" extrusionOk="0">
                  <a:moveTo>
                    <a:pt x="12928" y="69942"/>
                  </a:moveTo>
                  <a:cubicBezTo>
                    <a:pt x="29241" y="85099"/>
                    <a:pt x="54797" y="84147"/>
                    <a:pt x="69953" y="67835"/>
                  </a:cubicBezTo>
                  <a:cubicBezTo>
                    <a:pt x="85110" y="51488"/>
                    <a:pt x="84193" y="25966"/>
                    <a:pt x="67847" y="10775"/>
                  </a:cubicBezTo>
                  <a:cubicBezTo>
                    <a:pt x="51534" y="-4382"/>
                    <a:pt x="25978" y="-3430"/>
                    <a:pt x="10787" y="12882"/>
                  </a:cubicBezTo>
                  <a:cubicBezTo>
                    <a:pt x="-4369" y="29229"/>
                    <a:pt x="-3452" y="54751"/>
                    <a:pt x="12894" y="6994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7" name="Google Shape;1396;p30">
              <a:extLst>
                <a:ext uri="{FF2B5EF4-FFF2-40B4-BE49-F238E27FC236}">
                  <a16:creationId xmlns:a16="http://schemas.microsoft.com/office/drawing/2014/main" id="{4F7E75B2-4024-C283-8AF5-17BC8F113AE9}"/>
                </a:ext>
              </a:extLst>
            </p:cNvPr>
            <p:cNvSpPr/>
            <p:nvPr/>
          </p:nvSpPr>
          <p:spPr>
            <a:xfrm>
              <a:off x="7835027" y="3847805"/>
              <a:ext cx="80683" cy="80683"/>
            </a:xfrm>
            <a:custGeom>
              <a:avLst/>
              <a:gdLst/>
              <a:ahLst/>
              <a:cxnLst/>
              <a:rect l="l" t="t" r="r" b="b"/>
              <a:pathLst>
                <a:path w="80683" h="80683" extrusionOk="0">
                  <a:moveTo>
                    <a:pt x="67835" y="69908"/>
                  </a:moveTo>
                  <a:cubicBezTo>
                    <a:pt x="51488" y="85065"/>
                    <a:pt x="25966" y="84113"/>
                    <a:pt x="10775" y="67801"/>
                  </a:cubicBezTo>
                  <a:cubicBezTo>
                    <a:pt x="-4382" y="51488"/>
                    <a:pt x="-3430" y="25932"/>
                    <a:pt x="12882" y="10775"/>
                  </a:cubicBezTo>
                  <a:cubicBezTo>
                    <a:pt x="29194" y="-4381"/>
                    <a:pt x="54751" y="-3430"/>
                    <a:pt x="69907" y="12882"/>
                  </a:cubicBezTo>
                  <a:cubicBezTo>
                    <a:pt x="85065" y="29229"/>
                    <a:pt x="84113" y="54751"/>
                    <a:pt x="67801" y="6994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8" name="Google Shape;1397;p30">
              <a:extLst>
                <a:ext uri="{FF2B5EF4-FFF2-40B4-BE49-F238E27FC236}">
                  <a16:creationId xmlns:a16="http://schemas.microsoft.com/office/drawing/2014/main" id="{E6A1530B-4E3B-FADD-D0BE-EF952975B0D3}"/>
                </a:ext>
              </a:extLst>
            </p:cNvPr>
            <p:cNvSpPr/>
            <p:nvPr/>
          </p:nvSpPr>
          <p:spPr>
            <a:xfrm>
              <a:off x="7577226" y="3998731"/>
              <a:ext cx="139844" cy="148884"/>
            </a:xfrm>
            <a:custGeom>
              <a:avLst/>
              <a:gdLst/>
              <a:ahLst/>
              <a:cxnLst/>
              <a:rect l="l" t="t" r="r" b="b"/>
              <a:pathLst>
                <a:path w="139844" h="148884" extrusionOk="0">
                  <a:moveTo>
                    <a:pt x="0" y="43874"/>
                  </a:moveTo>
                  <a:lnTo>
                    <a:pt x="50025" y="0"/>
                  </a:lnTo>
                  <a:lnTo>
                    <a:pt x="139844" y="127509"/>
                  </a:lnTo>
                  <a:lnTo>
                    <a:pt x="115478" y="148885"/>
                  </a:lnTo>
                  <a:lnTo>
                    <a:pt x="0" y="43874"/>
                  </a:lnTo>
                  <a:lnTo>
                    <a:pt x="0" y="43874"/>
                  </a:lnTo>
                  <a:close/>
                  <a:moveTo>
                    <a:pt x="94917" y="101884"/>
                  </a:moveTo>
                  <a:lnTo>
                    <a:pt x="94917" y="101884"/>
                  </a:lnTo>
                  <a:cubicBezTo>
                    <a:pt x="97500" y="99709"/>
                    <a:pt x="97772" y="95802"/>
                    <a:pt x="95564" y="93253"/>
                  </a:cubicBezTo>
                  <a:lnTo>
                    <a:pt x="60322" y="52234"/>
                  </a:lnTo>
                  <a:cubicBezTo>
                    <a:pt x="58113" y="49685"/>
                    <a:pt x="54239" y="49379"/>
                    <a:pt x="51656" y="51588"/>
                  </a:cubicBezTo>
                  <a:lnTo>
                    <a:pt x="51656" y="51588"/>
                  </a:lnTo>
                  <a:cubicBezTo>
                    <a:pt x="49107" y="53797"/>
                    <a:pt x="48802" y="57671"/>
                    <a:pt x="51010" y="60220"/>
                  </a:cubicBezTo>
                  <a:lnTo>
                    <a:pt x="86252" y="101239"/>
                  </a:lnTo>
                  <a:cubicBezTo>
                    <a:pt x="88427" y="103788"/>
                    <a:pt x="92335" y="104093"/>
                    <a:pt x="94883" y="1018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9" name="Google Shape;1398;p30">
              <a:extLst>
                <a:ext uri="{FF2B5EF4-FFF2-40B4-BE49-F238E27FC236}">
                  <a16:creationId xmlns:a16="http://schemas.microsoft.com/office/drawing/2014/main" id="{8B925BBB-6B79-ACF9-82E3-0542D6E2F5FA}"/>
                </a:ext>
              </a:extLst>
            </p:cNvPr>
            <p:cNvSpPr/>
            <p:nvPr/>
          </p:nvSpPr>
          <p:spPr>
            <a:xfrm>
              <a:off x="7878257" y="3997576"/>
              <a:ext cx="139844" cy="148884"/>
            </a:xfrm>
            <a:custGeom>
              <a:avLst/>
              <a:gdLst/>
              <a:ahLst/>
              <a:cxnLst/>
              <a:rect l="l" t="t" r="r" b="b"/>
              <a:pathLst>
                <a:path w="139844" h="148884" extrusionOk="0">
                  <a:moveTo>
                    <a:pt x="139844" y="43874"/>
                  </a:moveTo>
                  <a:lnTo>
                    <a:pt x="89820" y="0"/>
                  </a:lnTo>
                  <a:lnTo>
                    <a:pt x="0" y="127509"/>
                  </a:lnTo>
                  <a:lnTo>
                    <a:pt x="24366" y="148884"/>
                  </a:lnTo>
                  <a:lnTo>
                    <a:pt x="139844" y="43874"/>
                  </a:lnTo>
                  <a:lnTo>
                    <a:pt x="139844" y="43874"/>
                  </a:lnTo>
                  <a:close/>
                  <a:moveTo>
                    <a:pt x="44927" y="101884"/>
                  </a:moveTo>
                  <a:lnTo>
                    <a:pt x="44927" y="101884"/>
                  </a:lnTo>
                  <a:cubicBezTo>
                    <a:pt x="42378" y="99709"/>
                    <a:pt x="42072" y="95801"/>
                    <a:pt x="44281" y="93252"/>
                  </a:cubicBezTo>
                  <a:lnTo>
                    <a:pt x="79523" y="52268"/>
                  </a:lnTo>
                  <a:cubicBezTo>
                    <a:pt x="81732" y="49685"/>
                    <a:pt x="85606" y="49413"/>
                    <a:pt x="88155" y="51622"/>
                  </a:cubicBezTo>
                  <a:lnTo>
                    <a:pt x="88155" y="51622"/>
                  </a:lnTo>
                  <a:cubicBezTo>
                    <a:pt x="90703" y="53831"/>
                    <a:pt x="91010" y="57705"/>
                    <a:pt x="88800" y="60254"/>
                  </a:cubicBezTo>
                  <a:lnTo>
                    <a:pt x="53559" y="101273"/>
                  </a:lnTo>
                  <a:cubicBezTo>
                    <a:pt x="51350" y="103821"/>
                    <a:pt x="47476" y="104127"/>
                    <a:pt x="44893" y="1019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0" name="Google Shape;1399;p30">
              <a:extLst>
                <a:ext uri="{FF2B5EF4-FFF2-40B4-BE49-F238E27FC236}">
                  <a16:creationId xmlns:a16="http://schemas.microsoft.com/office/drawing/2014/main" id="{1A277B30-FA88-887C-6B63-18883B8F953F}"/>
                </a:ext>
              </a:extLst>
            </p:cNvPr>
            <p:cNvSpPr/>
            <p:nvPr/>
          </p:nvSpPr>
          <p:spPr>
            <a:xfrm>
              <a:off x="7569444" y="3987823"/>
              <a:ext cx="66646" cy="66675"/>
            </a:xfrm>
            <a:custGeom>
              <a:avLst/>
              <a:gdLst/>
              <a:ahLst/>
              <a:cxnLst/>
              <a:rect l="l" t="t" r="r" b="b"/>
              <a:pathLst>
                <a:path w="66646" h="66675" extrusionOk="0">
                  <a:moveTo>
                    <a:pt x="55291" y="58384"/>
                  </a:moveTo>
                  <a:cubicBezTo>
                    <a:pt x="69123" y="46252"/>
                    <a:pt x="70516" y="25182"/>
                    <a:pt x="58384" y="11350"/>
                  </a:cubicBezTo>
                  <a:cubicBezTo>
                    <a:pt x="46252" y="-2482"/>
                    <a:pt x="25182" y="-3875"/>
                    <a:pt x="11350" y="8291"/>
                  </a:cubicBezTo>
                  <a:cubicBezTo>
                    <a:pt x="-2482" y="20424"/>
                    <a:pt x="-3875" y="41494"/>
                    <a:pt x="8291" y="55325"/>
                  </a:cubicBezTo>
                  <a:cubicBezTo>
                    <a:pt x="20424" y="69157"/>
                    <a:pt x="41494" y="70550"/>
                    <a:pt x="55325" y="583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1" name="Google Shape;1400;p30">
              <a:extLst>
                <a:ext uri="{FF2B5EF4-FFF2-40B4-BE49-F238E27FC236}">
                  <a16:creationId xmlns:a16="http://schemas.microsoft.com/office/drawing/2014/main" id="{C71B6761-0025-9524-E79B-2F6197B6AD77}"/>
                </a:ext>
              </a:extLst>
            </p:cNvPr>
            <p:cNvSpPr/>
            <p:nvPr/>
          </p:nvSpPr>
          <p:spPr>
            <a:xfrm>
              <a:off x="7959242" y="3986668"/>
              <a:ext cx="66675" cy="66680"/>
            </a:xfrm>
            <a:custGeom>
              <a:avLst/>
              <a:gdLst/>
              <a:ahLst/>
              <a:cxnLst/>
              <a:rect l="l" t="t" r="r" b="b"/>
              <a:pathLst>
                <a:path w="66675" h="66680" extrusionOk="0">
                  <a:moveTo>
                    <a:pt x="55325" y="58384"/>
                  </a:moveTo>
                  <a:cubicBezTo>
                    <a:pt x="69157" y="46252"/>
                    <a:pt x="70550" y="25181"/>
                    <a:pt x="58384" y="11350"/>
                  </a:cubicBezTo>
                  <a:cubicBezTo>
                    <a:pt x="46252" y="-2482"/>
                    <a:pt x="25182" y="-3875"/>
                    <a:pt x="11350" y="8291"/>
                  </a:cubicBezTo>
                  <a:cubicBezTo>
                    <a:pt x="-2482" y="20423"/>
                    <a:pt x="-3875" y="41494"/>
                    <a:pt x="8292" y="55325"/>
                  </a:cubicBezTo>
                  <a:cubicBezTo>
                    <a:pt x="20423" y="69157"/>
                    <a:pt x="41494" y="70550"/>
                    <a:pt x="55325" y="584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2" name="Google Shape;1401;p30">
              <a:extLst>
                <a:ext uri="{FF2B5EF4-FFF2-40B4-BE49-F238E27FC236}">
                  <a16:creationId xmlns:a16="http://schemas.microsoft.com/office/drawing/2014/main" id="{CE0EF337-992F-792C-4658-2D1E1E5D4C8C}"/>
                </a:ext>
              </a:extLst>
            </p:cNvPr>
            <p:cNvSpPr/>
            <p:nvPr/>
          </p:nvSpPr>
          <p:spPr>
            <a:xfrm>
              <a:off x="7693791" y="3864562"/>
              <a:ext cx="206598" cy="49514"/>
            </a:xfrm>
            <a:custGeom>
              <a:avLst/>
              <a:gdLst/>
              <a:ahLst/>
              <a:cxnLst/>
              <a:rect l="l" t="t" r="r" b="b"/>
              <a:pathLst>
                <a:path w="206598" h="49514" extrusionOk="0">
                  <a:moveTo>
                    <a:pt x="22939" y="0"/>
                  </a:moveTo>
                  <a:lnTo>
                    <a:pt x="183684" y="0"/>
                  </a:lnTo>
                  <a:cubicBezTo>
                    <a:pt x="214236" y="0"/>
                    <a:pt x="214236" y="49515"/>
                    <a:pt x="183684" y="49515"/>
                  </a:cubicBezTo>
                  <a:lnTo>
                    <a:pt x="22939" y="49515"/>
                  </a:lnTo>
                  <a:cubicBezTo>
                    <a:pt x="-7646" y="49515"/>
                    <a:pt x="-7646" y="0"/>
                    <a:pt x="229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3" name="Google Shape;1402;p30">
              <a:extLst>
                <a:ext uri="{FF2B5EF4-FFF2-40B4-BE49-F238E27FC236}">
                  <a16:creationId xmlns:a16="http://schemas.microsoft.com/office/drawing/2014/main" id="{3A9F322C-A757-28DD-0472-41274C2BD128}"/>
                </a:ext>
              </a:extLst>
            </p:cNvPr>
            <p:cNvSpPr/>
            <p:nvPr/>
          </p:nvSpPr>
          <p:spPr>
            <a:xfrm>
              <a:off x="7696544" y="4116996"/>
              <a:ext cx="77585" cy="32556"/>
            </a:xfrm>
            <a:custGeom>
              <a:avLst/>
              <a:gdLst/>
              <a:ahLst/>
              <a:cxnLst/>
              <a:rect l="l" t="t" r="r" b="b"/>
              <a:pathLst>
                <a:path w="77585" h="32556" extrusionOk="0">
                  <a:moveTo>
                    <a:pt x="0" y="32557"/>
                  </a:moveTo>
                  <a:lnTo>
                    <a:pt x="2447" y="0"/>
                  </a:lnTo>
                  <a:lnTo>
                    <a:pt x="77585" y="20526"/>
                  </a:lnTo>
                  <a:lnTo>
                    <a:pt x="77314" y="24468"/>
                  </a:lnTo>
                  <a:lnTo>
                    <a:pt x="0" y="3255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4" name="Google Shape;1403;p30">
              <a:extLst>
                <a:ext uri="{FF2B5EF4-FFF2-40B4-BE49-F238E27FC236}">
                  <a16:creationId xmlns:a16="http://schemas.microsoft.com/office/drawing/2014/main" id="{03654FA8-809D-B6AD-1B43-18D6DF005E37}"/>
                </a:ext>
              </a:extLst>
            </p:cNvPr>
            <p:cNvSpPr/>
            <p:nvPr/>
          </p:nvSpPr>
          <p:spPr>
            <a:xfrm>
              <a:off x="7821198" y="4115840"/>
              <a:ext cx="77620" cy="32523"/>
            </a:xfrm>
            <a:custGeom>
              <a:avLst/>
              <a:gdLst/>
              <a:ahLst/>
              <a:cxnLst/>
              <a:rect l="l" t="t" r="r" b="b"/>
              <a:pathLst>
                <a:path w="77620" h="32523" extrusionOk="0">
                  <a:moveTo>
                    <a:pt x="77620" y="32523"/>
                  </a:moveTo>
                  <a:lnTo>
                    <a:pt x="75172" y="0"/>
                  </a:lnTo>
                  <a:lnTo>
                    <a:pt x="0" y="20493"/>
                  </a:lnTo>
                  <a:lnTo>
                    <a:pt x="306" y="24435"/>
                  </a:lnTo>
                  <a:lnTo>
                    <a:pt x="77620" y="3252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5" name="Google Shape;1404;p30">
              <a:extLst>
                <a:ext uri="{FF2B5EF4-FFF2-40B4-BE49-F238E27FC236}">
                  <a16:creationId xmlns:a16="http://schemas.microsoft.com/office/drawing/2014/main" id="{929EE42A-EFE1-E658-D7C1-E903F544D490}"/>
                </a:ext>
              </a:extLst>
            </p:cNvPr>
            <p:cNvSpPr/>
            <p:nvPr/>
          </p:nvSpPr>
          <p:spPr>
            <a:xfrm>
              <a:off x="7670017" y="4095145"/>
              <a:ext cx="66633" cy="66675"/>
            </a:xfrm>
            <a:custGeom>
              <a:avLst/>
              <a:gdLst/>
              <a:ahLst/>
              <a:cxnLst/>
              <a:rect l="l" t="t" r="r" b="b"/>
              <a:pathLst>
                <a:path w="66633" h="66675" extrusionOk="0">
                  <a:moveTo>
                    <a:pt x="55278" y="58384"/>
                  </a:moveTo>
                  <a:cubicBezTo>
                    <a:pt x="69110" y="46252"/>
                    <a:pt x="70503" y="25182"/>
                    <a:pt x="58370" y="11350"/>
                  </a:cubicBezTo>
                  <a:cubicBezTo>
                    <a:pt x="46238" y="-2482"/>
                    <a:pt x="25168" y="-3875"/>
                    <a:pt x="11337" y="8291"/>
                  </a:cubicBezTo>
                  <a:cubicBezTo>
                    <a:pt x="-2495" y="20424"/>
                    <a:pt x="-3855" y="41494"/>
                    <a:pt x="8278" y="55325"/>
                  </a:cubicBezTo>
                  <a:cubicBezTo>
                    <a:pt x="20410" y="69157"/>
                    <a:pt x="41480" y="70550"/>
                    <a:pt x="55278" y="583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6" name="Google Shape;1405;p30">
              <a:extLst>
                <a:ext uri="{FF2B5EF4-FFF2-40B4-BE49-F238E27FC236}">
                  <a16:creationId xmlns:a16="http://schemas.microsoft.com/office/drawing/2014/main" id="{6136545D-405D-09E5-319B-F647F56DF859}"/>
                </a:ext>
              </a:extLst>
            </p:cNvPr>
            <p:cNvSpPr/>
            <p:nvPr/>
          </p:nvSpPr>
          <p:spPr>
            <a:xfrm>
              <a:off x="7858678" y="4093955"/>
              <a:ext cx="66646" cy="66680"/>
            </a:xfrm>
            <a:custGeom>
              <a:avLst/>
              <a:gdLst/>
              <a:ahLst/>
              <a:cxnLst/>
              <a:rect l="l" t="t" r="r" b="b"/>
              <a:pathLst>
                <a:path w="66646" h="66680" extrusionOk="0">
                  <a:moveTo>
                    <a:pt x="11355" y="58384"/>
                  </a:moveTo>
                  <a:cubicBezTo>
                    <a:pt x="-2476" y="46252"/>
                    <a:pt x="-3870" y="25182"/>
                    <a:pt x="8263" y="11350"/>
                  </a:cubicBezTo>
                  <a:cubicBezTo>
                    <a:pt x="20395" y="-2482"/>
                    <a:pt x="41465" y="-3875"/>
                    <a:pt x="55297" y="8291"/>
                  </a:cubicBezTo>
                  <a:cubicBezTo>
                    <a:pt x="69128" y="20424"/>
                    <a:pt x="70522" y="41494"/>
                    <a:pt x="58355" y="55325"/>
                  </a:cubicBezTo>
                  <a:cubicBezTo>
                    <a:pt x="46223" y="69157"/>
                    <a:pt x="25153" y="70550"/>
                    <a:pt x="11321" y="584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7" name="Google Shape;1406;p30">
              <a:extLst>
                <a:ext uri="{FF2B5EF4-FFF2-40B4-BE49-F238E27FC236}">
                  <a16:creationId xmlns:a16="http://schemas.microsoft.com/office/drawing/2014/main" id="{B9127889-57AB-C182-D5EF-ECF4706BA165}"/>
                </a:ext>
              </a:extLst>
            </p:cNvPr>
            <p:cNvSpPr/>
            <p:nvPr/>
          </p:nvSpPr>
          <p:spPr>
            <a:xfrm>
              <a:off x="7582799" y="4001246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8" y="39897"/>
                  </a:moveTo>
                  <a:cubicBezTo>
                    <a:pt x="30959" y="39897"/>
                    <a:pt x="39897" y="30925"/>
                    <a:pt x="39897" y="19949"/>
                  </a:cubicBezTo>
                  <a:cubicBezTo>
                    <a:pt x="39897" y="8972"/>
                    <a:pt x="30925" y="0"/>
                    <a:pt x="19948" y="0"/>
                  </a:cubicBezTo>
                  <a:cubicBezTo>
                    <a:pt x="8971" y="0"/>
                    <a:pt x="0" y="8972"/>
                    <a:pt x="0" y="19949"/>
                  </a:cubicBezTo>
                  <a:cubicBezTo>
                    <a:pt x="0" y="30925"/>
                    <a:pt x="8971" y="39897"/>
                    <a:pt x="19948" y="398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8" name="Google Shape;1407;p30">
              <a:extLst>
                <a:ext uri="{FF2B5EF4-FFF2-40B4-BE49-F238E27FC236}">
                  <a16:creationId xmlns:a16="http://schemas.microsoft.com/office/drawing/2014/main" id="{A13A8001-5E20-C998-4CAA-ABF231B8E087}"/>
                </a:ext>
              </a:extLst>
            </p:cNvPr>
            <p:cNvSpPr/>
            <p:nvPr/>
          </p:nvSpPr>
          <p:spPr>
            <a:xfrm>
              <a:off x="7972631" y="4000056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8" y="39897"/>
                  </a:moveTo>
                  <a:cubicBezTo>
                    <a:pt x="30959" y="39897"/>
                    <a:pt x="39897" y="30925"/>
                    <a:pt x="39897" y="19949"/>
                  </a:cubicBezTo>
                  <a:cubicBezTo>
                    <a:pt x="39897" y="8972"/>
                    <a:pt x="30925" y="0"/>
                    <a:pt x="19948" y="0"/>
                  </a:cubicBezTo>
                  <a:cubicBezTo>
                    <a:pt x="8971" y="0"/>
                    <a:pt x="0" y="8972"/>
                    <a:pt x="0" y="19949"/>
                  </a:cubicBezTo>
                  <a:cubicBezTo>
                    <a:pt x="0" y="30925"/>
                    <a:pt x="8971" y="39897"/>
                    <a:pt x="19948" y="398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9" name="Google Shape;1408;p30">
              <a:extLst>
                <a:ext uri="{FF2B5EF4-FFF2-40B4-BE49-F238E27FC236}">
                  <a16:creationId xmlns:a16="http://schemas.microsoft.com/office/drawing/2014/main" id="{7815844B-0DAF-2EE3-398F-ACD9331808E9}"/>
                </a:ext>
              </a:extLst>
            </p:cNvPr>
            <p:cNvSpPr/>
            <p:nvPr/>
          </p:nvSpPr>
          <p:spPr>
            <a:xfrm>
              <a:off x="7592212" y="4010625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7" y="21070"/>
                    <a:pt x="21071" y="16347"/>
                    <a:pt x="21071" y="10535"/>
                  </a:cubicBezTo>
                  <a:cubicBezTo>
                    <a:pt x="21071" y="4724"/>
                    <a:pt x="16347" y="0"/>
                    <a:pt x="10535" y="0"/>
                  </a:cubicBezTo>
                  <a:cubicBezTo>
                    <a:pt x="4724" y="0"/>
                    <a:pt x="0" y="4724"/>
                    <a:pt x="0" y="10535"/>
                  </a:cubicBezTo>
                  <a:cubicBezTo>
                    <a:pt x="0" y="16347"/>
                    <a:pt x="4724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0" name="Google Shape;1409;p30">
              <a:extLst>
                <a:ext uri="{FF2B5EF4-FFF2-40B4-BE49-F238E27FC236}">
                  <a16:creationId xmlns:a16="http://schemas.microsoft.com/office/drawing/2014/main" id="{B8EAD877-A64B-75F5-3C24-0DE94F1E0DAB}"/>
                </a:ext>
              </a:extLst>
            </p:cNvPr>
            <p:cNvSpPr/>
            <p:nvPr/>
          </p:nvSpPr>
          <p:spPr>
            <a:xfrm>
              <a:off x="7982045" y="4009470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6" y="21070"/>
                    <a:pt x="21070" y="16346"/>
                    <a:pt x="21070" y="10535"/>
                  </a:cubicBezTo>
                  <a:cubicBezTo>
                    <a:pt x="21070" y="4724"/>
                    <a:pt x="16346" y="0"/>
                    <a:pt x="10535" y="0"/>
                  </a:cubicBezTo>
                  <a:cubicBezTo>
                    <a:pt x="4723" y="0"/>
                    <a:pt x="0" y="4724"/>
                    <a:pt x="0" y="10535"/>
                  </a:cubicBezTo>
                  <a:cubicBezTo>
                    <a:pt x="0" y="16346"/>
                    <a:pt x="4723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1" name="Google Shape;1410;p30">
              <a:extLst>
                <a:ext uri="{FF2B5EF4-FFF2-40B4-BE49-F238E27FC236}">
                  <a16:creationId xmlns:a16="http://schemas.microsoft.com/office/drawing/2014/main" id="{CA2590BB-9A93-699F-D281-766694109385}"/>
                </a:ext>
              </a:extLst>
            </p:cNvPr>
            <p:cNvSpPr/>
            <p:nvPr/>
          </p:nvSpPr>
          <p:spPr>
            <a:xfrm>
              <a:off x="7683392" y="4108534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9" y="39897"/>
                  </a:moveTo>
                  <a:cubicBezTo>
                    <a:pt x="30926" y="39897"/>
                    <a:pt x="39897" y="30925"/>
                    <a:pt x="39897" y="19949"/>
                  </a:cubicBezTo>
                  <a:cubicBezTo>
                    <a:pt x="39897" y="8972"/>
                    <a:pt x="30926" y="0"/>
                    <a:pt x="19949" y="0"/>
                  </a:cubicBezTo>
                  <a:cubicBezTo>
                    <a:pt x="8972" y="0"/>
                    <a:pt x="0" y="8972"/>
                    <a:pt x="0" y="19949"/>
                  </a:cubicBezTo>
                  <a:cubicBezTo>
                    <a:pt x="0" y="30925"/>
                    <a:pt x="8972" y="39897"/>
                    <a:pt x="19949" y="398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2" name="Google Shape;1411;p30">
              <a:extLst>
                <a:ext uri="{FF2B5EF4-FFF2-40B4-BE49-F238E27FC236}">
                  <a16:creationId xmlns:a16="http://schemas.microsoft.com/office/drawing/2014/main" id="{1E49EB57-CA62-15ED-53A3-9AB4D089BA40}"/>
                </a:ext>
              </a:extLst>
            </p:cNvPr>
            <p:cNvSpPr/>
            <p:nvPr/>
          </p:nvSpPr>
          <p:spPr>
            <a:xfrm>
              <a:off x="7872072" y="4107344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9" y="39898"/>
                  </a:moveTo>
                  <a:cubicBezTo>
                    <a:pt x="30926" y="39898"/>
                    <a:pt x="39897" y="30926"/>
                    <a:pt x="39897" y="19949"/>
                  </a:cubicBezTo>
                  <a:cubicBezTo>
                    <a:pt x="39897" y="8972"/>
                    <a:pt x="30926" y="0"/>
                    <a:pt x="19949" y="0"/>
                  </a:cubicBezTo>
                  <a:cubicBezTo>
                    <a:pt x="8971" y="0"/>
                    <a:pt x="0" y="8972"/>
                    <a:pt x="0" y="19949"/>
                  </a:cubicBezTo>
                  <a:cubicBezTo>
                    <a:pt x="0" y="30926"/>
                    <a:pt x="8971" y="39898"/>
                    <a:pt x="19949" y="3989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3" name="Google Shape;1412;p30">
              <a:extLst>
                <a:ext uri="{FF2B5EF4-FFF2-40B4-BE49-F238E27FC236}">
                  <a16:creationId xmlns:a16="http://schemas.microsoft.com/office/drawing/2014/main" id="{59BA056D-07F4-15C7-DBBC-7579B292BA4C}"/>
                </a:ext>
              </a:extLst>
            </p:cNvPr>
            <p:cNvSpPr/>
            <p:nvPr/>
          </p:nvSpPr>
          <p:spPr>
            <a:xfrm>
              <a:off x="7692806" y="4117947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7" y="21070"/>
                    <a:pt x="21070" y="16347"/>
                    <a:pt x="21070" y="10535"/>
                  </a:cubicBezTo>
                  <a:cubicBezTo>
                    <a:pt x="21070" y="4724"/>
                    <a:pt x="16313" y="0"/>
                    <a:pt x="10535" y="0"/>
                  </a:cubicBezTo>
                  <a:cubicBezTo>
                    <a:pt x="4757" y="0"/>
                    <a:pt x="0" y="4724"/>
                    <a:pt x="0" y="10535"/>
                  </a:cubicBezTo>
                  <a:cubicBezTo>
                    <a:pt x="0" y="16347"/>
                    <a:pt x="4723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4" name="Google Shape;1413;p30">
              <a:extLst>
                <a:ext uri="{FF2B5EF4-FFF2-40B4-BE49-F238E27FC236}">
                  <a16:creationId xmlns:a16="http://schemas.microsoft.com/office/drawing/2014/main" id="{2F603CF2-FF57-248B-D0DC-EE80AD7CB8CB}"/>
                </a:ext>
              </a:extLst>
            </p:cNvPr>
            <p:cNvSpPr/>
            <p:nvPr/>
          </p:nvSpPr>
          <p:spPr>
            <a:xfrm>
              <a:off x="7881486" y="4116758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7" y="21070"/>
                    <a:pt x="21070" y="16347"/>
                    <a:pt x="21070" y="10535"/>
                  </a:cubicBezTo>
                  <a:cubicBezTo>
                    <a:pt x="21070" y="4724"/>
                    <a:pt x="16347" y="0"/>
                    <a:pt x="10535" y="0"/>
                  </a:cubicBezTo>
                  <a:cubicBezTo>
                    <a:pt x="4723" y="0"/>
                    <a:pt x="0" y="4724"/>
                    <a:pt x="0" y="10535"/>
                  </a:cubicBezTo>
                  <a:cubicBezTo>
                    <a:pt x="0" y="16347"/>
                    <a:pt x="4723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5" name="Google Shape;1414;p30">
              <a:extLst>
                <a:ext uri="{FF2B5EF4-FFF2-40B4-BE49-F238E27FC236}">
                  <a16:creationId xmlns:a16="http://schemas.microsoft.com/office/drawing/2014/main" id="{1CB5B05F-6800-7E0E-026C-023222B69755}"/>
                </a:ext>
              </a:extLst>
            </p:cNvPr>
            <p:cNvSpPr/>
            <p:nvPr/>
          </p:nvSpPr>
          <p:spPr>
            <a:xfrm>
              <a:off x="7702695" y="3872106"/>
              <a:ext cx="34494" cy="34459"/>
            </a:xfrm>
            <a:custGeom>
              <a:avLst/>
              <a:gdLst/>
              <a:ahLst/>
              <a:cxnLst/>
              <a:rect l="l" t="t" r="r" b="b"/>
              <a:pathLst>
                <a:path w="34494" h="34459" extrusionOk="0">
                  <a:moveTo>
                    <a:pt x="17264" y="34460"/>
                  </a:moveTo>
                  <a:cubicBezTo>
                    <a:pt x="26746" y="34460"/>
                    <a:pt x="34494" y="26711"/>
                    <a:pt x="34494" y="17230"/>
                  </a:cubicBezTo>
                  <a:cubicBezTo>
                    <a:pt x="34494" y="7748"/>
                    <a:pt x="26746" y="0"/>
                    <a:pt x="17264" y="0"/>
                  </a:cubicBezTo>
                  <a:cubicBezTo>
                    <a:pt x="7783" y="0"/>
                    <a:pt x="0" y="7748"/>
                    <a:pt x="0" y="17230"/>
                  </a:cubicBezTo>
                  <a:cubicBezTo>
                    <a:pt x="0" y="26711"/>
                    <a:pt x="7748" y="34460"/>
                    <a:pt x="17264" y="34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6" name="Google Shape;1415;p30">
              <a:extLst>
                <a:ext uri="{FF2B5EF4-FFF2-40B4-BE49-F238E27FC236}">
                  <a16:creationId xmlns:a16="http://schemas.microsoft.com/office/drawing/2014/main" id="{0ECA122C-A953-0744-E2CD-78019018A926}"/>
                </a:ext>
              </a:extLst>
            </p:cNvPr>
            <p:cNvSpPr/>
            <p:nvPr/>
          </p:nvSpPr>
          <p:spPr>
            <a:xfrm>
              <a:off x="7858172" y="3870917"/>
              <a:ext cx="34460" cy="34459"/>
            </a:xfrm>
            <a:custGeom>
              <a:avLst/>
              <a:gdLst/>
              <a:ahLst/>
              <a:cxnLst/>
              <a:rect l="l" t="t" r="r" b="b"/>
              <a:pathLst>
                <a:path w="34460" h="34459" extrusionOk="0">
                  <a:moveTo>
                    <a:pt x="17230" y="34460"/>
                  </a:moveTo>
                  <a:cubicBezTo>
                    <a:pt x="26746" y="34460"/>
                    <a:pt x="34460" y="26711"/>
                    <a:pt x="34460" y="17230"/>
                  </a:cubicBezTo>
                  <a:cubicBezTo>
                    <a:pt x="34460" y="7748"/>
                    <a:pt x="26712" y="0"/>
                    <a:pt x="17230" y="0"/>
                  </a:cubicBezTo>
                  <a:cubicBezTo>
                    <a:pt x="7748" y="0"/>
                    <a:pt x="0" y="7748"/>
                    <a:pt x="0" y="17230"/>
                  </a:cubicBezTo>
                  <a:cubicBezTo>
                    <a:pt x="0" y="26711"/>
                    <a:pt x="7748" y="34460"/>
                    <a:pt x="17230" y="34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7" name="Google Shape;1416;p30">
              <a:extLst>
                <a:ext uri="{FF2B5EF4-FFF2-40B4-BE49-F238E27FC236}">
                  <a16:creationId xmlns:a16="http://schemas.microsoft.com/office/drawing/2014/main" id="{C123836B-E34A-3DC2-A9E9-87FB5F1D7314}"/>
                </a:ext>
              </a:extLst>
            </p:cNvPr>
            <p:cNvSpPr/>
            <p:nvPr/>
          </p:nvSpPr>
          <p:spPr>
            <a:xfrm>
              <a:off x="7711772" y="3880384"/>
              <a:ext cx="16509" cy="16544"/>
            </a:xfrm>
            <a:custGeom>
              <a:avLst/>
              <a:gdLst/>
              <a:ahLst/>
              <a:cxnLst/>
              <a:rect l="l" t="t" r="r" b="b"/>
              <a:pathLst>
                <a:path w="16509" h="16544" extrusionOk="0">
                  <a:moveTo>
                    <a:pt x="2614" y="14321"/>
                  </a:moveTo>
                  <a:cubicBezTo>
                    <a:pt x="5944" y="17448"/>
                    <a:pt x="11178" y="17244"/>
                    <a:pt x="14304" y="13913"/>
                  </a:cubicBezTo>
                  <a:cubicBezTo>
                    <a:pt x="17396" y="10583"/>
                    <a:pt x="17226" y="5349"/>
                    <a:pt x="13862" y="2223"/>
                  </a:cubicBezTo>
                  <a:cubicBezTo>
                    <a:pt x="10532" y="-904"/>
                    <a:pt x="5298" y="-700"/>
                    <a:pt x="2206" y="2631"/>
                  </a:cubicBezTo>
                  <a:cubicBezTo>
                    <a:pt x="-887" y="5961"/>
                    <a:pt x="-717" y="11195"/>
                    <a:pt x="2648" y="143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8" name="Google Shape;1417;p30">
              <a:extLst>
                <a:ext uri="{FF2B5EF4-FFF2-40B4-BE49-F238E27FC236}">
                  <a16:creationId xmlns:a16="http://schemas.microsoft.com/office/drawing/2014/main" id="{488109B4-975A-62C8-C7BD-7459708F40C2}"/>
                </a:ext>
              </a:extLst>
            </p:cNvPr>
            <p:cNvSpPr/>
            <p:nvPr/>
          </p:nvSpPr>
          <p:spPr>
            <a:xfrm>
              <a:off x="7867079" y="3879195"/>
              <a:ext cx="16557" cy="16544"/>
            </a:xfrm>
            <a:custGeom>
              <a:avLst/>
              <a:gdLst/>
              <a:ahLst/>
              <a:cxnLst/>
              <a:rect l="l" t="t" r="r" b="b"/>
              <a:pathLst>
                <a:path w="16557" h="16544" extrusionOk="0">
                  <a:moveTo>
                    <a:pt x="13897" y="14321"/>
                  </a:moveTo>
                  <a:cubicBezTo>
                    <a:pt x="10566" y="17448"/>
                    <a:pt x="5333" y="17244"/>
                    <a:pt x="2206" y="13914"/>
                  </a:cubicBezTo>
                  <a:cubicBezTo>
                    <a:pt x="-887" y="10583"/>
                    <a:pt x="-717" y="5349"/>
                    <a:pt x="2648" y="2223"/>
                  </a:cubicBezTo>
                  <a:cubicBezTo>
                    <a:pt x="5978" y="-904"/>
                    <a:pt x="11212" y="-700"/>
                    <a:pt x="14338" y="2631"/>
                  </a:cubicBezTo>
                  <a:cubicBezTo>
                    <a:pt x="17464" y="5961"/>
                    <a:pt x="17261" y="11195"/>
                    <a:pt x="13897" y="143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80884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BC8B7-D199-1003-4D73-9A4ABCB9F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35A9B892-EF99-7F44-C569-0918FBD57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3849" y="845868"/>
            <a:ext cx="1646939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CB21B6A-216C-81C8-DEC9-6E17932793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225201"/>
              </p:ext>
            </p:extLst>
          </p:nvPr>
        </p:nvGraphicFramePr>
        <p:xfrm>
          <a:off x="708025" y="1117083"/>
          <a:ext cx="7727949" cy="3493652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1933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8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59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4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Failure Mode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Threshold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Power Failure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&lt;3.5K or &gt;9K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Stabilize power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Tool Wear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&gt;200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Replace tool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1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OSF (Wear_Torque)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&gt;11K L / 12K M / 13K 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Reduce load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Rotational 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&lt;1380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Check load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4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Temp Diff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&lt;8.6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Cooling 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70DC7A55-B74C-3291-9C58-1291C60E5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10128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0940F6-22A0-C375-FF39-82FB38FBB7DF}"/>
              </a:ext>
            </a:extLst>
          </p:cNvPr>
          <p:cNvSpPr txBox="1"/>
          <p:nvPr/>
        </p:nvSpPr>
        <p:spPr>
          <a:xfrm>
            <a:off x="708025" y="463189"/>
            <a:ext cx="77279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To transition to a proactive maintenance model, alerts should be set at the boundary of the Medium/High Risk zones to enable intervention before failure occurs.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3556336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4">
          <a:extLst>
            <a:ext uri="{FF2B5EF4-FFF2-40B4-BE49-F238E27FC236}">
              <a16:creationId xmlns:a16="http://schemas.microsoft.com/office/drawing/2014/main" id="{DEB2A5A9-0AD6-DCB3-4E9D-73560E6F1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30">
            <a:extLst>
              <a:ext uri="{FF2B5EF4-FFF2-40B4-BE49-F238E27FC236}">
                <a16:creationId xmlns:a16="http://schemas.microsoft.com/office/drawing/2014/main" id="{45F28EF5-B3DF-C70C-1105-68C2C5D396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52974" y="1741350"/>
            <a:ext cx="4710365" cy="16308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400" noProof="0" dirty="0">
                <a:solidFill>
                  <a:srgbClr val="03515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Recommended Action Plan</a:t>
            </a:r>
            <a:endParaRPr lang="en-US" sz="4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68" name="Google Shape;1268;p30">
            <a:extLst>
              <a:ext uri="{FF2B5EF4-FFF2-40B4-BE49-F238E27FC236}">
                <a16:creationId xmlns:a16="http://schemas.microsoft.com/office/drawing/2014/main" id="{52838657-9F25-76D9-96AB-24F94018C1E2}"/>
              </a:ext>
            </a:extLst>
          </p:cNvPr>
          <p:cNvGrpSpPr/>
          <p:nvPr/>
        </p:nvGrpSpPr>
        <p:grpSpPr>
          <a:xfrm>
            <a:off x="6082802" y="1205338"/>
            <a:ext cx="3180479" cy="3938442"/>
            <a:chOff x="6590802" y="1205338"/>
            <a:chExt cx="3180479" cy="3938442"/>
          </a:xfrm>
        </p:grpSpPr>
        <p:grpSp>
          <p:nvGrpSpPr>
            <p:cNvPr id="1269" name="Google Shape;1269;p30">
              <a:extLst>
                <a:ext uri="{FF2B5EF4-FFF2-40B4-BE49-F238E27FC236}">
                  <a16:creationId xmlns:a16="http://schemas.microsoft.com/office/drawing/2014/main" id="{F2F9C920-461B-9935-CF06-7AD6A574563A}"/>
                </a:ext>
              </a:extLst>
            </p:cNvPr>
            <p:cNvGrpSpPr/>
            <p:nvPr/>
          </p:nvGrpSpPr>
          <p:grpSpPr>
            <a:xfrm>
              <a:off x="6590802" y="1205338"/>
              <a:ext cx="3180479" cy="3938442"/>
              <a:chOff x="6590802" y="1205338"/>
              <a:chExt cx="3180479" cy="3938442"/>
            </a:xfrm>
          </p:grpSpPr>
          <p:sp>
            <p:nvSpPr>
              <p:cNvPr id="1270" name="Google Shape;1270;p30">
                <a:extLst>
                  <a:ext uri="{FF2B5EF4-FFF2-40B4-BE49-F238E27FC236}">
                    <a16:creationId xmlns:a16="http://schemas.microsoft.com/office/drawing/2014/main" id="{EFE31BCC-B5EF-E63B-D97A-EE119A8BD95D}"/>
                  </a:ext>
                </a:extLst>
              </p:cNvPr>
              <p:cNvSpPr/>
              <p:nvPr/>
            </p:nvSpPr>
            <p:spPr>
              <a:xfrm flipH="1">
                <a:off x="8147676" y="3172468"/>
                <a:ext cx="289800" cy="213712"/>
              </a:xfrm>
              <a:custGeom>
                <a:avLst/>
                <a:gdLst/>
                <a:ahLst/>
                <a:cxnLst/>
                <a:rect l="l" t="t" r="r" b="b"/>
                <a:pathLst>
                  <a:path w="129955" h="95835" extrusionOk="0">
                    <a:moveTo>
                      <a:pt x="64978" y="95835"/>
                    </a:moveTo>
                    <a:cubicBezTo>
                      <a:pt x="100763" y="95835"/>
                      <a:pt x="129955" y="74323"/>
                      <a:pt x="129955" y="47918"/>
                    </a:cubicBezTo>
                    <a:cubicBezTo>
                      <a:pt x="129955" y="21512"/>
                      <a:pt x="100763" y="0"/>
                      <a:pt x="64978" y="0"/>
                    </a:cubicBezTo>
                    <a:cubicBezTo>
                      <a:pt x="29192" y="0"/>
                      <a:pt x="0" y="21546"/>
                      <a:pt x="0" y="47918"/>
                    </a:cubicBezTo>
                    <a:cubicBezTo>
                      <a:pt x="0" y="74289"/>
                      <a:pt x="29192" y="95835"/>
                      <a:pt x="64978" y="95835"/>
                    </a:cubicBezTo>
                    <a:close/>
                  </a:path>
                </a:pathLst>
              </a:custGeom>
              <a:solidFill>
                <a:srgbClr val="0057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1" name="Google Shape;1271;p30">
                <a:extLst>
                  <a:ext uri="{FF2B5EF4-FFF2-40B4-BE49-F238E27FC236}">
                    <a16:creationId xmlns:a16="http://schemas.microsoft.com/office/drawing/2014/main" id="{A471057C-0A2C-3049-71A0-CAD995A84FDF}"/>
                  </a:ext>
                </a:extLst>
              </p:cNvPr>
              <p:cNvSpPr/>
              <p:nvPr/>
            </p:nvSpPr>
            <p:spPr>
              <a:xfrm flipH="1">
                <a:off x="8148662" y="3265703"/>
                <a:ext cx="289724" cy="131789"/>
              </a:xfrm>
              <a:custGeom>
                <a:avLst/>
                <a:gdLst/>
                <a:ahLst/>
                <a:cxnLst/>
                <a:rect l="l" t="t" r="r" b="b"/>
                <a:pathLst>
                  <a:path w="129921" h="59098" extrusionOk="0">
                    <a:moveTo>
                      <a:pt x="0" y="0"/>
                    </a:moveTo>
                    <a:lnTo>
                      <a:pt x="129921" y="0"/>
                    </a:lnTo>
                    <a:lnTo>
                      <a:pt x="129921" y="59099"/>
                    </a:lnTo>
                    <a:lnTo>
                      <a:pt x="0" y="5909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2" name="Google Shape;1272;p30">
                <a:extLst>
                  <a:ext uri="{FF2B5EF4-FFF2-40B4-BE49-F238E27FC236}">
                    <a16:creationId xmlns:a16="http://schemas.microsoft.com/office/drawing/2014/main" id="{278969F6-B29F-8B81-07D9-339C7CBD9C98}"/>
                  </a:ext>
                </a:extLst>
              </p:cNvPr>
              <p:cNvSpPr/>
              <p:nvPr/>
            </p:nvSpPr>
            <p:spPr>
              <a:xfrm flipH="1">
                <a:off x="8099110" y="3217341"/>
                <a:ext cx="394079" cy="57822"/>
              </a:xfrm>
              <a:custGeom>
                <a:avLst/>
                <a:gdLst/>
                <a:ahLst/>
                <a:cxnLst/>
                <a:rect l="l" t="t" r="r" b="b"/>
                <a:pathLst>
                  <a:path w="176717" h="25929" extrusionOk="0">
                    <a:moveTo>
                      <a:pt x="163736" y="0"/>
                    </a:moveTo>
                    <a:lnTo>
                      <a:pt x="12982" y="0"/>
                    </a:lnTo>
                    <a:cubicBezTo>
                      <a:pt x="5845" y="0"/>
                      <a:pt x="0" y="5845"/>
                      <a:pt x="0" y="12982"/>
                    </a:cubicBezTo>
                    <a:lnTo>
                      <a:pt x="0" y="12982"/>
                    </a:lnTo>
                    <a:cubicBezTo>
                      <a:pt x="0" y="20119"/>
                      <a:pt x="5845" y="25930"/>
                      <a:pt x="12982" y="25930"/>
                    </a:cubicBezTo>
                    <a:lnTo>
                      <a:pt x="163736" y="25930"/>
                    </a:lnTo>
                    <a:cubicBezTo>
                      <a:pt x="170872" y="25930"/>
                      <a:pt x="176718" y="20085"/>
                      <a:pt x="176718" y="12948"/>
                    </a:cubicBezTo>
                    <a:lnTo>
                      <a:pt x="176718" y="12948"/>
                    </a:lnTo>
                    <a:cubicBezTo>
                      <a:pt x="176718" y="5811"/>
                      <a:pt x="170872" y="0"/>
                      <a:pt x="163736" y="0"/>
                    </a:cubicBezTo>
                    <a:close/>
                  </a:path>
                </a:pathLst>
              </a:custGeom>
              <a:solidFill>
                <a:srgbClr val="00495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3" name="Google Shape;1273;p30">
                <a:extLst>
                  <a:ext uri="{FF2B5EF4-FFF2-40B4-BE49-F238E27FC236}">
                    <a16:creationId xmlns:a16="http://schemas.microsoft.com/office/drawing/2014/main" id="{2D7017A0-DE8D-FD8E-1C69-4C6588BB1E8A}"/>
                  </a:ext>
                </a:extLst>
              </p:cNvPr>
              <p:cNvSpPr/>
              <p:nvPr/>
            </p:nvSpPr>
            <p:spPr>
              <a:xfrm flipH="1">
                <a:off x="8394275" y="3275785"/>
                <a:ext cx="19247" cy="73965"/>
              </a:xfrm>
              <a:custGeom>
                <a:avLst/>
                <a:gdLst/>
                <a:ahLst/>
                <a:cxnLst/>
                <a:rect l="l" t="t" r="r" b="b"/>
                <a:pathLst>
                  <a:path w="8631" h="33168" extrusionOk="0">
                    <a:moveTo>
                      <a:pt x="0" y="0"/>
                    </a:moveTo>
                    <a:lnTo>
                      <a:pt x="8632" y="0"/>
                    </a:lnTo>
                    <a:lnTo>
                      <a:pt x="8632" y="33169"/>
                    </a:lnTo>
                    <a:lnTo>
                      <a:pt x="0" y="33169"/>
                    </a:ln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4" name="Google Shape;1274;p30">
                <a:extLst>
                  <a:ext uri="{FF2B5EF4-FFF2-40B4-BE49-F238E27FC236}">
                    <a16:creationId xmlns:a16="http://schemas.microsoft.com/office/drawing/2014/main" id="{13CB795C-BE84-706D-E361-3D892DC53013}"/>
                  </a:ext>
                </a:extLst>
              </p:cNvPr>
              <p:cNvSpPr/>
              <p:nvPr/>
            </p:nvSpPr>
            <p:spPr>
              <a:xfrm flipH="1">
                <a:off x="9082312" y="3273815"/>
                <a:ext cx="289800" cy="131789"/>
              </a:xfrm>
              <a:custGeom>
                <a:avLst/>
                <a:gdLst/>
                <a:ahLst/>
                <a:cxnLst/>
                <a:rect l="l" t="t" r="r" b="b"/>
                <a:pathLst>
                  <a:path w="129955" h="59098" extrusionOk="0">
                    <a:moveTo>
                      <a:pt x="0" y="0"/>
                    </a:moveTo>
                    <a:lnTo>
                      <a:pt x="129955" y="0"/>
                    </a:lnTo>
                    <a:lnTo>
                      <a:pt x="129955" y="59099"/>
                    </a:lnTo>
                    <a:lnTo>
                      <a:pt x="0" y="5909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5" name="Google Shape;1275;p30">
                <a:extLst>
                  <a:ext uri="{FF2B5EF4-FFF2-40B4-BE49-F238E27FC236}">
                    <a16:creationId xmlns:a16="http://schemas.microsoft.com/office/drawing/2014/main" id="{0F6F2E8B-6AAA-D52E-C06F-BA666BAA3F7C}"/>
                  </a:ext>
                </a:extLst>
              </p:cNvPr>
              <p:cNvSpPr/>
              <p:nvPr/>
            </p:nvSpPr>
            <p:spPr>
              <a:xfrm flipH="1">
                <a:off x="9030259" y="3225453"/>
                <a:ext cx="393927" cy="57822"/>
              </a:xfrm>
              <a:custGeom>
                <a:avLst/>
                <a:gdLst/>
                <a:ahLst/>
                <a:cxnLst/>
                <a:rect l="l" t="t" r="r" b="b"/>
                <a:pathLst>
                  <a:path w="176649" h="25929" extrusionOk="0">
                    <a:moveTo>
                      <a:pt x="12948" y="0"/>
                    </a:moveTo>
                    <a:lnTo>
                      <a:pt x="163702" y="0"/>
                    </a:lnTo>
                    <a:cubicBezTo>
                      <a:pt x="170838" y="0"/>
                      <a:pt x="176650" y="5811"/>
                      <a:pt x="176650" y="12948"/>
                    </a:cubicBezTo>
                    <a:lnTo>
                      <a:pt x="176650" y="12948"/>
                    </a:lnTo>
                    <a:cubicBezTo>
                      <a:pt x="176650" y="20085"/>
                      <a:pt x="170838" y="25930"/>
                      <a:pt x="163702" y="25930"/>
                    </a:cubicBezTo>
                    <a:lnTo>
                      <a:pt x="12948" y="25930"/>
                    </a:lnTo>
                    <a:cubicBezTo>
                      <a:pt x="5811" y="25930"/>
                      <a:pt x="0" y="20085"/>
                      <a:pt x="0" y="12948"/>
                    </a:cubicBezTo>
                    <a:lnTo>
                      <a:pt x="0" y="12948"/>
                    </a:lnTo>
                    <a:cubicBezTo>
                      <a:pt x="0" y="5811"/>
                      <a:pt x="5811" y="0"/>
                      <a:pt x="129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6" name="Google Shape;1276;p30">
                <a:extLst>
                  <a:ext uri="{FF2B5EF4-FFF2-40B4-BE49-F238E27FC236}">
                    <a16:creationId xmlns:a16="http://schemas.microsoft.com/office/drawing/2014/main" id="{38DCFE35-F691-AFC0-32F3-9AB96E4380FF}"/>
                  </a:ext>
                </a:extLst>
              </p:cNvPr>
              <p:cNvSpPr/>
              <p:nvPr/>
            </p:nvSpPr>
            <p:spPr>
              <a:xfrm flipH="1">
                <a:off x="7715701" y="3357802"/>
                <a:ext cx="2055581" cy="865082"/>
              </a:xfrm>
              <a:custGeom>
                <a:avLst/>
                <a:gdLst/>
                <a:ahLst/>
                <a:cxnLst/>
                <a:rect l="l" t="t" r="r" b="b"/>
                <a:pathLst>
                  <a:path w="921785" h="387929" extrusionOk="0">
                    <a:moveTo>
                      <a:pt x="38776" y="34"/>
                    </a:moveTo>
                    <a:lnTo>
                      <a:pt x="883010" y="34"/>
                    </a:lnTo>
                    <a:cubicBezTo>
                      <a:pt x="904420" y="34"/>
                      <a:pt x="921786" y="17400"/>
                      <a:pt x="921786" y="38810"/>
                    </a:cubicBezTo>
                    <a:lnTo>
                      <a:pt x="921786" y="349153"/>
                    </a:lnTo>
                    <a:cubicBezTo>
                      <a:pt x="921786" y="370563"/>
                      <a:pt x="904420" y="387929"/>
                      <a:pt x="883010" y="387929"/>
                    </a:cubicBezTo>
                    <a:lnTo>
                      <a:pt x="38776" y="387929"/>
                    </a:lnTo>
                    <a:cubicBezTo>
                      <a:pt x="17366" y="387929"/>
                      <a:pt x="0" y="370563"/>
                      <a:pt x="0" y="349153"/>
                    </a:cubicBezTo>
                    <a:lnTo>
                      <a:pt x="0" y="38776"/>
                    </a:lnTo>
                    <a:cubicBezTo>
                      <a:pt x="0" y="17366"/>
                      <a:pt x="17366" y="0"/>
                      <a:pt x="387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7" name="Google Shape;1277;p30">
                <a:extLst>
                  <a:ext uri="{FF2B5EF4-FFF2-40B4-BE49-F238E27FC236}">
                    <a16:creationId xmlns:a16="http://schemas.microsoft.com/office/drawing/2014/main" id="{314E433F-0394-19BB-3694-A1F0935A1B9B}"/>
                  </a:ext>
                </a:extLst>
              </p:cNvPr>
              <p:cNvSpPr/>
              <p:nvPr/>
            </p:nvSpPr>
            <p:spPr>
              <a:xfrm flipH="1">
                <a:off x="7715625" y="3766299"/>
                <a:ext cx="2055656" cy="373162"/>
              </a:xfrm>
              <a:custGeom>
                <a:avLst/>
                <a:gdLst/>
                <a:ahLst/>
                <a:cxnLst/>
                <a:rect l="l" t="t" r="r" b="b"/>
                <a:pathLst>
                  <a:path w="921819" h="167337" extrusionOk="0">
                    <a:moveTo>
                      <a:pt x="921786" y="0"/>
                    </a:moveTo>
                    <a:lnTo>
                      <a:pt x="921786" y="128528"/>
                    </a:lnTo>
                    <a:cubicBezTo>
                      <a:pt x="921786" y="149870"/>
                      <a:pt x="904318" y="167338"/>
                      <a:pt x="883010" y="167338"/>
                    </a:cubicBezTo>
                    <a:lnTo>
                      <a:pt x="38776" y="167338"/>
                    </a:lnTo>
                    <a:cubicBezTo>
                      <a:pt x="17434" y="167338"/>
                      <a:pt x="0" y="149870"/>
                      <a:pt x="0" y="128528"/>
                    </a:cubicBezTo>
                    <a:lnTo>
                      <a:pt x="0" y="0"/>
                    </a:lnTo>
                    <a:lnTo>
                      <a:pt x="921820" y="0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8" name="Google Shape;1278;p30">
                <a:extLst>
                  <a:ext uri="{FF2B5EF4-FFF2-40B4-BE49-F238E27FC236}">
                    <a16:creationId xmlns:a16="http://schemas.microsoft.com/office/drawing/2014/main" id="{783CDF1D-E661-FFE0-F3E3-126E80561BC6}"/>
                  </a:ext>
                </a:extLst>
              </p:cNvPr>
              <p:cNvSpPr/>
              <p:nvPr/>
            </p:nvSpPr>
            <p:spPr>
              <a:xfrm flipH="1">
                <a:off x="9664275" y="3357878"/>
                <a:ext cx="107007" cy="865082"/>
              </a:xfrm>
              <a:custGeom>
                <a:avLst/>
                <a:gdLst/>
                <a:ahLst/>
                <a:cxnLst/>
                <a:rect l="l" t="t" r="r" b="b"/>
                <a:pathLst>
                  <a:path w="47985" h="387929" extrusionOk="0">
                    <a:moveTo>
                      <a:pt x="38776" y="0"/>
                    </a:moveTo>
                    <a:lnTo>
                      <a:pt x="47986" y="0"/>
                    </a:lnTo>
                    <a:lnTo>
                      <a:pt x="47986" y="387929"/>
                    </a:lnTo>
                    <a:lnTo>
                      <a:pt x="38776" y="387929"/>
                    </a:lnTo>
                    <a:cubicBezTo>
                      <a:pt x="17434" y="387929"/>
                      <a:pt x="0" y="370461"/>
                      <a:pt x="0" y="349153"/>
                    </a:cubicBezTo>
                    <a:lnTo>
                      <a:pt x="0" y="38810"/>
                    </a:lnTo>
                    <a:cubicBezTo>
                      <a:pt x="0" y="17468"/>
                      <a:pt x="17434" y="34"/>
                      <a:pt x="38776" y="3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9" name="Google Shape;1279;p30">
                <a:extLst>
                  <a:ext uri="{FF2B5EF4-FFF2-40B4-BE49-F238E27FC236}">
                    <a16:creationId xmlns:a16="http://schemas.microsoft.com/office/drawing/2014/main" id="{ED5DB472-407E-A329-0395-F1E245E3695F}"/>
                  </a:ext>
                </a:extLst>
              </p:cNvPr>
              <p:cNvSpPr/>
              <p:nvPr/>
            </p:nvSpPr>
            <p:spPr>
              <a:xfrm flipH="1">
                <a:off x="9664199" y="3766299"/>
                <a:ext cx="107082" cy="373088"/>
              </a:xfrm>
              <a:custGeom>
                <a:avLst/>
                <a:gdLst/>
                <a:ahLst/>
                <a:cxnLst/>
                <a:rect l="l" t="t" r="r" b="b"/>
                <a:pathLst>
                  <a:path w="48019" h="167304" extrusionOk="0">
                    <a:moveTo>
                      <a:pt x="47986" y="0"/>
                    </a:moveTo>
                    <a:lnTo>
                      <a:pt x="47986" y="167304"/>
                    </a:lnTo>
                    <a:lnTo>
                      <a:pt x="38776" y="167304"/>
                    </a:lnTo>
                    <a:cubicBezTo>
                      <a:pt x="17434" y="167304"/>
                      <a:pt x="0" y="149836"/>
                      <a:pt x="0" y="128528"/>
                    </a:cubicBezTo>
                    <a:lnTo>
                      <a:pt x="0" y="0"/>
                    </a:lnTo>
                    <a:lnTo>
                      <a:pt x="48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0" name="Google Shape;1280;p30">
                <a:extLst>
                  <a:ext uri="{FF2B5EF4-FFF2-40B4-BE49-F238E27FC236}">
                    <a16:creationId xmlns:a16="http://schemas.microsoft.com/office/drawing/2014/main" id="{B1078118-29FC-BE2F-4F5C-480D0237DE46}"/>
                  </a:ext>
                </a:extLst>
              </p:cNvPr>
              <p:cNvSpPr/>
              <p:nvPr/>
            </p:nvSpPr>
            <p:spPr>
              <a:xfrm flipH="1">
                <a:off x="7715263" y="3357878"/>
                <a:ext cx="107007" cy="865082"/>
              </a:xfrm>
              <a:custGeom>
                <a:avLst/>
                <a:gdLst/>
                <a:ahLst/>
                <a:cxnLst/>
                <a:rect l="l" t="t" r="r" b="b"/>
                <a:pathLst>
                  <a:path w="47985" h="387929" extrusionOk="0">
                    <a:moveTo>
                      <a:pt x="9210" y="387929"/>
                    </a:moveTo>
                    <a:lnTo>
                      <a:pt x="0" y="387929"/>
                    </a:lnTo>
                    <a:lnTo>
                      <a:pt x="0" y="0"/>
                    </a:lnTo>
                    <a:lnTo>
                      <a:pt x="9210" y="0"/>
                    </a:lnTo>
                    <a:cubicBezTo>
                      <a:pt x="30552" y="0"/>
                      <a:pt x="47986" y="17468"/>
                      <a:pt x="47986" y="38776"/>
                    </a:cubicBezTo>
                    <a:lnTo>
                      <a:pt x="47986" y="349119"/>
                    </a:lnTo>
                    <a:cubicBezTo>
                      <a:pt x="47986" y="370461"/>
                      <a:pt x="30518" y="387895"/>
                      <a:pt x="9210" y="38789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1" name="Google Shape;1281;p30">
                <a:extLst>
                  <a:ext uri="{FF2B5EF4-FFF2-40B4-BE49-F238E27FC236}">
                    <a16:creationId xmlns:a16="http://schemas.microsoft.com/office/drawing/2014/main" id="{17C84786-82CD-7F02-E954-5A55DA93604E}"/>
                  </a:ext>
                </a:extLst>
              </p:cNvPr>
              <p:cNvSpPr/>
              <p:nvPr/>
            </p:nvSpPr>
            <p:spPr>
              <a:xfrm flipH="1">
                <a:off x="7715188" y="3766374"/>
                <a:ext cx="107082" cy="373086"/>
              </a:xfrm>
              <a:custGeom>
                <a:avLst/>
                <a:gdLst/>
                <a:ahLst/>
                <a:cxnLst/>
                <a:rect l="l" t="t" r="r" b="b"/>
                <a:pathLst>
                  <a:path w="48019" h="167303" extrusionOk="0">
                    <a:moveTo>
                      <a:pt x="9210" y="167304"/>
                    </a:moveTo>
                    <a:lnTo>
                      <a:pt x="0" y="167304"/>
                    </a:lnTo>
                    <a:lnTo>
                      <a:pt x="0" y="0"/>
                    </a:lnTo>
                    <a:lnTo>
                      <a:pt x="48020" y="0"/>
                    </a:lnTo>
                    <a:lnTo>
                      <a:pt x="48020" y="128528"/>
                    </a:lnTo>
                    <a:cubicBezTo>
                      <a:pt x="48020" y="149870"/>
                      <a:pt x="30552" y="167304"/>
                      <a:pt x="9244" y="1673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2" name="Google Shape;1282;p30">
                <a:extLst>
                  <a:ext uri="{FF2B5EF4-FFF2-40B4-BE49-F238E27FC236}">
                    <a16:creationId xmlns:a16="http://schemas.microsoft.com/office/drawing/2014/main" id="{1DC7D293-D26D-8E7A-12A8-E3E3C80E12F7}"/>
                  </a:ext>
                </a:extLst>
              </p:cNvPr>
              <p:cNvSpPr/>
              <p:nvPr/>
            </p:nvSpPr>
            <p:spPr>
              <a:xfrm flipH="1">
                <a:off x="7912634" y="3457557"/>
                <a:ext cx="1728040" cy="75026"/>
              </a:xfrm>
              <a:custGeom>
                <a:avLst/>
                <a:gdLst/>
                <a:ahLst/>
                <a:cxnLst/>
                <a:rect l="l" t="t" r="r" b="b"/>
                <a:pathLst>
                  <a:path w="774906" h="33644" extrusionOk="0">
                    <a:moveTo>
                      <a:pt x="16822" y="0"/>
                    </a:moveTo>
                    <a:lnTo>
                      <a:pt x="758084" y="0"/>
                    </a:lnTo>
                    <a:cubicBezTo>
                      <a:pt x="767328" y="0"/>
                      <a:pt x="774907" y="7578"/>
                      <a:pt x="774907" y="16822"/>
                    </a:cubicBezTo>
                    <a:lnTo>
                      <a:pt x="774907" y="16822"/>
                    </a:lnTo>
                    <a:cubicBezTo>
                      <a:pt x="774907" y="26066"/>
                      <a:pt x="767328" y="33644"/>
                      <a:pt x="758084" y="33644"/>
                    </a:cubicBezTo>
                    <a:lnTo>
                      <a:pt x="16822" y="33644"/>
                    </a:lnTo>
                    <a:cubicBezTo>
                      <a:pt x="7545" y="33644"/>
                      <a:pt x="0" y="26066"/>
                      <a:pt x="0" y="16822"/>
                    </a:cubicBezTo>
                    <a:lnTo>
                      <a:pt x="0" y="16822"/>
                    </a:lnTo>
                    <a:cubicBezTo>
                      <a:pt x="0" y="7578"/>
                      <a:pt x="7579" y="0"/>
                      <a:pt x="16822" y="0"/>
                    </a:cubicBez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3" name="Google Shape;1283;p30">
                <a:extLst>
                  <a:ext uri="{FF2B5EF4-FFF2-40B4-BE49-F238E27FC236}">
                    <a16:creationId xmlns:a16="http://schemas.microsoft.com/office/drawing/2014/main" id="{747793D2-617F-AA08-6961-033462D2B2D7}"/>
                  </a:ext>
                </a:extLst>
              </p:cNvPr>
              <p:cNvSpPr/>
              <p:nvPr/>
            </p:nvSpPr>
            <p:spPr>
              <a:xfrm flipH="1">
                <a:off x="9328001" y="3283897"/>
                <a:ext cx="19247" cy="73965"/>
              </a:xfrm>
              <a:custGeom>
                <a:avLst/>
                <a:gdLst/>
                <a:ahLst/>
                <a:cxnLst/>
                <a:rect l="l" t="t" r="r" b="b"/>
                <a:pathLst>
                  <a:path w="8631" h="33168" extrusionOk="0">
                    <a:moveTo>
                      <a:pt x="0" y="0"/>
                    </a:moveTo>
                    <a:lnTo>
                      <a:pt x="8632" y="0"/>
                    </a:lnTo>
                    <a:lnTo>
                      <a:pt x="8632" y="33168"/>
                    </a:lnTo>
                    <a:lnTo>
                      <a:pt x="0" y="33168"/>
                    </a:ln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284" name="Google Shape;1284;p30">
                <a:extLst>
                  <a:ext uri="{FF2B5EF4-FFF2-40B4-BE49-F238E27FC236}">
                    <a16:creationId xmlns:a16="http://schemas.microsoft.com/office/drawing/2014/main" id="{45E6F174-5DC3-0ADF-0FCF-7F48B0D1C4C9}"/>
                  </a:ext>
                </a:extLst>
              </p:cNvPr>
              <p:cNvGrpSpPr/>
              <p:nvPr/>
            </p:nvGrpSpPr>
            <p:grpSpPr>
              <a:xfrm flipH="1">
                <a:off x="7950758" y="3766296"/>
                <a:ext cx="1585011" cy="675315"/>
                <a:chOff x="4439952" y="2779427"/>
                <a:chExt cx="710608" cy="302764"/>
              </a:xfrm>
            </p:grpSpPr>
            <p:sp>
              <p:nvSpPr>
                <p:cNvPr id="1285" name="Google Shape;1285;p30">
                  <a:extLst>
                    <a:ext uri="{FF2B5EF4-FFF2-40B4-BE49-F238E27FC236}">
                      <a16:creationId xmlns:a16="http://schemas.microsoft.com/office/drawing/2014/main" id="{36E4E207-1744-02FC-F95A-FB041ACBF68E}"/>
                    </a:ext>
                  </a:extLst>
                </p:cNvPr>
                <p:cNvSpPr/>
                <p:nvPr/>
              </p:nvSpPr>
              <p:spPr>
                <a:xfrm>
                  <a:off x="4439952" y="2779427"/>
                  <a:ext cx="71060" cy="286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" h="286520" extrusionOk="0">
                      <a:moveTo>
                        <a:pt x="0" y="0"/>
                      </a:moveTo>
                      <a:lnTo>
                        <a:pt x="71061" y="0"/>
                      </a:lnTo>
                      <a:lnTo>
                        <a:pt x="71061" y="286520"/>
                      </a:lnTo>
                      <a:lnTo>
                        <a:pt x="0" y="28652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86" name="Google Shape;1286;p30">
                  <a:extLst>
                    <a:ext uri="{FF2B5EF4-FFF2-40B4-BE49-F238E27FC236}">
                      <a16:creationId xmlns:a16="http://schemas.microsoft.com/office/drawing/2014/main" id="{193977A3-BB19-82A4-3410-1E3BFAB9180D}"/>
                    </a:ext>
                  </a:extLst>
                </p:cNvPr>
                <p:cNvSpPr/>
                <p:nvPr/>
              </p:nvSpPr>
              <p:spPr>
                <a:xfrm>
                  <a:off x="5079499" y="2795671"/>
                  <a:ext cx="71060" cy="286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" h="286520" extrusionOk="0">
                      <a:moveTo>
                        <a:pt x="0" y="0"/>
                      </a:moveTo>
                      <a:lnTo>
                        <a:pt x="71061" y="0"/>
                      </a:lnTo>
                      <a:lnTo>
                        <a:pt x="71061" y="286520"/>
                      </a:lnTo>
                      <a:lnTo>
                        <a:pt x="0" y="28652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87" name="Google Shape;1287;p30">
                  <a:extLst>
                    <a:ext uri="{FF2B5EF4-FFF2-40B4-BE49-F238E27FC236}">
                      <a16:creationId xmlns:a16="http://schemas.microsoft.com/office/drawing/2014/main" id="{3D8EFC47-1B52-058E-159F-72334A253446}"/>
                    </a:ext>
                  </a:extLst>
                </p:cNvPr>
                <p:cNvSpPr/>
                <p:nvPr/>
              </p:nvSpPr>
              <p:spPr>
                <a:xfrm>
                  <a:off x="4439952" y="3018743"/>
                  <a:ext cx="710608" cy="63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8" h="63448" extrusionOk="0">
                      <a:moveTo>
                        <a:pt x="0" y="0"/>
                      </a:moveTo>
                      <a:lnTo>
                        <a:pt x="710608" y="0"/>
                      </a:lnTo>
                      <a:lnTo>
                        <a:pt x="710608" y="63448"/>
                      </a:lnTo>
                      <a:lnTo>
                        <a:pt x="0" y="6344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sp>
            <p:nvSpPr>
              <p:cNvPr id="1288" name="Google Shape;1288;p30">
                <a:extLst>
                  <a:ext uri="{FF2B5EF4-FFF2-40B4-BE49-F238E27FC236}">
                    <a16:creationId xmlns:a16="http://schemas.microsoft.com/office/drawing/2014/main" id="{5212B4FD-5448-4769-3268-805FD3B0C99E}"/>
                  </a:ext>
                </a:extLst>
              </p:cNvPr>
              <p:cNvSpPr/>
              <p:nvPr/>
            </p:nvSpPr>
            <p:spPr>
              <a:xfrm flipH="1">
                <a:off x="9376164" y="3695045"/>
                <a:ext cx="160663" cy="142475"/>
              </a:xfrm>
              <a:custGeom>
                <a:avLst/>
                <a:gdLst/>
                <a:ahLst/>
                <a:cxnLst/>
                <a:rect l="l" t="t" r="r" b="b"/>
                <a:pathLst>
                  <a:path w="72046" h="63890" extrusionOk="0">
                    <a:moveTo>
                      <a:pt x="36023" y="63890"/>
                    </a:moveTo>
                    <a:cubicBezTo>
                      <a:pt x="55870" y="63890"/>
                      <a:pt x="72046" y="49549"/>
                      <a:pt x="72046" y="31945"/>
                    </a:cubicBezTo>
                    <a:cubicBezTo>
                      <a:pt x="72046" y="14341"/>
                      <a:pt x="55870" y="0"/>
                      <a:pt x="36023" y="0"/>
                    </a:cubicBezTo>
                    <a:cubicBezTo>
                      <a:pt x="16176" y="0"/>
                      <a:pt x="0" y="14375"/>
                      <a:pt x="0" y="31945"/>
                    </a:cubicBezTo>
                    <a:cubicBezTo>
                      <a:pt x="0" y="49515"/>
                      <a:pt x="16176" y="63890"/>
                      <a:pt x="36023" y="6389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9" name="Google Shape;1289;p30">
                <a:extLst>
                  <a:ext uri="{FF2B5EF4-FFF2-40B4-BE49-F238E27FC236}">
                    <a16:creationId xmlns:a16="http://schemas.microsoft.com/office/drawing/2014/main" id="{D1BB922A-24C8-D0CD-5325-CD465D03A05B}"/>
                  </a:ext>
                </a:extLst>
              </p:cNvPr>
              <p:cNvSpPr/>
              <p:nvPr/>
            </p:nvSpPr>
            <p:spPr>
              <a:xfrm flipH="1">
                <a:off x="7950790" y="3731353"/>
                <a:ext cx="160663" cy="142475"/>
              </a:xfrm>
              <a:custGeom>
                <a:avLst/>
                <a:gdLst/>
                <a:ahLst/>
                <a:cxnLst/>
                <a:rect l="l" t="t" r="r" b="b"/>
                <a:pathLst>
                  <a:path w="72046" h="63890" extrusionOk="0">
                    <a:moveTo>
                      <a:pt x="36023" y="63890"/>
                    </a:moveTo>
                    <a:cubicBezTo>
                      <a:pt x="55870" y="63890"/>
                      <a:pt x="72046" y="49549"/>
                      <a:pt x="72046" y="31945"/>
                    </a:cubicBezTo>
                    <a:cubicBezTo>
                      <a:pt x="72046" y="14341"/>
                      <a:pt x="55870" y="0"/>
                      <a:pt x="36023" y="0"/>
                    </a:cubicBezTo>
                    <a:cubicBezTo>
                      <a:pt x="16176" y="0"/>
                      <a:pt x="0" y="14341"/>
                      <a:pt x="0" y="31945"/>
                    </a:cubicBezTo>
                    <a:cubicBezTo>
                      <a:pt x="0" y="49549"/>
                      <a:pt x="16176" y="63890"/>
                      <a:pt x="36023" y="6389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290" name="Google Shape;1290;p30">
                <a:extLst>
                  <a:ext uri="{FF2B5EF4-FFF2-40B4-BE49-F238E27FC236}">
                    <a16:creationId xmlns:a16="http://schemas.microsoft.com/office/drawing/2014/main" id="{EDCFEAC4-87CF-6872-4F49-326FA7C3ED41}"/>
                  </a:ext>
                </a:extLst>
              </p:cNvPr>
              <p:cNvGrpSpPr/>
              <p:nvPr/>
            </p:nvGrpSpPr>
            <p:grpSpPr>
              <a:xfrm flipH="1">
                <a:off x="7063250" y="1284726"/>
                <a:ext cx="506187" cy="975768"/>
                <a:chOff x="4380117" y="1824165"/>
                <a:chExt cx="226939" cy="437466"/>
              </a:xfrm>
            </p:grpSpPr>
            <p:sp>
              <p:nvSpPr>
                <p:cNvPr id="1291" name="Google Shape;1291;p30">
                  <a:extLst>
                    <a:ext uri="{FF2B5EF4-FFF2-40B4-BE49-F238E27FC236}">
                      <a16:creationId xmlns:a16="http://schemas.microsoft.com/office/drawing/2014/main" id="{A1E2E5BF-7E5B-6AE6-B44D-8EE0BE8ED047}"/>
                    </a:ext>
                  </a:extLst>
                </p:cNvPr>
                <p:cNvSpPr/>
                <p:nvPr/>
              </p:nvSpPr>
              <p:spPr>
                <a:xfrm>
                  <a:off x="4469971" y="2216942"/>
                  <a:ext cx="57501" cy="446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501" h="44689" extrusionOk="0">
                      <a:moveTo>
                        <a:pt x="57501" y="0"/>
                      </a:moveTo>
                      <a:lnTo>
                        <a:pt x="0" y="0"/>
                      </a:lnTo>
                      <a:lnTo>
                        <a:pt x="18487" y="44689"/>
                      </a:lnTo>
                      <a:lnTo>
                        <a:pt x="38776" y="44689"/>
                      </a:lnTo>
                      <a:lnTo>
                        <a:pt x="5750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2" name="Google Shape;1292;p30">
                  <a:extLst>
                    <a:ext uri="{FF2B5EF4-FFF2-40B4-BE49-F238E27FC236}">
                      <a16:creationId xmlns:a16="http://schemas.microsoft.com/office/drawing/2014/main" id="{93453D6D-A094-F30D-2688-42EB91F95C4C}"/>
                    </a:ext>
                  </a:extLst>
                </p:cNvPr>
                <p:cNvSpPr/>
                <p:nvPr/>
              </p:nvSpPr>
              <p:spPr>
                <a:xfrm>
                  <a:off x="4496614" y="2025306"/>
                  <a:ext cx="110442" cy="191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42" h="191602" extrusionOk="0">
                      <a:moveTo>
                        <a:pt x="48054" y="0"/>
                      </a:moveTo>
                      <a:cubicBezTo>
                        <a:pt x="48054" y="0"/>
                        <a:pt x="106234" y="59574"/>
                        <a:pt x="110279" y="62973"/>
                      </a:cubicBezTo>
                      <a:cubicBezTo>
                        <a:pt x="114323" y="66337"/>
                        <a:pt x="41937" y="191603"/>
                        <a:pt x="41937" y="191603"/>
                      </a:cubicBezTo>
                      <a:lnTo>
                        <a:pt x="0" y="191603"/>
                      </a:lnTo>
                      <a:lnTo>
                        <a:pt x="0" y="8564"/>
                      </a:lnTo>
                      <a:lnTo>
                        <a:pt x="480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3" name="Google Shape;1293;p30">
                  <a:extLst>
                    <a:ext uri="{FF2B5EF4-FFF2-40B4-BE49-F238E27FC236}">
                      <a16:creationId xmlns:a16="http://schemas.microsoft.com/office/drawing/2014/main" id="{7EEA8706-B678-C315-A5B2-9E9B52F3F36B}"/>
                    </a:ext>
                  </a:extLst>
                </p:cNvPr>
                <p:cNvSpPr/>
                <p:nvPr/>
              </p:nvSpPr>
              <p:spPr>
                <a:xfrm>
                  <a:off x="4388719" y="2025306"/>
                  <a:ext cx="110410" cy="191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10" h="191602" extrusionOk="0">
                      <a:moveTo>
                        <a:pt x="62391" y="0"/>
                      </a:moveTo>
                      <a:cubicBezTo>
                        <a:pt x="62391" y="0"/>
                        <a:pt x="4210" y="59574"/>
                        <a:pt x="166" y="62973"/>
                      </a:cubicBezTo>
                      <a:cubicBezTo>
                        <a:pt x="-3912" y="66337"/>
                        <a:pt x="68474" y="191603"/>
                        <a:pt x="68474" y="191603"/>
                      </a:cubicBezTo>
                      <a:lnTo>
                        <a:pt x="110410" y="191603"/>
                      </a:lnTo>
                      <a:lnTo>
                        <a:pt x="110410" y="8564"/>
                      </a:lnTo>
                      <a:lnTo>
                        <a:pt x="623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4" name="Google Shape;1294;p30">
                  <a:extLst>
                    <a:ext uri="{FF2B5EF4-FFF2-40B4-BE49-F238E27FC236}">
                      <a16:creationId xmlns:a16="http://schemas.microsoft.com/office/drawing/2014/main" id="{B6EFE9E2-341B-14A6-EC45-50903D8A5340}"/>
                    </a:ext>
                  </a:extLst>
                </p:cNvPr>
                <p:cNvSpPr/>
                <p:nvPr/>
              </p:nvSpPr>
              <p:spPr>
                <a:xfrm>
                  <a:off x="4381340" y="1840704"/>
                  <a:ext cx="156938" cy="1811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938" h="181135" extrusionOk="0">
                      <a:moveTo>
                        <a:pt x="0" y="0"/>
                      </a:moveTo>
                      <a:lnTo>
                        <a:pt x="20152" y="0"/>
                      </a:lnTo>
                      <a:cubicBezTo>
                        <a:pt x="95359" y="0"/>
                        <a:pt x="156939" y="61545"/>
                        <a:pt x="156939" y="136786"/>
                      </a:cubicBezTo>
                      <a:lnTo>
                        <a:pt x="156939" y="181136"/>
                      </a:lnTo>
                      <a:lnTo>
                        <a:pt x="82309" y="181136"/>
                      </a:lnTo>
                      <a:lnTo>
                        <a:pt x="82309" y="162478"/>
                      </a:lnTo>
                      <a:cubicBezTo>
                        <a:pt x="82309" y="94646"/>
                        <a:pt x="48733" y="70143"/>
                        <a:pt x="34" y="71741"/>
                      </a:cubicBezTo>
                      <a:lnTo>
                        <a:pt x="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5" name="Google Shape;1295;p30">
                  <a:extLst>
                    <a:ext uri="{FF2B5EF4-FFF2-40B4-BE49-F238E27FC236}">
                      <a16:creationId xmlns:a16="http://schemas.microsoft.com/office/drawing/2014/main" id="{EF4AF411-E755-8B0D-15BE-E7E87F44A10F}"/>
                    </a:ext>
                  </a:extLst>
                </p:cNvPr>
                <p:cNvSpPr/>
                <p:nvPr/>
              </p:nvSpPr>
              <p:spPr>
                <a:xfrm>
                  <a:off x="4432079" y="2021024"/>
                  <a:ext cx="132436" cy="23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436" h="23721" extrusionOk="0">
                      <a:moveTo>
                        <a:pt x="0" y="23721"/>
                      </a:moveTo>
                      <a:lnTo>
                        <a:pt x="0" y="11861"/>
                      </a:lnTo>
                      <a:cubicBezTo>
                        <a:pt x="0" y="5336"/>
                        <a:pt x="5336" y="0"/>
                        <a:pt x="11860" y="0"/>
                      </a:cubicBezTo>
                      <a:lnTo>
                        <a:pt x="120576" y="0"/>
                      </a:lnTo>
                      <a:cubicBezTo>
                        <a:pt x="127101" y="0"/>
                        <a:pt x="132436" y="5336"/>
                        <a:pt x="132436" y="11861"/>
                      </a:cubicBezTo>
                      <a:lnTo>
                        <a:pt x="132436" y="23721"/>
                      </a:lnTo>
                      <a:lnTo>
                        <a:pt x="0" y="2372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6" name="Google Shape;1296;p30">
                  <a:extLst>
                    <a:ext uri="{FF2B5EF4-FFF2-40B4-BE49-F238E27FC236}">
                      <a16:creationId xmlns:a16="http://schemas.microsoft.com/office/drawing/2014/main" id="{D39DAC33-D9C6-B3D5-B78C-BAAE739DCC7E}"/>
                    </a:ext>
                  </a:extLst>
                </p:cNvPr>
                <p:cNvSpPr/>
                <p:nvPr/>
              </p:nvSpPr>
              <p:spPr>
                <a:xfrm>
                  <a:off x="4493284" y="2021024"/>
                  <a:ext cx="71230" cy="23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230" h="23721" extrusionOk="0">
                      <a:moveTo>
                        <a:pt x="0" y="0"/>
                      </a:moveTo>
                      <a:lnTo>
                        <a:pt x="59370" y="0"/>
                      </a:lnTo>
                      <a:cubicBezTo>
                        <a:pt x="65895" y="0"/>
                        <a:pt x="71231" y="5336"/>
                        <a:pt x="71231" y="11861"/>
                      </a:cubicBezTo>
                      <a:lnTo>
                        <a:pt x="71231" y="23721"/>
                      </a:lnTo>
                      <a:lnTo>
                        <a:pt x="0" y="2372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7" name="Google Shape;1297;p30">
                  <a:extLst>
                    <a:ext uri="{FF2B5EF4-FFF2-40B4-BE49-F238E27FC236}">
                      <a16:creationId xmlns:a16="http://schemas.microsoft.com/office/drawing/2014/main" id="{78C20618-0059-B74F-5B1F-3492B48E72F3}"/>
                    </a:ext>
                  </a:extLst>
                </p:cNvPr>
                <p:cNvSpPr/>
                <p:nvPr/>
              </p:nvSpPr>
              <p:spPr>
                <a:xfrm>
                  <a:off x="4453489" y="2009877"/>
                  <a:ext cx="99131" cy="11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31" h="11248" extrusionOk="0">
                      <a:moveTo>
                        <a:pt x="93524" y="0"/>
                      </a:moveTo>
                      <a:lnTo>
                        <a:pt x="5607" y="0"/>
                      </a:lnTo>
                      <a:cubicBezTo>
                        <a:pt x="2515" y="0"/>
                        <a:pt x="0" y="2515"/>
                        <a:pt x="0" y="5607"/>
                      </a:cubicBezTo>
                      <a:lnTo>
                        <a:pt x="0" y="5607"/>
                      </a:lnTo>
                      <a:cubicBezTo>
                        <a:pt x="0" y="8700"/>
                        <a:pt x="2515" y="11249"/>
                        <a:pt x="5607" y="11249"/>
                      </a:cubicBezTo>
                      <a:lnTo>
                        <a:pt x="93524" y="11249"/>
                      </a:lnTo>
                      <a:cubicBezTo>
                        <a:pt x="96617" y="11249"/>
                        <a:pt x="99131" y="8700"/>
                        <a:pt x="99131" y="5607"/>
                      </a:cubicBezTo>
                      <a:lnTo>
                        <a:pt x="99131" y="5607"/>
                      </a:lnTo>
                      <a:cubicBezTo>
                        <a:pt x="99131" y="2515"/>
                        <a:pt x="96583" y="0"/>
                        <a:pt x="935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8" name="Google Shape;1298;p30">
                  <a:extLst>
                    <a:ext uri="{FF2B5EF4-FFF2-40B4-BE49-F238E27FC236}">
                      <a16:creationId xmlns:a16="http://schemas.microsoft.com/office/drawing/2014/main" id="{90B9D5CC-51E9-C010-C4E3-A84DF3BAAB56}"/>
                    </a:ext>
                  </a:extLst>
                </p:cNvPr>
                <p:cNvSpPr/>
                <p:nvPr/>
              </p:nvSpPr>
              <p:spPr>
                <a:xfrm>
                  <a:off x="4451585" y="1992137"/>
                  <a:ext cx="99199" cy="11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99" h="11248" extrusionOk="0">
                      <a:moveTo>
                        <a:pt x="93558" y="34"/>
                      </a:moveTo>
                      <a:lnTo>
                        <a:pt x="5641" y="34"/>
                      </a:lnTo>
                      <a:cubicBezTo>
                        <a:pt x="2549" y="34"/>
                        <a:pt x="0" y="2549"/>
                        <a:pt x="0" y="5641"/>
                      </a:cubicBezTo>
                      <a:lnTo>
                        <a:pt x="0" y="5641"/>
                      </a:lnTo>
                      <a:cubicBezTo>
                        <a:pt x="0" y="8734"/>
                        <a:pt x="2549" y="11249"/>
                        <a:pt x="5641" y="11249"/>
                      </a:cubicBezTo>
                      <a:lnTo>
                        <a:pt x="93558" y="11249"/>
                      </a:lnTo>
                      <a:cubicBezTo>
                        <a:pt x="96651" y="11249"/>
                        <a:pt x="99200" y="8700"/>
                        <a:pt x="99200" y="5607"/>
                      </a:cubicBezTo>
                      <a:lnTo>
                        <a:pt x="99200" y="5607"/>
                      </a:lnTo>
                      <a:cubicBezTo>
                        <a:pt x="99200" y="2515"/>
                        <a:pt x="96685" y="0"/>
                        <a:pt x="9355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9" name="Google Shape;1299;p30">
                  <a:extLst>
                    <a:ext uri="{FF2B5EF4-FFF2-40B4-BE49-F238E27FC236}">
                      <a16:creationId xmlns:a16="http://schemas.microsoft.com/office/drawing/2014/main" id="{858B08F3-8355-8B46-4791-0FBBD0AE0F00}"/>
                    </a:ext>
                  </a:extLst>
                </p:cNvPr>
                <p:cNvSpPr/>
                <p:nvPr/>
              </p:nvSpPr>
              <p:spPr>
                <a:xfrm>
                  <a:off x="4449751" y="1974466"/>
                  <a:ext cx="99165" cy="11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65" h="11214" extrusionOk="0">
                      <a:moveTo>
                        <a:pt x="93524" y="0"/>
                      </a:moveTo>
                      <a:lnTo>
                        <a:pt x="5607" y="0"/>
                      </a:lnTo>
                      <a:cubicBezTo>
                        <a:pt x="2515" y="0"/>
                        <a:pt x="0" y="2515"/>
                        <a:pt x="0" y="5607"/>
                      </a:cubicBezTo>
                      <a:lnTo>
                        <a:pt x="0" y="5607"/>
                      </a:lnTo>
                      <a:cubicBezTo>
                        <a:pt x="0" y="8700"/>
                        <a:pt x="2515" y="11215"/>
                        <a:pt x="5607" y="11215"/>
                      </a:cubicBezTo>
                      <a:lnTo>
                        <a:pt x="93524" y="11215"/>
                      </a:lnTo>
                      <a:cubicBezTo>
                        <a:pt x="96617" y="11215"/>
                        <a:pt x="99165" y="8666"/>
                        <a:pt x="99165" y="5607"/>
                      </a:cubicBezTo>
                      <a:lnTo>
                        <a:pt x="99165" y="5607"/>
                      </a:lnTo>
                      <a:cubicBezTo>
                        <a:pt x="99165" y="2515"/>
                        <a:pt x="96651" y="0"/>
                        <a:pt x="935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0" name="Google Shape;1300;p30">
                  <a:extLst>
                    <a:ext uri="{FF2B5EF4-FFF2-40B4-BE49-F238E27FC236}">
                      <a16:creationId xmlns:a16="http://schemas.microsoft.com/office/drawing/2014/main" id="{921DA2E7-106F-B76F-EF5E-1B76B362490E}"/>
                    </a:ext>
                  </a:extLst>
                </p:cNvPr>
                <p:cNvSpPr/>
                <p:nvPr/>
              </p:nvSpPr>
              <p:spPr>
                <a:xfrm>
                  <a:off x="4447881" y="1956760"/>
                  <a:ext cx="99131" cy="11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31" h="11214" extrusionOk="0">
                      <a:moveTo>
                        <a:pt x="93524" y="0"/>
                      </a:moveTo>
                      <a:lnTo>
                        <a:pt x="5607" y="0"/>
                      </a:lnTo>
                      <a:cubicBezTo>
                        <a:pt x="2515" y="0"/>
                        <a:pt x="0" y="2515"/>
                        <a:pt x="0" y="5607"/>
                      </a:cubicBezTo>
                      <a:lnTo>
                        <a:pt x="0" y="5607"/>
                      </a:lnTo>
                      <a:cubicBezTo>
                        <a:pt x="0" y="8700"/>
                        <a:pt x="2549" y="11215"/>
                        <a:pt x="5607" y="11215"/>
                      </a:cubicBezTo>
                      <a:lnTo>
                        <a:pt x="93524" y="11215"/>
                      </a:lnTo>
                      <a:cubicBezTo>
                        <a:pt x="96617" y="11215"/>
                        <a:pt x="99132" y="8700"/>
                        <a:pt x="99132" y="5607"/>
                      </a:cubicBezTo>
                      <a:lnTo>
                        <a:pt x="99132" y="5607"/>
                      </a:lnTo>
                      <a:cubicBezTo>
                        <a:pt x="99132" y="2515"/>
                        <a:pt x="96617" y="0"/>
                        <a:pt x="935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1" name="Google Shape;1301;p30">
                  <a:extLst>
                    <a:ext uri="{FF2B5EF4-FFF2-40B4-BE49-F238E27FC236}">
                      <a16:creationId xmlns:a16="http://schemas.microsoft.com/office/drawing/2014/main" id="{A4E8DB67-8314-453E-8E78-9F4691635EFA}"/>
                    </a:ext>
                  </a:extLst>
                </p:cNvPr>
                <p:cNvSpPr/>
                <p:nvPr/>
              </p:nvSpPr>
              <p:spPr>
                <a:xfrm>
                  <a:off x="4446074" y="1936907"/>
                  <a:ext cx="99074" cy="15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74" h="15507" extrusionOk="0">
                      <a:moveTo>
                        <a:pt x="93156" y="6"/>
                      </a:moveTo>
                      <a:lnTo>
                        <a:pt x="5341" y="4288"/>
                      </a:lnTo>
                      <a:cubicBezTo>
                        <a:pt x="2249" y="4424"/>
                        <a:pt x="-130" y="7074"/>
                        <a:pt x="6" y="10167"/>
                      </a:cubicBezTo>
                      <a:lnTo>
                        <a:pt x="6" y="10167"/>
                      </a:lnTo>
                      <a:cubicBezTo>
                        <a:pt x="142" y="13259"/>
                        <a:pt x="2792" y="15638"/>
                        <a:pt x="5885" y="15502"/>
                      </a:cubicBezTo>
                      <a:lnTo>
                        <a:pt x="93734" y="11220"/>
                      </a:lnTo>
                      <a:cubicBezTo>
                        <a:pt x="96826" y="11084"/>
                        <a:pt x="99205" y="8434"/>
                        <a:pt x="99069" y="5341"/>
                      </a:cubicBezTo>
                      <a:lnTo>
                        <a:pt x="99069" y="5341"/>
                      </a:lnTo>
                      <a:cubicBezTo>
                        <a:pt x="98899" y="2249"/>
                        <a:pt x="96283" y="-130"/>
                        <a:pt x="93190" y="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2" name="Google Shape;1302;p30">
                  <a:extLst>
                    <a:ext uri="{FF2B5EF4-FFF2-40B4-BE49-F238E27FC236}">
                      <a16:creationId xmlns:a16="http://schemas.microsoft.com/office/drawing/2014/main" id="{047EDB53-134B-65FD-C0E2-E2403427FFD4}"/>
                    </a:ext>
                  </a:extLst>
                </p:cNvPr>
                <p:cNvSpPr/>
                <p:nvPr/>
              </p:nvSpPr>
              <p:spPr>
                <a:xfrm>
                  <a:off x="4437315" y="1910952"/>
                  <a:ext cx="97595" cy="2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595" h="27725" extrusionOk="0">
                      <a:moveTo>
                        <a:pt x="90939" y="99"/>
                      </a:moveTo>
                      <a:lnTo>
                        <a:pt x="4551" y="16582"/>
                      </a:lnTo>
                      <a:cubicBezTo>
                        <a:pt x="1526" y="17159"/>
                        <a:pt x="-479" y="20116"/>
                        <a:pt x="99" y="23175"/>
                      </a:cubicBezTo>
                      <a:lnTo>
                        <a:pt x="99" y="23175"/>
                      </a:lnTo>
                      <a:cubicBezTo>
                        <a:pt x="677" y="26199"/>
                        <a:pt x="3633" y="28204"/>
                        <a:pt x="6658" y="27626"/>
                      </a:cubicBezTo>
                      <a:lnTo>
                        <a:pt x="93012" y="11110"/>
                      </a:lnTo>
                      <a:cubicBezTo>
                        <a:pt x="96036" y="10532"/>
                        <a:pt x="98075" y="7576"/>
                        <a:pt x="97498" y="4551"/>
                      </a:cubicBezTo>
                      <a:lnTo>
                        <a:pt x="97498" y="4551"/>
                      </a:lnTo>
                      <a:cubicBezTo>
                        <a:pt x="96920" y="1526"/>
                        <a:pt x="93963" y="-478"/>
                        <a:pt x="90939" y="9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3" name="Google Shape;1303;p30">
                  <a:extLst>
                    <a:ext uri="{FF2B5EF4-FFF2-40B4-BE49-F238E27FC236}">
                      <a16:creationId xmlns:a16="http://schemas.microsoft.com/office/drawing/2014/main" id="{E0D952D0-C29D-5BEA-5F3B-90255D5A8657}"/>
                    </a:ext>
                  </a:extLst>
                </p:cNvPr>
                <p:cNvSpPr/>
                <p:nvPr/>
              </p:nvSpPr>
              <p:spPr>
                <a:xfrm>
                  <a:off x="4429531" y="1882948"/>
                  <a:ext cx="90598" cy="49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598" h="49035" extrusionOk="0">
                      <a:moveTo>
                        <a:pt x="82580" y="542"/>
                      </a:moveTo>
                      <a:lnTo>
                        <a:pt x="3193" y="38366"/>
                      </a:lnTo>
                      <a:cubicBezTo>
                        <a:pt x="406" y="39692"/>
                        <a:pt x="-783" y="43056"/>
                        <a:pt x="542" y="45843"/>
                      </a:cubicBezTo>
                      <a:lnTo>
                        <a:pt x="542" y="45843"/>
                      </a:lnTo>
                      <a:cubicBezTo>
                        <a:pt x="1867" y="48630"/>
                        <a:pt x="5232" y="49819"/>
                        <a:pt x="8018" y="48494"/>
                      </a:cubicBezTo>
                      <a:lnTo>
                        <a:pt x="87405" y="10669"/>
                      </a:lnTo>
                      <a:cubicBezTo>
                        <a:pt x="90192" y="9344"/>
                        <a:pt x="91382" y="5980"/>
                        <a:pt x="90056" y="3193"/>
                      </a:cubicBezTo>
                      <a:lnTo>
                        <a:pt x="90056" y="3193"/>
                      </a:lnTo>
                      <a:cubicBezTo>
                        <a:pt x="88731" y="406"/>
                        <a:pt x="85332" y="-783"/>
                        <a:pt x="82546" y="542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4" name="Google Shape;1304;p30">
                  <a:extLst>
                    <a:ext uri="{FF2B5EF4-FFF2-40B4-BE49-F238E27FC236}">
                      <a16:creationId xmlns:a16="http://schemas.microsoft.com/office/drawing/2014/main" id="{164C3FC9-24F3-67E1-7DF4-60422B3D0670}"/>
                    </a:ext>
                  </a:extLst>
                </p:cNvPr>
                <p:cNvSpPr/>
                <p:nvPr/>
              </p:nvSpPr>
              <p:spPr>
                <a:xfrm>
                  <a:off x="4422838" y="1855265"/>
                  <a:ext cx="71972" cy="7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972" h="74814" extrusionOk="0">
                      <a:moveTo>
                        <a:pt x="62324" y="1718"/>
                      </a:moveTo>
                      <a:lnTo>
                        <a:pt x="1560" y="65302"/>
                      </a:lnTo>
                      <a:cubicBezTo>
                        <a:pt x="-581" y="67545"/>
                        <a:pt x="-513" y="71113"/>
                        <a:pt x="1730" y="73254"/>
                      </a:cubicBezTo>
                      <a:lnTo>
                        <a:pt x="1730" y="73254"/>
                      </a:lnTo>
                      <a:cubicBezTo>
                        <a:pt x="3973" y="75395"/>
                        <a:pt x="7541" y="75327"/>
                        <a:pt x="9682" y="73085"/>
                      </a:cubicBezTo>
                      <a:lnTo>
                        <a:pt x="70412" y="9500"/>
                      </a:lnTo>
                      <a:cubicBezTo>
                        <a:pt x="72553" y="7257"/>
                        <a:pt x="72485" y="3689"/>
                        <a:pt x="70242" y="1548"/>
                      </a:cubicBezTo>
                      <a:lnTo>
                        <a:pt x="70242" y="1548"/>
                      </a:lnTo>
                      <a:cubicBezTo>
                        <a:pt x="67999" y="-593"/>
                        <a:pt x="64431" y="-491"/>
                        <a:pt x="62324" y="171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5" name="Google Shape;1305;p30">
                  <a:extLst>
                    <a:ext uri="{FF2B5EF4-FFF2-40B4-BE49-F238E27FC236}">
                      <a16:creationId xmlns:a16="http://schemas.microsoft.com/office/drawing/2014/main" id="{2594DEA1-03B9-C694-2633-C6F9DD628E1C}"/>
                    </a:ext>
                  </a:extLst>
                </p:cNvPr>
                <p:cNvSpPr/>
                <p:nvPr/>
              </p:nvSpPr>
              <p:spPr>
                <a:xfrm>
                  <a:off x="4416185" y="1835374"/>
                  <a:ext cx="45386" cy="922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86" h="92221" extrusionOk="0">
                      <a:moveTo>
                        <a:pt x="34619" y="3427"/>
                      </a:moveTo>
                      <a:lnTo>
                        <a:pt x="431" y="84445"/>
                      </a:lnTo>
                      <a:cubicBezTo>
                        <a:pt x="-758" y="87299"/>
                        <a:pt x="601" y="90596"/>
                        <a:pt x="3422" y="91785"/>
                      </a:cubicBezTo>
                      <a:lnTo>
                        <a:pt x="3422" y="91785"/>
                      </a:lnTo>
                      <a:cubicBezTo>
                        <a:pt x="6277" y="92975"/>
                        <a:pt x="9573" y="91649"/>
                        <a:pt x="10762" y="88795"/>
                      </a:cubicBezTo>
                      <a:lnTo>
                        <a:pt x="44951" y="7777"/>
                      </a:lnTo>
                      <a:cubicBezTo>
                        <a:pt x="46140" y="4956"/>
                        <a:pt x="44815" y="1625"/>
                        <a:pt x="41960" y="436"/>
                      </a:cubicBezTo>
                      <a:lnTo>
                        <a:pt x="41960" y="436"/>
                      </a:lnTo>
                      <a:cubicBezTo>
                        <a:pt x="39105" y="-753"/>
                        <a:pt x="35809" y="572"/>
                        <a:pt x="34585" y="342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6" name="Google Shape;1306;p30">
                  <a:extLst>
                    <a:ext uri="{FF2B5EF4-FFF2-40B4-BE49-F238E27FC236}">
                      <a16:creationId xmlns:a16="http://schemas.microsoft.com/office/drawing/2014/main" id="{54371EA0-FDF5-7208-C816-B6980C149FAA}"/>
                    </a:ext>
                  </a:extLst>
                </p:cNvPr>
                <p:cNvSpPr/>
                <p:nvPr/>
              </p:nvSpPr>
              <p:spPr>
                <a:xfrm>
                  <a:off x="4407685" y="1824165"/>
                  <a:ext cx="19556" cy="98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56" h="98768" extrusionOk="0">
                      <a:moveTo>
                        <a:pt x="8354" y="5086"/>
                      </a:moveTo>
                      <a:lnTo>
                        <a:pt x="28" y="92629"/>
                      </a:lnTo>
                      <a:cubicBezTo>
                        <a:pt x="-279" y="95722"/>
                        <a:pt x="1999" y="98440"/>
                        <a:pt x="5091" y="98746"/>
                      </a:cubicBezTo>
                      <a:lnTo>
                        <a:pt x="5091" y="98746"/>
                      </a:lnTo>
                      <a:cubicBezTo>
                        <a:pt x="8149" y="99018"/>
                        <a:pt x="10902" y="96775"/>
                        <a:pt x="11208" y="93683"/>
                      </a:cubicBezTo>
                      <a:lnTo>
                        <a:pt x="19534" y="6140"/>
                      </a:lnTo>
                      <a:cubicBezTo>
                        <a:pt x="19806" y="3047"/>
                        <a:pt x="17563" y="294"/>
                        <a:pt x="14471" y="22"/>
                      </a:cubicBezTo>
                      <a:lnTo>
                        <a:pt x="14471" y="22"/>
                      </a:lnTo>
                      <a:cubicBezTo>
                        <a:pt x="11378" y="-250"/>
                        <a:pt x="8625" y="1993"/>
                        <a:pt x="8320" y="508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7" name="Google Shape;1307;p30">
                  <a:extLst>
                    <a:ext uri="{FF2B5EF4-FFF2-40B4-BE49-F238E27FC236}">
                      <a16:creationId xmlns:a16="http://schemas.microsoft.com/office/drawing/2014/main" id="{595BCFA4-5F2D-1E74-0ED1-2E510C7CF9AE}"/>
                    </a:ext>
                  </a:extLst>
                </p:cNvPr>
                <p:cNvSpPr/>
                <p:nvPr/>
              </p:nvSpPr>
              <p:spPr>
                <a:xfrm>
                  <a:off x="4380117" y="1825037"/>
                  <a:ext cx="11486" cy="991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86" h="99165" extrusionOk="0">
                      <a:moveTo>
                        <a:pt x="238" y="5607"/>
                      </a:moveTo>
                      <a:lnTo>
                        <a:pt x="0" y="93524"/>
                      </a:lnTo>
                      <a:cubicBezTo>
                        <a:pt x="0" y="96617"/>
                        <a:pt x="2515" y="99166"/>
                        <a:pt x="5607" y="99166"/>
                      </a:cubicBezTo>
                      <a:lnTo>
                        <a:pt x="5607" y="99166"/>
                      </a:lnTo>
                      <a:cubicBezTo>
                        <a:pt x="8700" y="99166"/>
                        <a:pt x="11249" y="96651"/>
                        <a:pt x="11249" y="93558"/>
                      </a:cubicBezTo>
                      <a:lnTo>
                        <a:pt x="11486" y="5641"/>
                      </a:lnTo>
                      <a:cubicBezTo>
                        <a:pt x="11486" y="2549"/>
                        <a:pt x="8971" y="34"/>
                        <a:pt x="5879" y="0"/>
                      </a:cubicBezTo>
                      <a:lnTo>
                        <a:pt x="5879" y="0"/>
                      </a:lnTo>
                      <a:cubicBezTo>
                        <a:pt x="2787" y="0"/>
                        <a:pt x="272" y="2515"/>
                        <a:pt x="238" y="560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1308" name="Google Shape;1308;p30">
                <a:extLst>
                  <a:ext uri="{FF2B5EF4-FFF2-40B4-BE49-F238E27FC236}">
                    <a16:creationId xmlns:a16="http://schemas.microsoft.com/office/drawing/2014/main" id="{3B4D36A6-B899-43DF-6205-BDDED7A3C516}"/>
                  </a:ext>
                </a:extLst>
              </p:cNvPr>
              <p:cNvGrpSpPr/>
              <p:nvPr/>
            </p:nvGrpSpPr>
            <p:grpSpPr>
              <a:xfrm flipH="1">
                <a:off x="8101743" y="3785367"/>
                <a:ext cx="1282941" cy="330190"/>
                <a:chOff x="2195175" y="2564277"/>
                <a:chExt cx="575181" cy="148034"/>
              </a:xfrm>
            </p:grpSpPr>
            <p:sp>
              <p:nvSpPr>
                <p:cNvPr id="1309" name="Google Shape;1309;p30">
                  <a:extLst>
                    <a:ext uri="{FF2B5EF4-FFF2-40B4-BE49-F238E27FC236}">
                      <a16:creationId xmlns:a16="http://schemas.microsoft.com/office/drawing/2014/main" id="{C307FF18-BF45-C6E3-1262-1E1B865AF467}"/>
                    </a:ext>
                  </a:extLst>
                </p:cNvPr>
                <p:cNvSpPr/>
                <p:nvPr/>
              </p:nvSpPr>
              <p:spPr>
                <a:xfrm>
                  <a:off x="2692873" y="2596358"/>
                  <a:ext cx="63822" cy="79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7982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79829"/>
                      </a:lnTo>
                      <a:lnTo>
                        <a:pt x="0" y="798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0" name="Google Shape;1310;p30">
                  <a:extLst>
                    <a:ext uri="{FF2B5EF4-FFF2-40B4-BE49-F238E27FC236}">
                      <a16:creationId xmlns:a16="http://schemas.microsoft.com/office/drawing/2014/main" id="{12C7968C-360F-84FD-0E38-54788EDD49BB}"/>
                    </a:ext>
                  </a:extLst>
                </p:cNvPr>
                <p:cNvSpPr/>
                <p:nvPr/>
              </p:nvSpPr>
              <p:spPr>
                <a:xfrm>
                  <a:off x="2692873" y="2606622"/>
                  <a:ext cx="63822" cy="11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11384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11385"/>
                      </a:lnTo>
                      <a:lnTo>
                        <a:pt x="0" y="11385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1" name="Google Shape;1311;p30">
                  <a:extLst>
                    <a:ext uri="{FF2B5EF4-FFF2-40B4-BE49-F238E27FC236}">
                      <a16:creationId xmlns:a16="http://schemas.microsoft.com/office/drawing/2014/main" id="{D764D3C2-742C-4F63-CEE0-A928B55636B1}"/>
                    </a:ext>
                  </a:extLst>
                </p:cNvPr>
                <p:cNvSpPr/>
                <p:nvPr/>
              </p:nvSpPr>
              <p:spPr>
                <a:xfrm>
                  <a:off x="2744731" y="2566146"/>
                  <a:ext cx="25624" cy="14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4" h="143107" extrusionOk="0">
                      <a:moveTo>
                        <a:pt x="25624" y="0"/>
                      </a:moveTo>
                      <a:lnTo>
                        <a:pt x="12812" y="0"/>
                      </a:lnTo>
                      <a:cubicBezTo>
                        <a:pt x="5777" y="0"/>
                        <a:pt x="0" y="5777"/>
                        <a:pt x="0" y="12812"/>
                      </a:cubicBezTo>
                      <a:lnTo>
                        <a:pt x="0" y="130295"/>
                      </a:lnTo>
                      <a:cubicBezTo>
                        <a:pt x="0" y="137330"/>
                        <a:pt x="5777" y="143107"/>
                        <a:pt x="12812" y="143107"/>
                      </a:cubicBezTo>
                      <a:lnTo>
                        <a:pt x="25624" y="143107"/>
                      </a:lnTo>
                      <a:lnTo>
                        <a:pt x="256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2" name="Google Shape;1312;p30">
                  <a:extLst>
                    <a:ext uri="{FF2B5EF4-FFF2-40B4-BE49-F238E27FC236}">
                      <a16:creationId xmlns:a16="http://schemas.microsoft.com/office/drawing/2014/main" id="{C56625C3-A336-C0B3-8FCF-2329F6C39582}"/>
                    </a:ext>
                  </a:extLst>
                </p:cNvPr>
                <p:cNvSpPr/>
                <p:nvPr/>
              </p:nvSpPr>
              <p:spPr>
                <a:xfrm>
                  <a:off x="2744731" y="2632280"/>
                  <a:ext cx="25624" cy="76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4" h="76974" extrusionOk="0">
                      <a:moveTo>
                        <a:pt x="0" y="0"/>
                      </a:moveTo>
                      <a:lnTo>
                        <a:pt x="0" y="64162"/>
                      </a:lnTo>
                      <a:cubicBezTo>
                        <a:pt x="0" y="71197"/>
                        <a:pt x="5777" y="76974"/>
                        <a:pt x="12812" y="76974"/>
                      </a:cubicBezTo>
                      <a:lnTo>
                        <a:pt x="25624" y="76974"/>
                      </a:lnTo>
                      <a:lnTo>
                        <a:pt x="2562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3" name="Google Shape;1313;p30">
                  <a:extLst>
                    <a:ext uri="{FF2B5EF4-FFF2-40B4-BE49-F238E27FC236}">
                      <a16:creationId xmlns:a16="http://schemas.microsoft.com/office/drawing/2014/main" id="{5B38580F-E72C-450C-E309-3728766CDD68}"/>
                    </a:ext>
                  </a:extLst>
                </p:cNvPr>
                <p:cNvSpPr/>
                <p:nvPr/>
              </p:nvSpPr>
              <p:spPr>
                <a:xfrm>
                  <a:off x="2272625" y="2564277"/>
                  <a:ext cx="423680" cy="1480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680" h="148034" extrusionOk="0">
                      <a:moveTo>
                        <a:pt x="14341" y="0"/>
                      </a:moveTo>
                      <a:lnTo>
                        <a:pt x="409339" y="0"/>
                      </a:lnTo>
                      <a:cubicBezTo>
                        <a:pt x="417257" y="0"/>
                        <a:pt x="423680" y="6661"/>
                        <a:pt x="423680" y="14783"/>
                      </a:cubicBezTo>
                      <a:lnTo>
                        <a:pt x="423680" y="133252"/>
                      </a:lnTo>
                      <a:cubicBezTo>
                        <a:pt x="423680" y="141408"/>
                        <a:pt x="417257" y="148035"/>
                        <a:pt x="409339" y="148035"/>
                      </a:cubicBezTo>
                      <a:lnTo>
                        <a:pt x="14341" y="148035"/>
                      </a:lnTo>
                      <a:cubicBezTo>
                        <a:pt x="6457" y="148035"/>
                        <a:pt x="0" y="141374"/>
                        <a:pt x="0" y="133252"/>
                      </a:cubicBezTo>
                      <a:lnTo>
                        <a:pt x="0" y="14783"/>
                      </a:lnTo>
                      <a:cubicBezTo>
                        <a:pt x="0" y="6661"/>
                        <a:pt x="6457" y="0"/>
                        <a:pt x="1434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4" name="Google Shape;1314;p30">
                  <a:extLst>
                    <a:ext uri="{FF2B5EF4-FFF2-40B4-BE49-F238E27FC236}">
                      <a16:creationId xmlns:a16="http://schemas.microsoft.com/office/drawing/2014/main" id="{34B28618-0845-2FB9-F7A1-46F88446D036}"/>
                    </a:ext>
                  </a:extLst>
                </p:cNvPr>
                <p:cNvSpPr/>
                <p:nvPr/>
              </p:nvSpPr>
              <p:spPr>
                <a:xfrm>
                  <a:off x="2285267" y="2573283"/>
                  <a:ext cx="397954" cy="130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954" h="130295" extrusionOk="0">
                      <a:moveTo>
                        <a:pt x="12608" y="0"/>
                      </a:moveTo>
                      <a:lnTo>
                        <a:pt x="385312" y="0"/>
                      </a:lnTo>
                      <a:cubicBezTo>
                        <a:pt x="392245" y="0"/>
                        <a:pt x="397954" y="5845"/>
                        <a:pt x="397954" y="13016"/>
                      </a:cubicBezTo>
                      <a:lnTo>
                        <a:pt x="397954" y="117279"/>
                      </a:lnTo>
                      <a:cubicBezTo>
                        <a:pt x="397954" y="124416"/>
                        <a:pt x="392245" y="130295"/>
                        <a:pt x="385312" y="130295"/>
                      </a:cubicBezTo>
                      <a:lnTo>
                        <a:pt x="12608" y="130295"/>
                      </a:lnTo>
                      <a:cubicBezTo>
                        <a:pt x="5675" y="130295"/>
                        <a:pt x="0" y="124416"/>
                        <a:pt x="0" y="117279"/>
                      </a:cubicBezTo>
                      <a:lnTo>
                        <a:pt x="0" y="13016"/>
                      </a:lnTo>
                      <a:cubicBezTo>
                        <a:pt x="0" y="5845"/>
                        <a:pt x="5675" y="0"/>
                        <a:pt x="12608" y="0"/>
                      </a:cubicBez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grpSp>
              <p:nvGrpSpPr>
                <p:cNvPr id="1315" name="Google Shape;1315;p30">
                  <a:extLst>
                    <a:ext uri="{FF2B5EF4-FFF2-40B4-BE49-F238E27FC236}">
                      <a16:creationId xmlns:a16="http://schemas.microsoft.com/office/drawing/2014/main" id="{A3C82602-87CA-46E2-080C-2B8E80F6B7E3}"/>
                    </a:ext>
                  </a:extLst>
                </p:cNvPr>
                <p:cNvGrpSpPr/>
                <p:nvPr/>
              </p:nvGrpSpPr>
              <p:grpSpPr>
                <a:xfrm>
                  <a:off x="2445264" y="2583716"/>
                  <a:ext cx="207540" cy="106166"/>
                  <a:chOff x="2445264" y="2583716"/>
                  <a:chExt cx="207540" cy="106166"/>
                </a:xfrm>
              </p:grpSpPr>
              <p:sp>
                <p:nvSpPr>
                  <p:cNvPr id="1316" name="Google Shape;1316;p30">
                    <a:extLst>
                      <a:ext uri="{FF2B5EF4-FFF2-40B4-BE49-F238E27FC236}">
                        <a16:creationId xmlns:a16="http://schemas.microsoft.com/office/drawing/2014/main" id="{CC770E86-632A-0B0D-4172-2D9463311385}"/>
                      </a:ext>
                    </a:extLst>
                  </p:cNvPr>
                  <p:cNvSpPr/>
                  <p:nvPr/>
                </p:nvSpPr>
                <p:spPr>
                  <a:xfrm>
                    <a:off x="2445264" y="2628813"/>
                    <a:ext cx="53694" cy="20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694" h="20900" extrusionOk="0">
                        <a:moveTo>
                          <a:pt x="0" y="0"/>
                        </a:moveTo>
                        <a:lnTo>
                          <a:pt x="53695" y="0"/>
                        </a:lnTo>
                        <a:lnTo>
                          <a:pt x="53695" y="20900"/>
                        </a:lnTo>
                        <a:lnTo>
                          <a:pt x="0" y="2090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17" name="Google Shape;1317;p30">
                    <a:extLst>
                      <a:ext uri="{FF2B5EF4-FFF2-40B4-BE49-F238E27FC236}">
                        <a16:creationId xmlns:a16="http://schemas.microsoft.com/office/drawing/2014/main" id="{5E117B55-BFC0-F838-2A8E-AA27893CF44A}"/>
                      </a:ext>
                    </a:extLst>
                  </p:cNvPr>
                  <p:cNvSpPr/>
                  <p:nvPr/>
                </p:nvSpPr>
                <p:spPr>
                  <a:xfrm>
                    <a:off x="2599110" y="2627216"/>
                    <a:ext cx="53694" cy="20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694" h="20900" extrusionOk="0">
                        <a:moveTo>
                          <a:pt x="0" y="0"/>
                        </a:moveTo>
                        <a:lnTo>
                          <a:pt x="53695" y="0"/>
                        </a:lnTo>
                        <a:lnTo>
                          <a:pt x="53695" y="20900"/>
                        </a:lnTo>
                        <a:lnTo>
                          <a:pt x="0" y="2090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18" name="Google Shape;1318;p30">
                    <a:extLst>
                      <a:ext uri="{FF2B5EF4-FFF2-40B4-BE49-F238E27FC236}">
                        <a16:creationId xmlns:a16="http://schemas.microsoft.com/office/drawing/2014/main" id="{125994AF-440B-C486-092F-50F3B5A08E0F}"/>
                      </a:ext>
                    </a:extLst>
                  </p:cNvPr>
                  <p:cNvSpPr/>
                  <p:nvPr/>
                </p:nvSpPr>
                <p:spPr>
                  <a:xfrm>
                    <a:off x="2494643" y="2583716"/>
                    <a:ext cx="106166" cy="1061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166" h="106166" extrusionOk="0">
                        <a:moveTo>
                          <a:pt x="53083" y="106166"/>
                        </a:moveTo>
                        <a:cubicBezTo>
                          <a:pt x="82309" y="106166"/>
                          <a:pt x="106166" y="82309"/>
                          <a:pt x="106166" y="53083"/>
                        </a:cubicBezTo>
                        <a:cubicBezTo>
                          <a:pt x="106166" y="23857"/>
                          <a:pt x="82309" y="0"/>
                          <a:pt x="53083" y="0"/>
                        </a:cubicBezTo>
                        <a:cubicBezTo>
                          <a:pt x="23857" y="0"/>
                          <a:pt x="0" y="23857"/>
                          <a:pt x="0" y="53083"/>
                        </a:cubicBezTo>
                        <a:cubicBezTo>
                          <a:pt x="0" y="82309"/>
                          <a:pt x="23823" y="106166"/>
                          <a:pt x="53083" y="106166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19" name="Google Shape;1319;p30">
                    <a:extLst>
                      <a:ext uri="{FF2B5EF4-FFF2-40B4-BE49-F238E27FC236}">
                        <a16:creationId xmlns:a16="http://schemas.microsoft.com/office/drawing/2014/main" id="{E97F34DB-3390-4F9F-9AE1-6931CE289C24}"/>
                      </a:ext>
                    </a:extLst>
                  </p:cNvPr>
                  <p:cNvSpPr/>
                  <p:nvPr/>
                </p:nvSpPr>
                <p:spPr>
                  <a:xfrm>
                    <a:off x="2503037" y="2592110"/>
                    <a:ext cx="89378" cy="893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378" h="89378" extrusionOk="0">
                        <a:moveTo>
                          <a:pt x="44689" y="89378"/>
                        </a:moveTo>
                        <a:cubicBezTo>
                          <a:pt x="69328" y="89378"/>
                          <a:pt x="89378" y="69294"/>
                          <a:pt x="89378" y="44689"/>
                        </a:cubicBezTo>
                        <a:cubicBezTo>
                          <a:pt x="89378" y="20085"/>
                          <a:pt x="69294" y="0"/>
                          <a:pt x="44689" y="0"/>
                        </a:cubicBezTo>
                        <a:cubicBezTo>
                          <a:pt x="20085" y="0"/>
                          <a:pt x="0" y="20085"/>
                          <a:pt x="0" y="44689"/>
                        </a:cubicBezTo>
                        <a:cubicBezTo>
                          <a:pt x="0" y="69294"/>
                          <a:pt x="20085" y="89378"/>
                          <a:pt x="44689" y="8937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0" name="Google Shape;1320;p30">
                    <a:extLst>
                      <a:ext uri="{FF2B5EF4-FFF2-40B4-BE49-F238E27FC236}">
                        <a16:creationId xmlns:a16="http://schemas.microsoft.com/office/drawing/2014/main" id="{8863C1B5-EB5F-10D9-C939-6B0F7609F81A}"/>
                      </a:ext>
                    </a:extLst>
                  </p:cNvPr>
                  <p:cNvSpPr/>
                  <p:nvPr/>
                </p:nvSpPr>
                <p:spPr>
                  <a:xfrm>
                    <a:off x="2503037" y="2592110"/>
                    <a:ext cx="89378" cy="463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378" h="46388" extrusionOk="0">
                        <a:moveTo>
                          <a:pt x="44689" y="0"/>
                        </a:moveTo>
                        <a:cubicBezTo>
                          <a:pt x="69362" y="0"/>
                          <a:pt x="89378" y="20017"/>
                          <a:pt x="89378" y="44689"/>
                        </a:cubicBezTo>
                        <a:cubicBezTo>
                          <a:pt x="89378" y="45267"/>
                          <a:pt x="89378" y="45811"/>
                          <a:pt x="89310" y="46388"/>
                        </a:cubicBezTo>
                        <a:lnTo>
                          <a:pt x="34" y="46388"/>
                        </a:lnTo>
                        <a:cubicBezTo>
                          <a:pt x="34" y="45811"/>
                          <a:pt x="0" y="45267"/>
                          <a:pt x="0" y="44689"/>
                        </a:cubicBezTo>
                        <a:cubicBezTo>
                          <a:pt x="0" y="20017"/>
                          <a:pt x="20017" y="0"/>
                          <a:pt x="44689" y="0"/>
                        </a:cubicBezTo>
                        <a:close/>
                      </a:path>
                    </a:pathLst>
                  </a:custGeom>
                  <a:solidFill>
                    <a:srgbClr val="74D9E8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1" name="Google Shape;1321;p30">
                    <a:extLst>
                      <a:ext uri="{FF2B5EF4-FFF2-40B4-BE49-F238E27FC236}">
                        <a16:creationId xmlns:a16="http://schemas.microsoft.com/office/drawing/2014/main" id="{E23A3971-3697-CF1E-E889-BDB7EB6DEA2C}"/>
                      </a:ext>
                    </a:extLst>
                  </p:cNvPr>
                  <p:cNvSpPr/>
                  <p:nvPr/>
                </p:nvSpPr>
                <p:spPr>
                  <a:xfrm>
                    <a:off x="2546877" y="2599961"/>
                    <a:ext cx="46223" cy="379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223" h="37994" extrusionOk="0">
                        <a:moveTo>
                          <a:pt x="42004" y="18318"/>
                        </a:moveTo>
                        <a:cubicBezTo>
                          <a:pt x="44961" y="24673"/>
                          <a:pt x="46320" y="31401"/>
                          <a:pt x="46218" y="37994"/>
                        </a:cubicBezTo>
                        <a:lnTo>
                          <a:pt x="0" y="37994"/>
                        </a:lnTo>
                        <a:lnTo>
                          <a:pt x="26168" y="0"/>
                        </a:lnTo>
                        <a:cubicBezTo>
                          <a:pt x="32829" y="4384"/>
                          <a:pt x="38368" y="10603"/>
                          <a:pt x="42004" y="18318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2" name="Google Shape;1322;p30">
                    <a:extLst>
                      <a:ext uri="{FF2B5EF4-FFF2-40B4-BE49-F238E27FC236}">
                        <a16:creationId xmlns:a16="http://schemas.microsoft.com/office/drawing/2014/main" id="{9AB73293-BDAD-C59D-42ED-5A919D436CC3}"/>
                      </a:ext>
                    </a:extLst>
                  </p:cNvPr>
                  <p:cNvSpPr/>
                  <p:nvPr/>
                </p:nvSpPr>
                <p:spPr>
                  <a:xfrm>
                    <a:off x="2527812" y="2592375"/>
                    <a:ext cx="42887" cy="463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887" h="46361" extrusionOk="0">
                        <a:moveTo>
                          <a:pt x="23687" y="143"/>
                        </a:moveTo>
                        <a:cubicBezTo>
                          <a:pt x="30722" y="687"/>
                          <a:pt x="37212" y="2828"/>
                          <a:pt x="42888" y="6193"/>
                        </a:cubicBezTo>
                        <a:lnTo>
                          <a:pt x="20085" y="46362"/>
                        </a:lnTo>
                        <a:lnTo>
                          <a:pt x="0" y="4833"/>
                        </a:lnTo>
                        <a:cubicBezTo>
                          <a:pt x="7069" y="1231"/>
                          <a:pt x="15225" y="-536"/>
                          <a:pt x="23721" y="14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3" name="Google Shape;1323;p30">
                    <a:extLst>
                      <a:ext uri="{FF2B5EF4-FFF2-40B4-BE49-F238E27FC236}">
                        <a16:creationId xmlns:a16="http://schemas.microsoft.com/office/drawing/2014/main" id="{9356C9F8-37BB-AF8F-5A03-774DABDE0736}"/>
                      </a:ext>
                    </a:extLst>
                  </p:cNvPr>
                  <p:cNvSpPr/>
                  <p:nvPr/>
                </p:nvSpPr>
                <p:spPr>
                  <a:xfrm>
                    <a:off x="2503770" y="2600402"/>
                    <a:ext cx="46199" cy="385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199" h="38572" extrusionOk="0">
                        <a:moveTo>
                          <a:pt x="5554" y="15021"/>
                        </a:moveTo>
                        <a:cubicBezTo>
                          <a:pt x="8953" y="8836"/>
                          <a:pt x="13540" y="3806"/>
                          <a:pt x="18944" y="0"/>
                        </a:cubicBezTo>
                        <a:lnTo>
                          <a:pt x="46199" y="37349"/>
                        </a:lnTo>
                        <a:lnTo>
                          <a:pt x="49" y="38572"/>
                        </a:lnTo>
                        <a:cubicBezTo>
                          <a:pt x="-325" y="30620"/>
                          <a:pt x="1442" y="22497"/>
                          <a:pt x="5520" y="1502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grpSp>
                <p:nvGrpSpPr>
                  <p:cNvPr id="1324" name="Google Shape;1324;p30">
                    <a:extLst>
                      <a:ext uri="{FF2B5EF4-FFF2-40B4-BE49-F238E27FC236}">
                        <a16:creationId xmlns:a16="http://schemas.microsoft.com/office/drawing/2014/main" id="{063BB53C-149D-86FC-C5B9-1B9972A3E9C1}"/>
                      </a:ext>
                    </a:extLst>
                  </p:cNvPr>
                  <p:cNvGrpSpPr/>
                  <p:nvPr/>
                </p:nvGrpSpPr>
                <p:grpSpPr>
                  <a:xfrm>
                    <a:off x="2527089" y="2609748"/>
                    <a:ext cx="30439" cy="37610"/>
                    <a:chOff x="4840276" y="2840598"/>
                    <a:chExt cx="30439" cy="37610"/>
                  </a:xfrm>
                </p:grpSpPr>
                <p:sp>
                  <p:nvSpPr>
                    <p:cNvPr id="1325" name="Google Shape;1325;p30">
                      <a:extLst>
                        <a:ext uri="{FF2B5EF4-FFF2-40B4-BE49-F238E27FC236}">
                          <a16:creationId xmlns:a16="http://schemas.microsoft.com/office/drawing/2014/main" id="{07245607-E2D4-8C44-422A-588A25FED0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50500" y="2857984"/>
                      <a:ext cx="20215" cy="202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215" h="20224" extrusionOk="0">
                          <a:moveTo>
                            <a:pt x="8171" y="184"/>
                          </a:moveTo>
                          <a:cubicBezTo>
                            <a:pt x="13642" y="-869"/>
                            <a:pt x="18978" y="2699"/>
                            <a:pt x="20031" y="8171"/>
                          </a:cubicBezTo>
                          <a:cubicBezTo>
                            <a:pt x="21085" y="13642"/>
                            <a:pt x="17516" y="18944"/>
                            <a:pt x="12045" y="20031"/>
                          </a:cubicBezTo>
                          <a:cubicBezTo>
                            <a:pt x="6573" y="21119"/>
                            <a:pt x="1238" y="17516"/>
                            <a:pt x="184" y="12045"/>
                          </a:cubicBezTo>
                          <a:cubicBezTo>
                            <a:pt x="-869" y="6573"/>
                            <a:pt x="2699" y="1238"/>
                            <a:pt x="8171" y="184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noProof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p:txBody>
                </p:sp>
                <p:sp>
                  <p:nvSpPr>
                    <p:cNvPr id="1326" name="Google Shape;1326;p30">
                      <a:extLst>
                        <a:ext uri="{FF2B5EF4-FFF2-40B4-BE49-F238E27FC236}">
                          <a16:creationId xmlns:a16="http://schemas.microsoft.com/office/drawing/2014/main" id="{5331C018-01D1-BB6E-2EF3-F5CC2FBCE5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0276" y="2840598"/>
                      <a:ext cx="20501" cy="2569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501" h="25692" extrusionOk="0">
                          <a:moveTo>
                            <a:pt x="14351" y="25692"/>
                          </a:moveTo>
                          <a:lnTo>
                            <a:pt x="20502" y="21410"/>
                          </a:lnTo>
                          <a:lnTo>
                            <a:pt x="6806" y="1597"/>
                          </a:lnTo>
                          <a:cubicBezTo>
                            <a:pt x="5651" y="-68"/>
                            <a:pt x="3306" y="-510"/>
                            <a:pt x="1606" y="646"/>
                          </a:cubicBezTo>
                          <a:lnTo>
                            <a:pt x="1606" y="646"/>
                          </a:lnTo>
                          <a:cubicBezTo>
                            <a:pt x="-93" y="1835"/>
                            <a:pt x="-501" y="4180"/>
                            <a:pt x="655" y="5845"/>
                          </a:cubicBezTo>
                          <a:lnTo>
                            <a:pt x="14317" y="25658"/>
                          </a:ln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noProof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p:txBody>
                </p:sp>
              </p:grpSp>
            </p:grpSp>
            <p:sp>
              <p:nvSpPr>
                <p:cNvPr id="1327" name="Google Shape;1327;p30">
                  <a:extLst>
                    <a:ext uri="{FF2B5EF4-FFF2-40B4-BE49-F238E27FC236}">
                      <a16:creationId xmlns:a16="http://schemas.microsoft.com/office/drawing/2014/main" id="{61CA9F9C-AB7B-3263-978A-8AC0C4211FD5}"/>
                    </a:ext>
                  </a:extLst>
                </p:cNvPr>
                <p:cNvSpPr/>
                <p:nvPr/>
              </p:nvSpPr>
              <p:spPr>
                <a:xfrm>
                  <a:off x="2310041" y="2586265"/>
                  <a:ext cx="102360" cy="102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360" h="102360" extrusionOk="0">
                      <a:moveTo>
                        <a:pt x="51180" y="0"/>
                      </a:moveTo>
                      <a:cubicBezTo>
                        <a:pt x="79421" y="0"/>
                        <a:pt x="102360" y="22939"/>
                        <a:pt x="102360" y="51180"/>
                      </a:cubicBezTo>
                      <a:cubicBezTo>
                        <a:pt x="102360" y="79421"/>
                        <a:pt x="79421" y="102360"/>
                        <a:pt x="51180" y="102360"/>
                      </a:cubicBezTo>
                      <a:cubicBezTo>
                        <a:pt x="22939" y="102360"/>
                        <a:pt x="0" y="79421"/>
                        <a:pt x="0" y="51180"/>
                      </a:cubicBezTo>
                      <a:cubicBezTo>
                        <a:pt x="0" y="22939"/>
                        <a:pt x="22939" y="0"/>
                        <a:pt x="51180" y="0"/>
                      </a:cubicBezTo>
                      <a:lnTo>
                        <a:pt x="51180" y="0"/>
                      </a:lnTo>
                      <a:close/>
                      <a:moveTo>
                        <a:pt x="51180" y="41936"/>
                      </a:moveTo>
                      <a:cubicBezTo>
                        <a:pt x="46048" y="41936"/>
                        <a:pt x="41903" y="46082"/>
                        <a:pt x="41903" y="51180"/>
                      </a:cubicBezTo>
                      <a:cubicBezTo>
                        <a:pt x="41903" y="56278"/>
                        <a:pt x="46048" y="60458"/>
                        <a:pt x="51180" y="60458"/>
                      </a:cubicBezTo>
                      <a:cubicBezTo>
                        <a:pt x="56312" y="60458"/>
                        <a:pt x="60458" y="56312"/>
                        <a:pt x="60458" y="51180"/>
                      </a:cubicBezTo>
                      <a:cubicBezTo>
                        <a:pt x="60458" y="46048"/>
                        <a:pt x="56312" y="41936"/>
                        <a:pt x="51180" y="41936"/>
                      </a:cubicBezTo>
                      <a:lnTo>
                        <a:pt x="51180" y="41936"/>
                      </a:lnTo>
                      <a:close/>
                      <a:moveTo>
                        <a:pt x="57263" y="30110"/>
                      </a:moveTo>
                      <a:cubicBezTo>
                        <a:pt x="64502" y="32183"/>
                        <a:pt x="70177" y="37892"/>
                        <a:pt x="72284" y="45097"/>
                      </a:cubicBezTo>
                      <a:lnTo>
                        <a:pt x="89073" y="45097"/>
                      </a:lnTo>
                      <a:cubicBezTo>
                        <a:pt x="86490" y="28784"/>
                        <a:pt x="73576" y="15905"/>
                        <a:pt x="57297" y="13322"/>
                      </a:cubicBezTo>
                      <a:lnTo>
                        <a:pt x="57297" y="30110"/>
                      </a:lnTo>
                      <a:lnTo>
                        <a:pt x="57297" y="30110"/>
                      </a:lnTo>
                      <a:close/>
                      <a:moveTo>
                        <a:pt x="72284" y="57263"/>
                      </a:moveTo>
                      <a:cubicBezTo>
                        <a:pt x="70177" y="64502"/>
                        <a:pt x="64502" y="70177"/>
                        <a:pt x="57263" y="72284"/>
                      </a:cubicBezTo>
                      <a:lnTo>
                        <a:pt x="57263" y="89072"/>
                      </a:lnTo>
                      <a:cubicBezTo>
                        <a:pt x="73576" y="86456"/>
                        <a:pt x="86456" y="73576"/>
                        <a:pt x="89038" y="57263"/>
                      </a:cubicBezTo>
                      <a:lnTo>
                        <a:pt x="72250" y="57263"/>
                      </a:lnTo>
                      <a:close/>
                      <a:moveTo>
                        <a:pt x="45131" y="72284"/>
                      </a:moveTo>
                      <a:cubicBezTo>
                        <a:pt x="37926" y="70177"/>
                        <a:pt x="32217" y="64502"/>
                        <a:pt x="30144" y="57263"/>
                      </a:cubicBezTo>
                      <a:lnTo>
                        <a:pt x="13356" y="57263"/>
                      </a:lnTo>
                      <a:cubicBezTo>
                        <a:pt x="15939" y="73576"/>
                        <a:pt x="28853" y="86456"/>
                        <a:pt x="45131" y="89072"/>
                      </a:cubicBezTo>
                      <a:lnTo>
                        <a:pt x="45131" y="72284"/>
                      </a:lnTo>
                      <a:lnTo>
                        <a:pt x="45131" y="72284"/>
                      </a:lnTo>
                      <a:close/>
                      <a:moveTo>
                        <a:pt x="30144" y="45131"/>
                      </a:moveTo>
                      <a:cubicBezTo>
                        <a:pt x="32217" y="37892"/>
                        <a:pt x="37926" y="32217"/>
                        <a:pt x="45131" y="30144"/>
                      </a:cubicBezTo>
                      <a:lnTo>
                        <a:pt x="45131" y="13356"/>
                      </a:lnTo>
                      <a:cubicBezTo>
                        <a:pt x="28853" y="15939"/>
                        <a:pt x="15939" y="28853"/>
                        <a:pt x="13356" y="45131"/>
                      </a:cubicBezTo>
                      <a:lnTo>
                        <a:pt x="30144" y="4513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28" name="Google Shape;1328;p30">
                  <a:extLst>
                    <a:ext uri="{FF2B5EF4-FFF2-40B4-BE49-F238E27FC236}">
                      <a16:creationId xmlns:a16="http://schemas.microsoft.com/office/drawing/2014/main" id="{2342D0BE-0D80-6CEB-1DCC-2F1EEA48F685}"/>
                    </a:ext>
                  </a:extLst>
                </p:cNvPr>
                <p:cNvSpPr/>
                <p:nvPr/>
              </p:nvSpPr>
              <p:spPr>
                <a:xfrm>
                  <a:off x="2208836" y="2598499"/>
                  <a:ext cx="63822" cy="79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7982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79829"/>
                      </a:lnTo>
                      <a:lnTo>
                        <a:pt x="0" y="798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29" name="Google Shape;1329;p30">
                  <a:extLst>
                    <a:ext uri="{FF2B5EF4-FFF2-40B4-BE49-F238E27FC236}">
                      <a16:creationId xmlns:a16="http://schemas.microsoft.com/office/drawing/2014/main" id="{53B74314-BE32-0012-7AD5-64B3831FC8B7}"/>
                    </a:ext>
                  </a:extLst>
                </p:cNvPr>
                <p:cNvSpPr/>
                <p:nvPr/>
              </p:nvSpPr>
              <p:spPr>
                <a:xfrm>
                  <a:off x="2208836" y="2608729"/>
                  <a:ext cx="63822" cy="11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1141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11419"/>
                      </a:lnTo>
                      <a:lnTo>
                        <a:pt x="0" y="11419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30" name="Google Shape;1330;p30">
                  <a:extLst>
                    <a:ext uri="{FF2B5EF4-FFF2-40B4-BE49-F238E27FC236}">
                      <a16:creationId xmlns:a16="http://schemas.microsoft.com/office/drawing/2014/main" id="{95EF2E99-F13D-DEB4-BFE8-2DAA8FC0A936}"/>
                    </a:ext>
                  </a:extLst>
                </p:cNvPr>
                <p:cNvSpPr/>
                <p:nvPr/>
              </p:nvSpPr>
              <p:spPr>
                <a:xfrm>
                  <a:off x="2195175" y="2568219"/>
                  <a:ext cx="25623" cy="14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3" h="143107" extrusionOk="0">
                      <a:moveTo>
                        <a:pt x="0" y="34"/>
                      </a:moveTo>
                      <a:lnTo>
                        <a:pt x="12812" y="34"/>
                      </a:lnTo>
                      <a:cubicBezTo>
                        <a:pt x="19847" y="34"/>
                        <a:pt x="25624" y="5811"/>
                        <a:pt x="25624" y="12846"/>
                      </a:cubicBezTo>
                      <a:lnTo>
                        <a:pt x="25624" y="130295"/>
                      </a:lnTo>
                      <a:cubicBezTo>
                        <a:pt x="25624" y="137330"/>
                        <a:pt x="19847" y="143107"/>
                        <a:pt x="12812" y="143107"/>
                      </a:cubicBezTo>
                      <a:lnTo>
                        <a:pt x="0" y="14310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31" name="Google Shape;1331;p30">
                  <a:extLst>
                    <a:ext uri="{FF2B5EF4-FFF2-40B4-BE49-F238E27FC236}">
                      <a16:creationId xmlns:a16="http://schemas.microsoft.com/office/drawing/2014/main" id="{CAD250E1-57F3-4E5B-B4A0-FEE9314FF322}"/>
                    </a:ext>
                  </a:extLst>
                </p:cNvPr>
                <p:cNvSpPr/>
                <p:nvPr/>
              </p:nvSpPr>
              <p:spPr>
                <a:xfrm>
                  <a:off x="2195175" y="2634387"/>
                  <a:ext cx="25623" cy="76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3" h="76974" extrusionOk="0">
                      <a:moveTo>
                        <a:pt x="25624" y="0"/>
                      </a:moveTo>
                      <a:lnTo>
                        <a:pt x="25624" y="64162"/>
                      </a:lnTo>
                      <a:cubicBezTo>
                        <a:pt x="25624" y="71197"/>
                        <a:pt x="19847" y="76974"/>
                        <a:pt x="12812" y="76974"/>
                      </a:cubicBezTo>
                      <a:lnTo>
                        <a:pt x="0" y="76974"/>
                      </a:lnTo>
                      <a:lnTo>
                        <a:pt x="0" y="0"/>
                      </a:lnTo>
                      <a:lnTo>
                        <a:pt x="25624" y="0"/>
                      </a:lnTo>
                      <a:close/>
                    </a:path>
                  </a:pathLst>
                </a:custGeom>
                <a:solidFill>
                  <a:srgbClr val="161D1E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32" name="Google Shape;1332;p30">
                  <a:extLst>
                    <a:ext uri="{FF2B5EF4-FFF2-40B4-BE49-F238E27FC236}">
                      <a16:creationId xmlns:a16="http://schemas.microsoft.com/office/drawing/2014/main" id="{5B2A845E-D97C-F3B6-DD33-7FCB9A8EEAE1}"/>
                    </a:ext>
                  </a:extLst>
                </p:cNvPr>
                <p:cNvSpPr/>
                <p:nvPr/>
              </p:nvSpPr>
              <p:spPr>
                <a:xfrm>
                  <a:off x="2350924" y="2627556"/>
                  <a:ext cx="19982" cy="19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48" extrusionOk="0">
                      <a:moveTo>
                        <a:pt x="9991" y="19949"/>
                      </a:moveTo>
                      <a:cubicBezTo>
                        <a:pt x="15463" y="19949"/>
                        <a:pt x="19983" y="15463"/>
                        <a:pt x="19983" y="9958"/>
                      </a:cubicBezTo>
                      <a:cubicBezTo>
                        <a:pt x="19983" y="4452"/>
                        <a:pt x="15497" y="0"/>
                        <a:pt x="9991" y="0"/>
                      </a:cubicBezTo>
                      <a:cubicBezTo>
                        <a:pt x="4486" y="0"/>
                        <a:pt x="0" y="4486"/>
                        <a:pt x="0" y="9958"/>
                      </a:cubicBezTo>
                      <a:cubicBezTo>
                        <a:pt x="0" y="15429"/>
                        <a:pt x="4486" y="19949"/>
                        <a:pt x="9991" y="1994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sp>
            <p:nvSpPr>
              <p:cNvPr id="1333" name="Google Shape;1333;p30">
                <a:extLst>
                  <a:ext uri="{FF2B5EF4-FFF2-40B4-BE49-F238E27FC236}">
                    <a16:creationId xmlns:a16="http://schemas.microsoft.com/office/drawing/2014/main" id="{D1D8F6D6-FB3C-8847-9DB5-7FD024FDECDF}"/>
                  </a:ext>
                </a:extLst>
              </p:cNvPr>
              <p:cNvSpPr/>
              <p:nvPr/>
            </p:nvSpPr>
            <p:spPr>
              <a:xfrm flipH="1">
                <a:off x="8083202" y="3204759"/>
                <a:ext cx="432653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94015" h="34731" extrusionOk="0">
                    <a:moveTo>
                      <a:pt x="0" y="34732"/>
                    </a:moveTo>
                    <a:lnTo>
                      <a:pt x="0" y="17366"/>
                    </a:lnTo>
                    <a:cubicBezTo>
                      <a:pt x="0" y="7816"/>
                      <a:pt x="7816" y="0"/>
                      <a:pt x="17366" y="0"/>
                    </a:cubicBezTo>
                    <a:lnTo>
                      <a:pt x="176650" y="0"/>
                    </a:lnTo>
                    <a:cubicBezTo>
                      <a:pt x="186199" y="0"/>
                      <a:pt x="194016" y="7816"/>
                      <a:pt x="194016" y="17366"/>
                    </a:cubicBezTo>
                    <a:lnTo>
                      <a:pt x="194016" y="34732"/>
                    </a:lnTo>
                    <a:lnTo>
                      <a:pt x="0" y="3473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4" name="Google Shape;1334;p30">
                <a:extLst>
                  <a:ext uri="{FF2B5EF4-FFF2-40B4-BE49-F238E27FC236}">
                    <a16:creationId xmlns:a16="http://schemas.microsoft.com/office/drawing/2014/main" id="{33FB2C66-442C-7FB1-D87C-346AF6AFED3C}"/>
                  </a:ext>
                </a:extLst>
              </p:cNvPr>
              <p:cNvSpPr/>
              <p:nvPr/>
            </p:nvSpPr>
            <p:spPr>
              <a:xfrm flipH="1">
                <a:off x="8083155" y="3204683"/>
                <a:ext cx="232734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04365" h="34731" extrusionOk="0">
                    <a:moveTo>
                      <a:pt x="0" y="0"/>
                    </a:moveTo>
                    <a:lnTo>
                      <a:pt x="86999" y="0"/>
                    </a:lnTo>
                    <a:cubicBezTo>
                      <a:pt x="96549" y="0"/>
                      <a:pt x="104365" y="7816"/>
                      <a:pt x="104365" y="17366"/>
                    </a:cubicBezTo>
                    <a:lnTo>
                      <a:pt x="104365" y="34732"/>
                    </a:lnTo>
                    <a:lnTo>
                      <a:pt x="0" y="347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5" name="Google Shape;1335;p30">
                <a:extLst>
                  <a:ext uri="{FF2B5EF4-FFF2-40B4-BE49-F238E27FC236}">
                    <a16:creationId xmlns:a16="http://schemas.microsoft.com/office/drawing/2014/main" id="{1932B735-B757-8B86-4413-C774227377EE}"/>
                  </a:ext>
                </a:extLst>
              </p:cNvPr>
              <p:cNvSpPr/>
              <p:nvPr/>
            </p:nvSpPr>
            <p:spPr>
              <a:xfrm flipH="1">
                <a:off x="8173818" y="1893996"/>
                <a:ext cx="241297" cy="1310466"/>
              </a:xfrm>
              <a:custGeom>
                <a:avLst/>
                <a:gdLst/>
                <a:ahLst/>
                <a:cxnLst/>
                <a:rect l="l" t="t" r="r" b="b"/>
                <a:pathLst>
                  <a:path w="108205" h="587653" extrusionOk="0">
                    <a:moveTo>
                      <a:pt x="0" y="0"/>
                    </a:moveTo>
                    <a:lnTo>
                      <a:pt x="108206" y="0"/>
                    </a:lnTo>
                    <a:lnTo>
                      <a:pt x="108206" y="587654"/>
                    </a:lnTo>
                    <a:lnTo>
                      <a:pt x="0" y="58765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6" name="Google Shape;1336;p30">
                <a:extLst>
                  <a:ext uri="{FF2B5EF4-FFF2-40B4-BE49-F238E27FC236}">
                    <a16:creationId xmlns:a16="http://schemas.microsoft.com/office/drawing/2014/main" id="{BA416492-A5C6-AFE2-07FE-ACA909BF553E}"/>
                  </a:ext>
                </a:extLst>
              </p:cNvPr>
              <p:cNvSpPr/>
              <p:nvPr/>
            </p:nvSpPr>
            <p:spPr>
              <a:xfrm flipH="1">
                <a:off x="8349631" y="1893996"/>
                <a:ext cx="34480" cy="1310466"/>
              </a:xfrm>
              <a:custGeom>
                <a:avLst/>
                <a:gdLst/>
                <a:ahLst/>
                <a:cxnLst/>
                <a:rect l="l" t="t" r="r" b="b"/>
                <a:pathLst>
                  <a:path w="15462" h="587653" extrusionOk="0">
                    <a:moveTo>
                      <a:pt x="0" y="0"/>
                    </a:moveTo>
                    <a:lnTo>
                      <a:pt x="15463" y="0"/>
                    </a:lnTo>
                    <a:lnTo>
                      <a:pt x="15463" y="587654"/>
                    </a:lnTo>
                    <a:lnTo>
                      <a:pt x="0" y="587654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7" name="Google Shape;1337;p30">
                <a:extLst>
                  <a:ext uri="{FF2B5EF4-FFF2-40B4-BE49-F238E27FC236}">
                    <a16:creationId xmlns:a16="http://schemas.microsoft.com/office/drawing/2014/main" id="{8BD34F70-F69B-E80E-3CD5-4F416C05746C}"/>
                  </a:ext>
                </a:extLst>
              </p:cNvPr>
              <p:cNvSpPr/>
              <p:nvPr/>
            </p:nvSpPr>
            <p:spPr>
              <a:xfrm flipH="1">
                <a:off x="8073120" y="1957215"/>
                <a:ext cx="432653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94015" h="34731" extrusionOk="0">
                    <a:moveTo>
                      <a:pt x="0" y="0"/>
                    </a:moveTo>
                    <a:lnTo>
                      <a:pt x="0" y="17366"/>
                    </a:lnTo>
                    <a:cubicBezTo>
                      <a:pt x="0" y="26915"/>
                      <a:pt x="7816" y="34732"/>
                      <a:pt x="17366" y="34732"/>
                    </a:cubicBezTo>
                    <a:lnTo>
                      <a:pt x="176650" y="34732"/>
                    </a:lnTo>
                    <a:cubicBezTo>
                      <a:pt x="186199" y="34732"/>
                      <a:pt x="194015" y="26915"/>
                      <a:pt x="194015" y="17366"/>
                    </a:cubicBezTo>
                    <a:lnTo>
                      <a:pt x="19401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8" name="Google Shape;1338;p30">
                <a:extLst>
                  <a:ext uri="{FF2B5EF4-FFF2-40B4-BE49-F238E27FC236}">
                    <a16:creationId xmlns:a16="http://schemas.microsoft.com/office/drawing/2014/main" id="{00D106B1-15FB-B92E-2AF7-55025ADA6343}"/>
                  </a:ext>
                </a:extLst>
              </p:cNvPr>
              <p:cNvSpPr/>
              <p:nvPr/>
            </p:nvSpPr>
            <p:spPr>
              <a:xfrm flipH="1">
                <a:off x="8073073" y="1957291"/>
                <a:ext cx="232734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04365" h="34731" extrusionOk="0">
                    <a:moveTo>
                      <a:pt x="34" y="34732"/>
                    </a:moveTo>
                    <a:lnTo>
                      <a:pt x="86999" y="34732"/>
                    </a:lnTo>
                    <a:cubicBezTo>
                      <a:pt x="96549" y="34732"/>
                      <a:pt x="104365" y="26915"/>
                      <a:pt x="104365" y="17366"/>
                    </a:cubicBezTo>
                    <a:lnTo>
                      <a:pt x="104365" y="0"/>
                    </a:lnTo>
                    <a:lnTo>
                      <a:pt x="0" y="0"/>
                    </a:lnTo>
                    <a:lnTo>
                      <a:pt x="0" y="34732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9" name="Google Shape;1339;p30">
                <a:extLst>
                  <a:ext uri="{FF2B5EF4-FFF2-40B4-BE49-F238E27FC236}">
                    <a16:creationId xmlns:a16="http://schemas.microsoft.com/office/drawing/2014/main" id="{D6DF5771-3083-8C78-D538-C2D18DB950CE}"/>
                  </a:ext>
                </a:extLst>
              </p:cNvPr>
              <p:cNvSpPr/>
              <p:nvPr/>
            </p:nvSpPr>
            <p:spPr>
              <a:xfrm flipH="1">
                <a:off x="7910239" y="1296679"/>
                <a:ext cx="510257" cy="588921"/>
              </a:xfrm>
              <a:custGeom>
                <a:avLst/>
                <a:gdLst/>
                <a:ahLst/>
                <a:cxnLst/>
                <a:rect l="l" t="t" r="r" b="b"/>
                <a:pathLst>
                  <a:path w="228815" h="264090" extrusionOk="0">
                    <a:moveTo>
                      <a:pt x="228781" y="0"/>
                    </a:moveTo>
                    <a:lnTo>
                      <a:pt x="199419" y="0"/>
                    </a:lnTo>
                    <a:cubicBezTo>
                      <a:pt x="89718" y="0"/>
                      <a:pt x="0" y="89718"/>
                      <a:pt x="0" y="199419"/>
                    </a:cubicBezTo>
                    <a:lnTo>
                      <a:pt x="0" y="264091"/>
                    </a:lnTo>
                    <a:lnTo>
                      <a:pt x="108817" y="264091"/>
                    </a:lnTo>
                    <a:lnTo>
                      <a:pt x="108817" y="236904"/>
                    </a:lnTo>
                    <a:cubicBezTo>
                      <a:pt x="108817" y="140491"/>
                      <a:pt x="157754" y="102258"/>
                      <a:pt x="228815" y="104603"/>
                    </a:cubicBezTo>
                    <a:lnTo>
                      <a:pt x="228815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0" name="Google Shape;1340;p30">
                <a:extLst>
                  <a:ext uri="{FF2B5EF4-FFF2-40B4-BE49-F238E27FC236}">
                    <a16:creationId xmlns:a16="http://schemas.microsoft.com/office/drawing/2014/main" id="{8B33A917-021D-4B06-CA61-CBF594417590}"/>
                  </a:ext>
                </a:extLst>
              </p:cNvPr>
              <p:cNvSpPr/>
              <p:nvPr/>
            </p:nvSpPr>
            <p:spPr>
              <a:xfrm flipH="1">
                <a:off x="7910215" y="1381587"/>
                <a:ext cx="403173" cy="504107"/>
              </a:xfrm>
              <a:custGeom>
                <a:avLst/>
                <a:gdLst/>
                <a:ahLst/>
                <a:cxnLst/>
                <a:rect l="l" t="t" r="r" b="b"/>
                <a:pathLst>
                  <a:path w="180795" h="226057" extrusionOk="0">
                    <a:moveTo>
                      <a:pt x="0" y="226024"/>
                    </a:moveTo>
                    <a:lnTo>
                      <a:pt x="60797" y="226024"/>
                    </a:lnTo>
                    <a:lnTo>
                      <a:pt x="60797" y="198836"/>
                    </a:lnTo>
                    <a:cubicBezTo>
                      <a:pt x="60797" y="102423"/>
                      <a:pt x="109735" y="64191"/>
                      <a:pt x="180796" y="66536"/>
                    </a:cubicBezTo>
                    <a:lnTo>
                      <a:pt x="180796" y="29"/>
                    </a:lnTo>
                    <a:cubicBezTo>
                      <a:pt x="25420" y="-1908"/>
                      <a:pt x="34" y="93214"/>
                      <a:pt x="34" y="198599"/>
                    </a:cubicBezTo>
                    <a:lnTo>
                      <a:pt x="34" y="226058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1" name="Google Shape;1341;p30">
                <a:extLst>
                  <a:ext uri="{FF2B5EF4-FFF2-40B4-BE49-F238E27FC236}">
                    <a16:creationId xmlns:a16="http://schemas.microsoft.com/office/drawing/2014/main" id="{78BD92DE-28EF-35D1-334A-AA63EEB38388}"/>
                  </a:ext>
                </a:extLst>
              </p:cNvPr>
              <p:cNvSpPr/>
              <p:nvPr/>
            </p:nvSpPr>
            <p:spPr>
              <a:xfrm flipH="1">
                <a:off x="8075319" y="1883080"/>
                <a:ext cx="430606" cy="77147"/>
              </a:xfrm>
              <a:custGeom>
                <a:avLst/>
                <a:gdLst/>
                <a:ahLst/>
                <a:cxnLst/>
                <a:rect l="l" t="t" r="r" b="b"/>
                <a:pathLst>
                  <a:path w="193097" h="34595" extrusionOk="0">
                    <a:moveTo>
                      <a:pt x="0" y="34596"/>
                    </a:moveTo>
                    <a:lnTo>
                      <a:pt x="0" y="17298"/>
                    </a:lnTo>
                    <a:cubicBezTo>
                      <a:pt x="0" y="7783"/>
                      <a:pt x="7782" y="0"/>
                      <a:pt x="17298" y="0"/>
                    </a:cubicBezTo>
                    <a:lnTo>
                      <a:pt x="175800" y="0"/>
                    </a:lnTo>
                    <a:cubicBezTo>
                      <a:pt x="185316" y="0"/>
                      <a:pt x="193098" y="7783"/>
                      <a:pt x="193098" y="17298"/>
                    </a:cubicBezTo>
                    <a:lnTo>
                      <a:pt x="193098" y="34596"/>
                    </a:lnTo>
                    <a:lnTo>
                      <a:pt x="0" y="3459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2" name="Google Shape;1342;p30">
                <a:extLst>
                  <a:ext uri="{FF2B5EF4-FFF2-40B4-BE49-F238E27FC236}">
                    <a16:creationId xmlns:a16="http://schemas.microsoft.com/office/drawing/2014/main" id="{4CF2D5F1-DA4C-8570-C409-04F333B07676}"/>
                  </a:ext>
                </a:extLst>
              </p:cNvPr>
              <p:cNvSpPr/>
              <p:nvPr/>
            </p:nvSpPr>
            <p:spPr>
              <a:xfrm flipH="1">
                <a:off x="8075272" y="1883080"/>
                <a:ext cx="231597" cy="77147"/>
              </a:xfrm>
              <a:custGeom>
                <a:avLst/>
                <a:gdLst/>
                <a:ahLst/>
                <a:cxnLst/>
                <a:rect l="l" t="t" r="r" b="b"/>
                <a:pathLst>
                  <a:path w="103855" h="34595" extrusionOk="0">
                    <a:moveTo>
                      <a:pt x="0" y="0"/>
                    </a:moveTo>
                    <a:lnTo>
                      <a:pt x="86558" y="0"/>
                    </a:lnTo>
                    <a:cubicBezTo>
                      <a:pt x="96073" y="0"/>
                      <a:pt x="103856" y="7783"/>
                      <a:pt x="103856" y="17298"/>
                    </a:cubicBezTo>
                    <a:lnTo>
                      <a:pt x="103856" y="34596"/>
                    </a:lnTo>
                    <a:lnTo>
                      <a:pt x="0" y="34596"/>
                    </a:lnTo>
                    <a:lnTo>
                      <a:pt x="0" y="34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3" name="Google Shape;1343;p30">
                <a:extLst>
                  <a:ext uri="{FF2B5EF4-FFF2-40B4-BE49-F238E27FC236}">
                    <a16:creationId xmlns:a16="http://schemas.microsoft.com/office/drawing/2014/main" id="{6EED583E-933A-A416-B9B2-9FC2B564BC63}"/>
                  </a:ext>
                </a:extLst>
              </p:cNvPr>
              <p:cNvSpPr/>
              <p:nvPr/>
            </p:nvSpPr>
            <p:spPr>
              <a:xfrm flipH="1">
                <a:off x="7833734" y="1205338"/>
                <a:ext cx="77147" cy="430606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93097" extrusionOk="0">
                    <a:moveTo>
                      <a:pt x="34596" y="0"/>
                    </a:moveTo>
                    <a:lnTo>
                      <a:pt x="17298" y="0"/>
                    </a:lnTo>
                    <a:cubicBezTo>
                      <a:pt x="7782" y="0"/>
                      <a:pt x="0" y="7782"/>
                      <a:pt x="0" y="17298"/>
                    </a:cubicBezTo>
                    <a:lnTo>
                      <a:pt x="0" y="175800"/>
                    </a:lnTo>
                    <a:cubicBezTo>
                      <a:pt x="0" y="185315"/>
                      <a:pt x="7782" y="193098"/>
                      <a:pt x="17298" y="193098"/>
                    </a:cubicBezTo>
                    <a:lnTo>
                      <a:pt x="34596" y="193098"/>
                    </a:lnTo>
                    <a:lnTo>
                      <a:pt x="3459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4" name="Google Shape;1344;p30">
                <a:extLst>
                  <a:ext uri="{FF2B5EF4-FFF2-40B4-BE49-F238E27FC236}">
                    <a16:creationId xmlns:a16="http://schemas.microsoft.com/office/drawing/2014/main" id="{A6E8D5CA-7A17-8F4C-79D7-248B27DA5C4A}"/>
                  </a:ext>
                </a:extLst>
              </p:cNvPr>
              <p:cNvSpPr/>
              <p:nvPr/>
            </p:nvSpPr>
            <p:spPr>
              <a:xfrm flipH="1">
                <a:off x="7833734" y="1404394"/>
                <a:ext cx="77147" cy="231597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03855" extrusionOk="0">
                    <a:moveTo>
                      <a:pt x="0" y="0"/>
                    </a:moveTo>
                    <a:lnTo>
                      <a:pt x="0" y="86558"/>
                    </a:lnTo>
                    <a:cubicBezTo>
                      <a:pt x="0" y="96073"/>
                      <a:pt x="7782" y="103856"/>
                      <a:pt x="17298" y="103856"/>
                    </a:cubicBezTo>
                    <a:lnTo>
                      <a:pt x="34596" y="103856"/>
                    </a:lnTo>
                    <a:lnTo>
                      <a:pt x="3459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5" name="Google Shape;1345;p30">
                <a:extLst>
                  <a:ext uri="{FF2B5EF4-FFF2-40B4-BE49-F238E27FC236}">
                    <a16:creationId xmlns:a16="http://schemas.microsoft.com/office/drawing/2014/main" id="{2AB1C2EB-9DA7-AC5F-991D-705EAC2BED36}"/>
                  </a:ext>
                </a:extLst>
              </p:cNvPr>
              <p:cNvSpPr/>
              <p:nvPr/>
            </p:nvSpPr>
            <p:spPr>
              <a:xfrm flipH="1">
                <a:off x="7573432" y="1207461"/>
                <a:ext cx="77147" cy="430606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93097" extrusionOk="0">
                    <a:moveTo>
                      <a:pt x="0" y="0"/>
                    </a:moveTo>
                    <a:lnTo>
                      <a:pt x="17298" y="0"/>
                    </a:lnTo>
                    <a:cubicBezTo>
                      <a:pt x="26814" y="0"/>
                      <a:pt x="34596" y="7782"/>
                      <a:pt x="34596" y="17298"/>
                    </a:cubicBezTo>
                    <a:lnTo>
                      <a:pt x="34596" y="175800"/>
                    </a:lnTo>
                    <a:cubicBezTo>
                      <a:pt x="34596" y="185316"/>
                      <a:pt x="26814" y="193098"/>
                      <a:pt x="17298" y="193098"/>
                    </a:cubicBezTo>
                    <a:lnTo>
                      <a:pt x="0" y="1930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6" name="Google Shape;1346;p30">
                <a:extLst>
                  <a:ext uri="{FF2B5EF4-FFF2-40B4-BE49-F238E27FC236}">
                    <a16:creationId xmlns:a16="http://schemas.microsoft.com/office/drawing/2014/main" id="{0CD0733D-49B1-A166-D200-D270955C190C}"/>
                  </a:ext>
                </a:extLst>
              </p:cNvPr>
              <p:cNvSpPr/>
              <p:nvPr/>
            </p:nvSpPr>
            <p:spPr>
              <a:xfrm flipH="1">
                <a:off x="7573432" y="1406516"/>
                <a:ext cx="77147" cy="231597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03855" extrusionOk="0">
                    <a:moveTo>
                      <a:pt x="34596" y="0"/>
                    </a:moveTo>
                    <a:lnTo>
                      <a:pt x="34596" y="86558"/>
                    </a:lnTo>
                    <a:cubicBezTo>
                      <a:pt x="34596" y="96073"/>
                      <a:pt x="26814" y="103856"/>
                      <a:pt x="17298" y="103856"/>
                    </a:cubicBezTo>
                    <a:lnTo>
                      <a:pt x="0" y="103856"/>
                    </a:lnTo>
                    <a:lnTo>
                      <a:pt x="0" y="0"/>
                    </a:lnTo>
                    <a:lnTo>
                      <a:pt x="34562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7" name="Google Shape;1347;p30">
                <a:extLst>
                  <a:ext uri="{FF2B5EF4-FFF2-40B4-BE49-F238E27FC236}">
                    <a16:creationId xmlns:a16="http://schemas.microsoft.com/office/drawing/2014/main" id="{4A5C33BA-E0A9-9C98-BFDB-2760902F86E4}"/>
                  </a:ext>
                </a:extLst>
              </p:cNvPr>
              <p:cNvSpPr/>
              <p:nvPr/>
            </p:nvSpPr>
            <p:spPr>
              <a:xfrm flipH="1">
                <a:off x="7637967" y="1298423"/>
                <a:ext cx="203632" cy="241373"/>
              </a:xfrm>
              <a:custGeom>
                <a:avLst/>
                <a:gdLst/>
                <a:ahLst/>
                <a:cxnLst/>
                <a:rect l="l" t="t" r="r" b="b"/>
                <a:pathLst>
                  <a:path w="91315" h="108239" extrusionOk="0">
                    <a:moveTo>
                      <a:pt x="0" y="0"/>
                    </a:moveTo>
                    <a:lnTo>
                      <a:pt x="91315" y="0"/>
                    </a:lnTo>
                    <a:lnTo>
                      <a:pt x="91315" y="108240"/>
                    </a:lnTo>
                    <a:lnTo>
                      <a:pt x="0" y="10824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8" name="Google Shape;1348;p30">
                <a:extLst>
                  <a:ext uri="{FF2B5EF4-FFF2-40B4-BE49-F238E27FC236}">
                    <a16:creationId xmlns:a16="http://schemas.microsoft.com/office/drawing/2014/main" id="{A2314C18-36BC-81BF-2FA3-08EDA1F2FB9D}"/>
                  </a:ext>
                </a:extLst>
              </p:cNvPr>
              <p:cNvSpPr/>
              <p:nvPr/>
            </p:nvSpPr>
            <p:spPr>
              <a:xfrm flipH="1">
                <a:off x="7118158" y="3283892"/>
                <a:ext cx="423711" cy="1859887"/>
              </a:xfrm>
              <a:custGeom>
                <a:avLst/>
                <a:gdLst/>
                <a:ahLst/>
                <a:cxnLst/>
                <a:rect l="l" t="t" r="r" b="b"/>
                <a:pathLst>
                  <a:path w="190005" h="822959" extrusionOk="0">
                    <a:moveTo>
                      <a:pt x="0" y="0"/>
                    </a:moveTo>
                    <a:lnTo>
                      <a:pt x="190005" y="0"/>
                    </a:lnTo>
                    <a:lnTo>
                      <a:pt x="190005" y="822960"/>
                    </a:lnTo>
                    <a:lnTo>
                      <a:pt x="0" y="82296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349" name="Google Shape;1349;p30">
                <a:extLst>
                  <a:ext uri="{FF2B5EF4-FFF2-40B4-BE49-F238E27FC236}">
                    <a16:creationId xmlns:a16="http://schemas.microsoft.com/office/drawing/2014/main" id="{A64FF68F-053F-AD2A-DA94-94321F57E411}"/>
                  </a:ext>
                </a:extLst>
              </p:cNvPr>
              <p:cNvGrpSpPr/>
              <p:nvPr/>
            </p:nvGrpSpPr>
            <p:grpSpPr>
              <a:xfrm flipH="1">
                <a:off x="6779665" y="2350914"/>
                <a:ext cx="1054096" cy="932360"/>
                <a:chOff x="4168463" y="2302169"/>
                <a:chExt cx="472583" cy="418005"/>
              </a:xfrm>
            </p:grpSpPr>
            <p:sp>
              <p:nvSpPr>
                <p:cNvPr id="1350" name="Google Shape;1350;p30">
                  <a:extLst>
                    <a:ext uri="{FF2B5EF4-FFF2-40B4-BE49-F238E27FC236}">
                      <a16:creationId xmlns:a16="http://schemas.microsoft.com/office/drawing/2014/main" id="{3FB1C243-1700-B5C9-F5E1-7AB797097ED1}"/>
                    </a:ext>
                  </a:extLst>
                </p:cNvPr>
                <p:cNvSpPr/>
                <p:nvPr/>
              </p:nvSpPr>
              <p:spPr>
                <a:xfrm>
                  <a:off x="4193679" y="2335916"/>
                  <a:ext cx="425889" cy="372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889" h="372126" extrusionOk="0">
                      <a:moveTo>
                        <a:pt x="150618" y="0"/>
                      </a:moveTo>
                      <a:lnTo>
                        <a:pt x="269324" y="0"/>
                      </a:lnTo>
                      <a:lnTo>
                        <a:pt x="425889" y="123396"/>
                      </a:lnTo>
                      <a:lnTo>
                        <a:pt x="425889" y="372126"/>
                      </a:lnTo>
                      <a:lnTo>
                        <a:pt x="0" y="372126"/>
                      </a:lnTo>
                      <a:lnTo>
                        <a:pt x="0" y="123396"/>
                      </a:lnTo>
                      <a:lnTo>
                        <a:pt x="150618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1" name="Google Shape;1351;p30">
                  <a:extLst>
                    <a:ext uri="{FF2B5EF4-FFF2-40B4-BE49-F238E27FC236}">
                      <a16:creationId xmlns:a16="http://schemas.microsoft.com/office/drawing/2014/main" id="{4A22558D-0BE6-1E01-75DE-74C1ED5D7C3F}"/>
                    </a:ext>
                  </a:extLst>
                </p:cNvPr>
                <p:cNvSpPr/>
                <p:nvPr/>
              </p:nvSpPr>
              <p:spPr>
                <a:xfrm>
                  <a:off x="4193679" y="2459312"/>
                  <a:ext cx="425889" cy="2486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889" h="248695" extrusionOk="0">
                      <a:moveTo>
                        <a:pt x="0" y="0"/>
                      </a:moveTo>
                      <a:lnTo>
                        <a:pt x="425889" y="0"/>
                      </a:lnTo>
                      <a:lnTo>
                        <a:pt x="425889" y="248696"/>
                      </a:lnTo>
                      <a:lnTo>
                        <a:pt x="0" y="248696"/>
                      </a:lnTo>
                      <a:close/>
                    </a:path>
                  </a:pathLst>
                </a:custGeom>
                <a:solidFill>
                  <a:srgbClr val="161D1E">
                    <a:alpha val="1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2" name="Google Shape;1352;p30">
                  <a:extLst>
                    <a:ext uri="{FF2B5EF4-FFF2-40B4-BE49-F238E27FC236}">
                      <a16:creationId xmlns:a16="http://schemas.microsoft.com/office/drawing/2014/main" id="{0732438F-6023-9C64-B48D-59388C8FCBBD}"/>
                    </a:ext>
                  </a:extLst>
                </p:cNvPr>
                <p:cNvSpPr/>
                <p:nvPr/>
              </p:nvSpPr>
              <p:spPr>
                <a:xfrm>
                  <a:off x="4488798" y="2459312"/>
                  <a:ext cx="87781" cy="216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81" h="216920" extrusionOk="0">
                      <a:moveTo>
                        <a:pt x="0" y="0"/>
                      </a:moveTo>
                      <a:lnTo>
                        <a:pt x="87781" y="0"/>
                      </a:lnTo>
                      <a:lnTo>
                        <a:pt x="87781" y="216921"/>
                      </a:lnTo>
                      <a:lnTo>
                        <a:pt x="0" y="216921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3" name="Google Shape;1353;p30">
                  <a:extLst>
                    <a:ext uri="{FF2B5EF4-FFF2-40B4-BE49-F238E27FC236}">
                      <a16:creationId xmlns:a16="http://schemas.microsoft.com/office/drawing/2014/main" id="{F9DDBAF1-D8AF-53CF-2B6C-46163559720A}"/>
                    </a:ext>
                  </a:extLst>
                </p:cNvPr>
                <p:cNvSpPr/>
                <p:nvPr/>
              </p:nvSpPr>
              <p:spPr>
                <a:xfrm>
                  <a:off x="4250229" y="2458904"/>
                  <a:ext cx="60151" cy="216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151" h="216920" extrusionOk="0">
                      <a:moveTo>
                        <a:pt x="0" y="0"/>
                      </a:moveTo>
                      <a:lnTo>
                        <a:pt x="60152" y="0"/>
                      </a:lnTo>
                      <a:lnTo>
                        <a:pt x="60152" y="216921"/>
                      </a:lnTo>
                      <a:lnTo>
                        <a:pt x="0" y="216921"/>
                      </a:ln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4" name="Google Shape;1354;p30">
                  <a:extLst>
                    <a:ext uri="{FF2B5EF4-FFF2-40B4-BE49-F238E27FC236}">
                      <a16:creationId xmlns:a16="http://schemas.microsoft.com/office/drawing/2014/main" id="{30ACF5CB-6D66-CE06-AC98-95CC0C299932}"/>
                    </a:ext>
                  </a:extLst>
                </p:cNvPr>
                <p:cNvSpPr/>
                <p:nvPr/>
              </p:nvSpPr>
              <p:spPr>
                <a:xfrm>
                  <a:off x="4423412" y="2335916"/>
                  <a:ext cx="153166" cy="123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166" h="123396" extrusionOk="0">
                      <a:moveTo>
                        <a:pt x="0" y="0"/>
                      </a:moveTo>
                      <a:lnTo>
                        <a:pt x="65385" y="123396"/>
                      </a:lnTo>
                      <a:lnTo>
                        <a:pt x="153167" y="123396"/>
                      </a:lnTo>
                      <a:lnTo>
                        <a:pt x="2242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5" name="Google Shape;1355;p30">
                  <a:extLst>
                    <a:ext uri="{FF2B5EF4-FFF2-40B4-BE49-F238E27FC236}">
                      <a16:creationId xmlns:a16="http://schemas.microsoft.com/office/drawing/2014/main" id="{E7045A89-9D51-A9DD-2B3D-087E1ED5A8BC}"/>
                    </a:ext>
                  </a:extLst>
                </p:cNvPr>
                <p:cNvSpPr/>
                <p:nvPr/>
              </p:nvSpPr>
              <p:spPr>
                <a:xfrm>
                  <a:off x="4250229" y="2335916"/>
                  <a:ext cx="114356" cy="122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56" h="122988" extrusionOk="0">
                      <a:moveTo>
                        <a:pt x="0" y="122989"/>
                      </a:moveTo>
                      <a:lnTo>
                        <a:pt x="114357" y="0"/>
                      </a:lnTo>
                      <a:lnTo>
                        <a:pt x="60186" y="122989"/>
                      </a:lnTo>
                      <a:lnTo>
                        <a:pt x="0" y="122989"/>
                      </a:ln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6" name="Google Shape;1356;p30">
                  <a:extLst>
                    <a:ext uri="{FF2B5EF4-FFF2-40B4-BE49-F238E27FC236}">
                      <a16:creationId xmlns:a16="http://schemas.microsoft.com/office/drawing/2014/main" id="{DAEAF16C-6397-FFCA-3B08-1262A6C47938}"/>
                    </a:ext>
                  </a:extLst>
                </p:cNvPr>
                <p:cNvSpPr/>
                <p:nvPr/>
              </p:nvSpPr>
              <p:spPr>
                <a:xfrm>
                  <a:off x="4177741" y="2448267"/>
                  <a:ext cx="8394" cy="241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94" h="241219" extrusionOk="0">
                      <a:moveTo>
                        <a:pt x="0" y="0"/>
                      </a:moveTo>
                      <a:lnTo>
                        <a:pt x="8394" y="0"/>
                      </a:lnTo>
                      <a:lnTo>
                        <a:pt x="8394" y="241219"/>
                      </a:lnTo>
                      <a:lnTo>
                        <a:pt x="0" y="2412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7" name="Google Shape;1357;p30">
                  <a:extLst>
                    <a:ext uri="{FF2B5EF4-FFF2-40B4-BE49-F238E27FC236}">
                      <a16:creationId xmlns:a16="http://schemas.microsoft.com/office/drawing/2014/main" id="{646675D0-42FD-82B9-541B-B042E6BF457B}"/>
                    </a:ext>
                  </a:extLst>
                </p:cNvPr>
                <p:cNvSpPr/>
                <p:nvPr/>
              </p:nvSpPr>
              <p:spPr>
                <a:xfrm>
                  <a:off x="4627351" y="2449660"/>
                  <a:ext cx="8428" cy="241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28" h="241219" extrusionOk="0">
                      <a:moveTo>
                        <a:pt x="0" y="0"/>
                      </a:moveTo>
                      <a:lnTo>
                        <a:pt x="8428" y="0"/>
                      </a:lnTo>
                      <a:lnTo>
                        <a:pt x="8428" y="241219"/>
                      </a:lnTo>
                      <a:lnTo>
                        <a:pt x="0" y="2412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8" name="Google Shape;1358;p30">
                  <a:extLst>
                    <a:ext uri="{FF2B5EF4-FFF2-40B4-BE49-F238E27FC236}">
                      <a16:creationId xmlns:a16="http://schemas.microsoft.com/office/drawing/2014/main" id="{99B55516-BA0D-0475-0098-FB3927CF9979}"/>
                    </a:ext>
                  </a:extLst>
                </p:cNvPr>
                <p:cNvSpPr/>
                <p:nvPr/>
              </p:nvSpPr>
              <p:spPr>
                <a:xfrm>
                  <a:off x="4177809" y="2324463"/>
                  <a:ext cx="159657" cy="131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657" h="131858" extrusionOk="0">
                      <a:moveTo>
                        <a:pt x="0" y="125231"/>
                      </a:moveTo>
                      <a:lnTo>
                        <a:pt x="5166" y="131858"/>
                      </a:lnTo>
                      <a:lnTo>
                        <a:pt x="159658" y="10705"/>
                      </a:lnTo>
                      <a:lnTo>
                        <a:pt x="159658" y="0"/>
                      </a:lnTo>
                      <a:lnTo>
                        <a:pt x="0" y="12523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9" name="Google Shape;1359;p30">
                  <a:extLst>
                    <a:ext uri="{FF2B5EF4-FFF2-40B4-BE49-F238E27FC236}">
                      <a16:creationId xmlns:a16="http://schemas.microsoft.com/office/drawing/2014/main" id="{422EC7E7-F816-56AD-E710-7DB00509E565}"/>
                    </a:ext>
                  </a:extLst>
                </p:cNvPr>
                <p:cNvSpPr/>
                <p:nvPr/>
              </p:nvSpPr>
              <p:spPr>
                <a:xfrm>
                  <a:off x="4476086" y="2325890"/>
                  <a:ext cx="159623" cy="1318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623" h="131824" extrusionOk="0">
                      <a:moveTo>
                        <a:pt x="159623" y="125231"/>
                      </a:moveTo>
                      <a:lnTo>
                        <a:pt x="154458" y="131824"/>
                      </a:lnTo>
                      <a:lnTo>
                        <a:pt x="0" y="10671"/>
                      </a:lnTo>
                      <a:lnTo>
                        <a:pt x="0" y="0"/>
                      </a:lnTo>
                      <a:lnTo>
                        <a:pt x="159623" y="12523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0" name="Google Shape;1360;p30">
                  <a:extLst>
                    <a:ext uri="{FF2B5EF4-FFF2-40B4-BE49-F238E27FC236}">
                      <a16:creationId xmlns:a16="http://schemas.microsoft.com/office/drawing/2014/main" id="{6A45CFE5-8E45-2DAF-D6AB-A8807961D9B5}"/>
                    </a:ext>
                  </a:extLst>
                </p:cNvPr>
                <p:cNvSpPr/>
                <p:nvPr/>
              </p:nvSpPr>
              <p:spPr>
                <a:xfrm>
                  <a:off x="4337398" y="2324089"/>
                  <a:ext cx="138417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17" h="11690" extrusionOk="0">
                      <a:moveTo>
                        <a:pt x="0" y="0"/>
                      </a:moveTo>
                      <a:lnTo>
                        <a:pt x="138417" y="0"/>
                      </a:lnTo>
                      <a:lnTo>
                        <a:pt x="138417" y="11690"/>
                      </a:lnTo>
                      <a:lnTo>
                        <a:pt x="0" y="1169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1" name="Google Shape;1361;p30">
                  <a:extLst>
                    <a:ext uri="{FF2B5EF4-FFF2-40B4-BE49-F238E27FC236}">
                      <a16:creationId xmlns:a16="http://schemas.microsoft.com/office/drawing/2014/main" id="{0E38DD6B-05DD-F058-9F9F-74EDE961A5CE}"/>
                    </a:ext>
                  </a:extLst>
                </p:cNvPr>
                <p:cNvSpPr/>
                <p:nvPr/>
              </p:nvSpPr>
              <p:spPr>
                <a:xfrm>
                  <a:off x="4337398" y="2302169"/>
                  <a:ext cx="138417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17" h="11690" extrusionOk="0">
                      <a:moveTo>
                        <a:pt x="0" y="0"/>
                      </a:moveTo>
                      <a:lnTo>
                        <a:pt x="138417" y="0"/>
                      </a:lnTo>
                      <a:lnTo>
                        <a:pt x="138417" y="11691"/>
                      </a:lnTo>
                      <a:lnTo>
                        <a:pt x="0" y="1169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2" name="Google Shape;1362;p30">
                  <a:extLst>
                    <a:ext uri="{FF2B5EF4-FFF2-40B4-BE49-F238E27FC236}">
                      <a16:creationId xmlns:a16="http://schemas.microsoft.com/office/drawing/2014/main" id="{76ADE0A9-D4C0-6D68-4C92-CBDB8C8DB29A}"/>
                    </a:ext>
                  </a:extLst>
                </p:cNvPr>
                <p:cNvSpPr/>
                <p:nvPr/>
              </p:nvSpPr>
              <p:spPr>
                <a:xfrm>
                  <a:off x="4168463" y="2676233"/>
                  <a:ext cx="472583" cy="439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583" h="43941" extrusionOk="0">
                      <a:moveTo>
                        <a:pt x="0" y="0"/>
                      </a:moveTo>
                      <a:lnTo>
                        <a:pt x="472584" y="0"/>
                      </a:lnTo>
                      <a:lnTo>
                        <a:pt x="472584" y="43942"/>
                      </a:lnTo>
                      <a:lnTo>
                        <a:pt x="0" y="43942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3" name="Google Shape;1363;p30">
                  <a:extLst>
                    <a:ext uri="{FF2B5EF4-FFF2-40B4-BE49-F238E27FC236}">
                      <a16:creationId xmlns:a16="http://schemas.microsoft.com/office/drawing/2014/main" id="{B4FE450E-5279-9040-6DEE-8D0FE7E9A083}"/>
                    </a:ext>
                  </a:extLst>
                </p:cNvPr>
                <p:cNvSpPr/>
                <p:nvPr/>
              </p:nvSpPr>
              <p:spPr>
                <a:xfrm>
                  <a:off x="4350549" y="2313010"/>
                  <a:ext cx="111162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62" h="11690" extrusionOk="0">
                      <a:moveTo>
                        <a:pt x="0" y="0"/>
                      </a:moveTo>
                      <a:lnTo>
                        <a:pt x="111162" y="0"/>
                      </a:lnTo>
                      <a:lnTo>
                        <a:pt x="111162" y="11691"/>
                      </a:lnTo>
                      <a:lnTo>
                        <a:pt x="0" y="1169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4" name="Google Shape;1364;p30">
                  <a:extLst>
                    <a:ext uri="{FF2B5EF4-FFF2-40B4-BE49-F238E27FC236}">
                      <a16:creationId xmlns:a16="http://schemas.microsoft.com/office/drawing/2014/main" id="{82F99FFD-92D2-9159-51F7-16698A4F18E2}"/>
                    </a:ext>
                  </a:extLst>
                </p:cNvPr>
                <p:cNvSpPr/>
                <p:nvPr/>
              </p:nvSpPr>
              <p:spPr>
                <a:xfrm>
                  <a:off x="4351049" y="2313010"/>
                  <a:ext cx="111162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62" h="11690" extrusionOk="0">
                      <a:moveTo>
                        <a:pt x="0" y="0"/>
                      </a:moveTo>
                      <a:lnTo>
                        <a:pt x="111162" y="0"/>
                      </a:lnTo>
                      <a:lnTo>
                        <a:pt x="111162" y="11691"/>
                      </a:lnTo>
                      <a:lnTo>
                        <a:pt x="0" y="11691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1365" name="Google Shape;1365;p30">
                <a:extLst>
                  <a:ext uri="{FF2B5EF4-FFF2-40B4-BE49-F238E27FC236}">
                    <a16:creationId xmlns:a16="http://schemas.microsoft.com/office/drawing/2014/main" id="{20B7C597-4068-B4CE-0A08-7273F836D3DE}"/>
                  </a:ext>
                </a:extLst>
              </p:cNvPr>
              <p:cNvGrpSpPr/>
              <p:nvPr/>
            </p:nvGrpSpPr>
            <p:grpSpPr>
              <a:xfrm flipH="1">
                <a:off x="6590802" y="3914640"/>
                <a:ext cx="328827" cy="429717"/>
                <a:chOff x="5612846" y="2845934"/>
                <a:chExt cx="147423" cy="192655"/>
              </a:xfrm>
            </p:grpSpPr>
            <p:sp>
              <p:nvSpPr>
                <p:cNvPr id="1366" name="Google Shape;1366;p30">
                  <a:extLst>
                    <a:ext uri="{FF2B5EF4-FFF2-40B4-BE49-F238E27FC236}">
                      <a16:creationId xmlns:a16="http://schemas.microsoft.com/office/drawing/2014/main" id="{A2E73482-F41E-BC95-9EFF-AD280D3BA3DB}"/>
                    </a:ext>
                  </a:extLst>
                </p:cNvPr>
                <p:cNvSpPr/>
                <p:nvPr/>
              </p:nvSpPr>
              <p:spPr>
                <a:xfrm>
                  <a:off x="5632183" y="2939050"/>
                  <a:ext cx="108579" cy="75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9" h="75920" extrusionOk="0">
                      <a:moveTo>
                        <a:pt x="68" y="75920"/>
                      </a:moveTo>
                      <a:lnTo>
                        <a:pt x="25454" y="75920"/>
                      </a:lnTo>
                      <a:lnTo>
                        <a:pt x="25454" y="36873"/>
                      </a:lnTo>
                      <a:cubicBezTo>
                        <a:pt x="25454" y="29736"/>
                        <a:pt x="31333" y="23857"/>
                        <a:pt x="38470" y="23857"/>
                      </a:cubicBezTo>
                      <a:lnTo>
                        <a:pt x="70177" y="23857"/>
                      </a:lnTo>
                      <a:cubicBezTo>
                        <a:pt x="77314" y="23857"/>
                        <a:pt x="83193" y="29702"/>
                        <a:pt x="83193" y="36873"/>
                      </a:cubicBezTo>
                      <a:lnTo>
                        <a:pt x="83193" y="75920"/>
                      </a:lnTo>
                      <a:lnTo>
                        <a:pt x="108579" y="75920"/>
                      </a:lnTo>
                      <a:lnTo>
                        <a:pt x="108579" y="24469"/>
                      </a:lnTo>
                      <a:cubicBezTo>
                        <a:pt x="108579" y="11011"/>
                        <a:pt x="97568" y="0"/>
                        <a:pt x="84111" y="0"/>
                      </a:cubicBezTo>
                      <a:lnTo>
                        <a:pt x="24468" y="0"/>
                      </a:lnTo>
                      <a:cubicBezTo>
                        <a:pt x="11011" y="0"/>
                        <a:pt x="0" y="11011"/>
                        <a:pt x="0" y="24469"/>
                      </a:cubicBezTo>
                      <a:lnTo>
                        <a:pt x="0" y="7592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7" name="Google Shape;1367;p30">
                  <a:extLst>
                    <a:ext uri="{FF2B5EF4-FFF2-40B4-BE49-F238E27FC236}">
                      <a16:creationId xmlns:a16="http://schemas.microsoft.com/office/drawing/2014/main" id="{969509DC-BFE0-A923-197D-E126B8ECBABF}"/>
                    </a:ext>
                  </a:extLst>
                </p:cNvPr>
                <p:cNvSpPr/>
                <p:nvPr/>
              </p:nvSpPr>
              <p:spPr>
                <a:xfrm>
                  <a:off x="5612846" y="3013305"/>
                  <a:ext cx="147423" cy="25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25284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603" y="0"/>
                        <a:pt x="147423" y="2821"/>
                        <a:pt x="147423" y="6321"/>
                      </a:cubicBezTo>
                      <a:lnTo>
                        <a:pt x="147423" y="18963"/>
                      </a:lnTo>
                      <a:cubicBezTo>
                        <a:pt x="147423" y="22430"/>
                        <a:pt x="144603" y="25284"/>
                        <a:pt x="141102" y="25284"/>
                      </a:cubicBezTo>
                      <a:lnTo>
                        <a:pt x="6321" y="25284"/>
                      </a:lnTo>
                      <a:cubicBezTo>
                        <a:pt x="2821" y="25284"/>
                        <a:pt x="0" y="22463"/>
                        <a:pt x="0" y="18963"/>
                      </a:cubicBezTo>
                      <a:lnTo>
                        <a:pt x="0" y="6355"/>
                      </a:lnTo>
                      <a:cubicBezTo>
                        <a:pt x="0" y="2855"/>
                        <a:pt x="2821" y="34"/>
                        <a:pt x="6321" y="3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8" name="Google Shape;1368;p30">
                  <a:extLst>
                    <a:ext uri="{FF2B5EF4-FFF2-40B4-BE49-F238E27FC236}">
                      <a16:creationId xmlns:a16="http://schemas.microsoft.com/office/drawing/2014/main" id="{74C8EE3B-6DB9-2ACE-B6BD-8E25875339A8}"/>
                    </a:ext>
                  </a:extLst>
                </p:cNvPr>
                <p:cNvSpPr/>
                <p:nvPr/>
              </p:nvSpPr>
              <p:spPr>
                <a:xfrm>
                  <a:off x="5612846" y="3013305"/>
                  <a:ext cx="147423" cy="11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11316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569" y="0"/>
                        <a:pt x="147423" y="2821"/>
                        <a:pt x="147423" y="6321"/>
                      </a:cubicBezTo>
                      <a:lnTo>
                        <a:pt x="147423" y="11317"/>
                      </a:lnTo>
                      <a:lnTo>
                        <a:pt x="0" y="11317"/>
                      </a:lnTo>
                      <a:lnTo>
                        <a:pt x="0" y="6321"/>
                      </a:lnTo>
                      <a:cubicBezTo>
                        <a:pt x="0" y="2855"/>
                        <a:pt x="2855" y="0"/>
                        <a:pt x="6321" y="0"/>
                      </a:cubicBez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9" name="Google Shape;1369;p30">
                  <a:extLst>
                    <a:ext uri="{FF2B5EF4-FFF2-40B4-BE49-F238E27FC236}">
                      <a16:creationId xmlns:a16="http://schemas.microsoft.com/office/drawing/2014/main" id="{908E0E15-69F7-8D4F-61F9-E94F9434A981}"/>
                    </a:ext>
                  </a:extLst>
                </p:cNvPr>
                <p:cNvSpPr/>
                <p:nvPr/>
              </p:nvSpPr>
              <p:spPr>
                <a:xfrm>
                  <a:off x="5673984" y="2868533"/>
                  <a:ext cx="25148" cy="70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48" h="70517" extrusionOk="0">
                      <a:moveTo>
                        <a:pt x="0" y="0"/>
                      </a:moveTo>
                      <a:lnTo>
                        <a:pt x="25148" y="0"/>
                      </a:lnTo>
                      <a:lnTo>
                        <a:pt x="25148" y="70517"/>
                      </a:lnTo>
                      <a:lnTo>
                        <a:pt x="0" y="70517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70" name="Google Shape;1370;p30">
                  <a:extLst>
                    <a:ext uri="{FF2B5EF4-FFF2-40B4-BE49-F238E27FC236}">
                      <a16:creationId xmlns:a16="http://schemas.microsoft.com/office/drawing/2014/main" id="{2C187B16-5F5B-0945-C31A-63F0A84752F8}"/>
                    </a:ext>
                  </a:extLst>
                </p:cNvPr>
                <p:cNvSpPr/>
                <p:nvPr/>
              </p:nvSpPr>
              <p:spPr>
                <a:xfrm>
                  <a:off x="5665148" y="2845934"/>
                  <a:ext cx="42819" cy="428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19" h="42820" extrusionOk="0">
                      <a:moveTo>
                        <a:pt x="21410" y="42820"/>
                      </a:moveTo>
                      <a:cubicBezTo>
                        <a:pt x="33203" y="42820"/>
                        <a:pt x="42820" y="33203"/>
                        <a:pt x="42820" y="21410"/>
                      </a:cubicBezTo>
                      <a:cubicBezTo>
                        <a:pt x="42820" y="9618"/>
                        <a:pt x="33203" y="0"/>
                        <a:pt x="21410" y="0"/>
                      </a:cubicBezTo>
                      <a:cubicBezTo>
                        <a:pt x="9618" y="0"/>
                        <a:pt x="0" y="9618"/>
                        <a:pt x="0" y="21410"/>
                      </a:cubicBezTo>
                      <a:cubicBezTo>
                        <a:pt x="0" y="33203"/>
                        <a:pt x="9618" y="42820"/>
                        <a:pt x="21410" y="4282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71" name="Google Shape;1371;p30">
                  <a:extLst>
                    <a:ext uri="{FF2B5EF4-FFF2-40B4-BE49-F238E27FC236}">
                      <a16:creationId xmlns:a16="http://schemas.microsoft.com/office/drawing/2014/main" id="{617F8E58-326D-17A3-0EDE-FFBA92CCCA50}"/>
                    </a:ext>
                  </a:extLst>
                </p:cNvPr>
                <p:cNvSpPr/>
                <p:nvPr/>
              </p:nvSpPr>
              <p:spPr>
                <a:xfrm>
                  <a:off x="5672692" y="2850488"/>
                  <a:ext cx="19405" cy="19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05" h="19438" extrusionOk="0">
                      <a:moveTo>
                        <a:pt x="9686" y="19439"/>
                      </a:moveTo>
                      <a:cubicBezTo>
                        <a:pt x="15055" y="19439"/>
                        <a:pt x="19405" y="15089"/>
                        <a:pt x="19405" y="9719"/>
                      </a:cubicBezTo>
                      <a:cubicBezTo>
                        <a:pt x="19405" y="4350"/>
                        <a:pt x="15055" y="0"/>
                        <a:pt x="9686" y="0"/>
                      </a:cubicBezTo>
                      <a:cubicBezTo>
                        <a:pt x="4316" y="0"/>
                        <a:pt x="0" y="4384"/>
                        <a:pt x="0" y="9719"/>
                      </a:cubicBezTo>
                      <a:cubicBezTo>
                        <a:pt x="0" y="15055"/>
                        <a:pt x="4350" y="19439"/>
                        <a:pt x="9686" y="1943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  <p:sp>
          <p:nvSpPr>
            <p:cNvPr id="1372" name="Google Shape;1372;p30">
              <a:extLst>
                <a:ext uri="{FF2B5EF4-FFF2-40B4-BE49-F238E27FC236}">
                  <a16:creationId xmlns:a16="http://schemas.microsoft.com/office/drawing/2014/main" id="{845EBEF5-33E8-2B8F-BAAD-82271737954F}"/>
                </a:ext>
              </a:extLst>
            </p:cNvPr>
            <p:cNvSpPr/>
            <p:nvPr/>
          </p:nvSpPr>
          <p:spPr>
            <a:xfrm flipH="1">
              <a:off x="9189886" y="4417130"/>
              <a:ext cx="345880" cy="718513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3" name="Google Shape;1373;p30">
              <a:extLst>
                <a:ext uri="{FF2B5EF4-FFF2-40B4-BE49-F238E27FC236}">
                  <a16:creationId xmlns:a16="http://schemas.microsoft.com/office/drawing/2014/main" id="{DD207460-7030-943C-CDC7-9CABEBA21708}"/>
                </a:ext>
              </a:extLst>
            </p:cNvPr>
            <p:cNvSpPr/>
            <p:nvPr/>
          </p:nvSpPr>
          <p:spPr>
            <a:xfrm flipH="1">
              <a:off x="7950907" y="4417130"/>
              <a:ext cx="345880" cy="718513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4" name="Google Shape;1374;p30">
              <a:extLst>
                <a:ext uri="{FF2B5EF4-FFF2-40B4-BE49-F238E27FC236}">
                  <a16:creationId xmlns:a16="http://schemas.microsoft.com/office/drawing/2014/main" id="{301DEEE4-9838-48CC-E736-851D6E259CC4}"/>
                </a:ext>
              </a:extLst>
            </p:cNvPr>
            <p:cNvSpPr/>
            <p:nvPr/>
          </p:nvSpPr>
          <p:spPr>
            <a:xfrm flipH="1">
              <a:off x="8570359" y="4422664"/>
              <a:ext cx="345880" cy="718513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375" name="Google Shape;1375;p30">
              <a:extLst>
                <a:ext uri="{FF2B5EF4-FFF2-40B4-BE49-F238E27FC236}">
                  <a16:creationId xmlns:a16="http://schemas.microsoft.com/office/drawing/2014/main" id="{6AFBC7E8-4B10-7FA2-6283-32CBBA89F9F7}"/>
                </a:ext>
              </a:extLst>
            </p:cNvPr>
            <p:cNvGrpSpPr/>
            <p:nvPr/>
          </p:nvGrpSpPr>
          <p:grpSpPr>
            <a:xfrm flipH="1">
              <a:off x="7133162" y="4525117"/>
              <a:ext cx="501352" cy="617327"/>
              <a:chOff x="5292342" y="3091129"/>
              <a:chExt cx="224771" cy="276766"/>
            </a:xfrm>
          </p:grpSpPr>
          <p:sp>
            <p:nvSpPr>
              <p:cNvPr id="1376" name="Google Shape;1376;p30">
                <a:extLst>
                  <a:ext uri="{FF2B5EF4-FFF2-40B4-BE49-F238E27FC236}">
                    <a16:creationId xmlns:a16="http://schemas.microsoft.com/office/drawing/2014/main" id="{FC07C762-F71A-F98F-EFA4-5FF74F981DFF}"/>
                  </a:ext>
                </a:extLst>
              </p:cNvPr>
              <p:cNvSpPr/>
              <p:nvPr/>
            </p:nvSpPr>
            <p:spPr>
              <a:xfrm>
                <a:off x="5378390" y="3254253"/>
                <a:ext cx="44247" cy="113642"/>
              </a:xfrm>
              <a:custGeom>
                <a:avLst/>
                <a:gdLst/>
                <a:ahLst/>
                <a:cxnLst/>
                <a:rect l="l" t="t" r="r" b="b"/>
                <a:pathLst>
                  <a:path w="44247" h="113642" extrusionOk="0">
                    <a:moveTo>
                      <a:pt x="0" y="0"/>
                    </a:moveTo>
                    <a:lnTo>
                      <a:pt x="44247" y="0"/>
                    </a:lnTo>
                    <a:lnTo>
                      <a:pt x="44247" y="113643"/>
                    </a:lnTo>
                    <a:lnTo>
                      <a:pt x="0" y="11364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77" name="Google Shape;1377;p30">
                <a:extLst>
                  <a:ext uri="{FF2B5EF4-FFF2-40B4-BE49-F238E27FC236}">
                    <a16:creationId xmlns:a16="http://schemas.microsoft.com/office/drawing/2014/main" id="{577E7C1C-4591-AE64-6AA8-7295C17C16E2}"/>
                  </a:ext>
                </a:extLst>
              </p:cNvPr>
              <p:cNvSpPr/>
              <p:nvPr/>
            </p:nvSpPr>
            <p:spPr>
              <a:xfrm>
                <a:off x="5292342" y="3091129"/>
                <a:ext cx="224771" cy="224770"/>
              </a:xfrm>
              <a:custGeom>
                <a:avLst/>
                <a:gdLst/>
                <a:ahLst/>
                <a:cxnLst/>
                <a:rect l="l" t="t" r="r" b="b"/>
                <a:pathLst>
                  <a:path w="224771" h="224770" extrusionOk="0">
                    <a:moveTo>
                      <a:pt x="112385" y="224771"/>
                    </a:moveTo>
                    <a:cubicBezTo>
                      <a:pt x="174271" y="224771"/>
                      <a:pt x="224771" y="174305"/>
                      <a:pt x="224771" y="112386"/>
                    </a:cubicBezTo>
                    <a:cubicBezTo>
                      <a:pt x="224771" y="50466"/>
                      <a:pt x="174305" y="0"/>
                      <a:pt x="112385" y="0"/>
                    </a:cubicBezTo>
                    <a:cubicBezTo>
                      <a:pt x="50466" y="0"/>
                      <a:pt x="0" y="50500"/>
                      <a:pt x="0" y="112386"/>
                    </a:cubicBezTo>
                    <a:cubicBezTo>
                      <a:pt x="0" y="174271"/>
                      <a:pt x="50466" y="224771"/>
                      <a:pt x="112385" y="22477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78" name="Google Shape;1378;p30">
                <a:extLst>
                  <a:ext uri="{FF2B5EF4-FFF2-40B4-BE49-F238E27FC236}">
                    <a16:creationId xmlns:a16="http://schemas.microsoft.com/office/drawing/2014/main" id="{B41FFFC5-F2D8-AD2C-C9A5-AB2F4E50F049}"/>
                  </a:ext>
                </a:extLst>
              </p:cNvPr>
              <p:cNvSpPr/>
              <p:nvPr/>
            </p:nvSpPr>
            <p:spPr>
              <a:xfrm>
                <a:off x="5310116" y="3108903"/>
                <a:ext cx="189189" cy="189223"/>
              </a:xfrm>
              <a:custGeom>
                <a:avLst/>
                <a:gdLst/>
                <a:ahLst/>
                <a:cxnLst/>
                <a:rect l="l" t="t" r="r" b="b"/>
                <a:pathLst>
                  <a:path w="189189" h="189223" extrusionOk="0">
                    <a:moveTo>
                      <a:pt x="94612" y="189224"/>
                    </a:moveTo>
                    <a:cubicBezTo>
                      <a:pt x="146710" y="189224"/>
                      <a:pt x="189190" y="146744"/>
                      <a:pt x="189190" y="94612"/>
                    </a:cubicBezTo>
                    <a:cubicBezTo>
                      <a:pt x="189190" y="42480"/>
                      <a:pt x="146710" y="0"/>
                      <a:pt x="94612" y="0"/>
                    </a:cubicBezTo>
                    <a:cubicBezTo>
                      <a:pt x="42514" y="0"/>
                      <a:pt x="0" y="42514"/>
                      <a:pt x="0" y="94612"/>
                    </a:cubicBezTo>
                    <a:cubicBezTo>
                      <a:pt x="0" y="146709"/>
                      <a:pt x="42480" y="189224"/>
                      <a:pt x="94612" y="18922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79" name="Google Shape;1379;p30">
                <a:extLst>
                  <a:ext uri="{FF2B5EF4-FFF2-40B4-BE49-F238E27FC236}">
                    <a16:creationId xmlns:a16="http://schemas.microsoft.com/office/drawing/2014/main" id="{7A889778-20F5-C8EA-736D-601F5523DFB4}"/>
                  </a:ext>
                </a:extLst>
              </p:cNvPr>
              <p:cNvSpPr/>
              <p:nvPr/>
            </p:nvSpPr>
            <p:spPr>
              <a:xfrm>
                <a:off x="5310116" y="3108937"/>
                <a:ext cx="189189" cy="98180"/>
              </a:xfrm>
              <a:custGeom>
                <a:avLst/>
                <a:gdLst/>
                <a:ahLst/>
                <a:cxnLst/>
                <a:rect l="l" t="t" r="r" b="b"/>
                <a:pathLst>
                  <a:path w="189189" h="98180" extrusionOk="0">
                    <a:moveTo>
                      <a:pt x="94578" y="0"/>
                    </a:moveTo>
                    <a:cubicBezTo>
                      <a:pt x="146845" y="0"/>
                      <a:pt x="189190" y="42378"/>
                      <a:pt x="189190" y="94612"/>
                    </a:cubicBezTo>
                    <a:cubicBezTo>
                      <a:pt x="189190" y="95801"/>
                      <a:pt x="189190" y="96991"/>
                      <a:pt x="189122" y="98180"/>
                    </a:cubicBezTo>
                    <a:lnTo>
                      <a:pt x="68" y="98180"/>
                    </a:lnTo>
                    <a:cubicBezTo>
                      <a:pt x="68" y="96991"/>
                      <a:pt x="0" y="95801"/>
                      <a:pt x="0" y="94612"/>
                    </a:cubicBezTo>
                    <a:cubicBezTo>
                      <a:pt x="0" y="42378"/>
                      <a:pt x="42378" y="0"/>
                      <a:pt x="9461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80" name="Google Shape;1380;p30">
                <a:extLst>
                  <a:ext uri="{FF2B5EF4-FFF2-40B4-BE49-F238E27FC236}">
                    <a16:creationId xmlns:a16="http://schemas.microsoft.com/office/drawing/2014/main" id="{765C8254-DEA5-6E0C-4462-0B6AB3E4F3C6}"/>
                  </a:ext>
                </a:extLst>
              </p:cNvPr>
              <p:cNvSpPr/>
              <p:nvPr/>
            </p:nvSpPr>
            <p:spPr>
              <a:xfrm>
                <a:off x="5402893" y="3125521"/>
                <a:ext cx="97853" cy="80440"/>
              </a:xfrm>
              <a:custGeom>
                <a:avLst/>
                <a:gdLst/>
                <a:ahLst/>
                <a:cxnLst/>
                <a:rect l="l" t="t" r="r" b="b"/>
                <a:pathLst>
                  <a:path w="97853" h="80440" extrusionOk="0">
                    <a:moveTo>
                      <a:pt x="88902" y="38810"/>
                    </a:moveTo>
                    <a:cubicBezTo>
                      <a:pt x="95223" y="52302"/>
                      <a:pt x="98078" y="66507"/>
                      <a:pt x="97840" y="80440"/>
                    </a:cubicBezTo>
                    <a:lnTo>
                      <a:pt x="0" y="80440"/>
                    </a:lnTo>
                    <a:lnTo>
                      <a:pt x="55428" y="0"/>
                    </a:lnTo>
                    <a:cubicBezTo>
                      <a:pt x="69497" y="9278"/>
                      <a:pt x="81256" y="22429"/>
                      <a:pt x="88902" y="3877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81" name="Google Shape;1381;p30">
                <a:extLst>
                  <a:ext uri="{FF2B5EF4-FFF2-40B4-BE49-F238E27FC236}">
                    <a16:creationId xmlns:a16="http://schemas.microsoft.com/office/drawing/2014/main" id="{0172E797-D9CB-D637-DF6A-5C873477FCCC}"/>
                  </a:ext>
                </a:extLst>
              </p:cNvPr>
              <p:cNvSpPr/>
              <p:nvPr/>
            </p:nvSpPr>
            <p:spPr>
              <a:xfrm>
                <a:off x="5362485" y="3109487"/>
                <a:ext cx="90873" cy="98173"/>
              </a:xfrm>
              <a:custGeom>
                <a:avLst/>
                <a:gdLst/>
                <a:ahLst/>
                <a:cxnLst/>
                <a:rect l="l" t="t" r="r" b="b"/>
                <a:pathLst>
                  <a:path w="90873" h="98173" extrusionOk="0">
                    <a:moveTo>
                      <a:pt x="50228" y="299"/>
                    </a:moveTo>
                    <a:cubicBezTo>
                      <a:pt x="65080" y="1455"/>
                      <a:pt x="78877" y="6008"/>
                      <a:pt x="90874" y="13111"/>
                    </a:cubicBezTo>
                    <a:lnTo>
                      <a:pt x="42548" y="98173"/>
                    </a:lnTo>
                    <a:lnTo>
                      <a:pt x="0" y="10257"/>
                    </a:lnTo>
                    <a:cubicBezTo>
                      <a:pt x="15055" y="2610"/>
                      <a:pt x="32217" y="-1128"/>
                      <a:pt x="50228" y="29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82" name="Google Shape;1382;p30">
                <a:extLst>
                  <a:ext uri="{FF2B5EF4-FFF2-40B4-BE49-F238E27FC236}">
                    <a16:creationId xmlns:a16="http://schemas.microsoft.com/office/drawing/2014/main" id="{D021367D-2258-56DB-E41F-444E0274F0F9}"/>
                  </a:ext>
                </a:extLst>
              </p:cNvPr>
              <p:cNvSpPr/>
              <p:nvPr/>
            </p:nvSpPr>
            <p:spPr>
              <a:xfrm>
                <a:off x="5311712" y="3126507"/>
                <a:ext cx="97738" cy="81629"/>
              </a:xfrm>
              <a:custGeom>
                <a:avLst/>
                <a:gdLst/>
                <a:ahLst/>
                <a:cxnLst/>
                <a:rect l="l" t="t" r="r" b="b"/>
                <a:pathLst>
                  <a:path w="97738" h="81629" extrusionOk="0">
                    <a:moveTo>
                      <a:pt x="11657" y="31775"/>
                    </a:moveTo>
                    <a:cubicBezTo>
                      <a:pt x="18862" y="18725"/>
                      <a:pt x="28649" y="8054"/>
                      <a:pt x="40068" y="0"/>
                    </a:cubicBezTo>
                    <a:lnTo>
                      <a:pt x="97739" y="79047"/>
                    </a:lnTo>
                    <a:lnTo>
                      <a:pt x="103" y="81630"/>
                    </a:lnTo>
                    <a:cubicBezTo>
                      <a:pt x="-679" y="64808"/>
                      <a:pt x="2991" y="47578"/>
                      <a:pt x="11691" y="3174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383" name="Google Shape;1383;p30">
                <a:extLst>
                  <a:ext uri="{FF2B5EF4-FFF2-40B4-BE49-F238E27FC236}">
                    <a16:creationId xmlns:a16="http://schemas.microsoft.com/office/drawing/2014/main" id="{241E6E8E-83EA-2257-8A34-4FA22C83411C}"/>
                  </a:ext>
                </a:extLst>
              </p:cNvPr>
              <p:cNvGrpSpPr/>
              <p:nvPr/>
            </p:nvGrpSpPr>
            <p:grpSpPr>
              <a:xfrm>
                <a:off x="5361045" y="3146273"/>
                <a:ext cx="64409" cy="79667"/>
                <a:chOff x="5361045" y="3146273"/>
                <a:chExt cx="64409" cy="79667"/>
              </a:xfrm>
            </p:grpSpPr>
            <p:sp>
              <p:nvSpPr>
                <p:cNvPr id="1384" name="Google Shape;1384;p30">
                  <a:extLst>
                    <a:ext uri="{FF2B5EF4-FFF2-40B4-BE49-F238E27FC236}">
                      <a16:creationId xmlns:a16="http://schemas.microsoft.com/office/drawing/2014/main" id="{08FFF87B-03FF-08A3-A1B8-6DC39158F910}"/>
                    </a:ext>
                  </a:extLst>
                </p:cNvPr>
                <p:cNvSpPr/>
                <p:nvPr/>
              </p:nvSpPr>
              <p:spPr>
                <a:xfrm>
                  <a:off x="5382608" y="3183094"/>
                  <a:ext cx="42846" cy="42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46" h="42846" extrusionOk="0">
                      <a:moveTo>
                        <a:pt x="17328" y="404"/>
                      </a:moveTo>
                      <a:cubicBezTo>
                        <a:pt x="28951" y="-1873"/>
                        <a:pt x="40166" y="5705"/>
                        <a:pt x="42442" y="17328"/>
                      </a:cubicBezTo>
                      <a:cubicBezTo>
                        <a:pt x="44719" y="28951"/>
                        <a:pt x="37141" y="40199"/>
                        <a:pt x="25518" y="42442"/>
                      </a:cubicBezTo>
                      <a:cubicBezTo>
                        <a:pt x="13896" y="44719"/>
                        <a:pt x="2647" y="37141"/>
                        <a:pt x="404" y="25518"/>
                      </a:cubicBezTo>
                      <a:cubicBezTo>
                        <a:pt x="-1873" y="13930"/>
                        <a:pt x="5706" y="2681"/>
                        <a:pt x="17328" y="43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85" name="Google Shape;1385;p30">
                  <a:extLst>
                    <a:ext uri="{FF2B5EF4-FFF2-40B4-BE49-F238E27FC236}">
                      <a16:creationId xmlns:a16="http://schemas.microsoft.com/office/drawing/2014/main" id="{F5919C12-0693-69DD-2231-FF558D10AD82}"/>
                    </a:ext>
                  </a:extLst>
                </p:cNvPr>
                <p:cNvSpPr/>
                <p:nvPr/>
              </p:nvSpPr>
              <p:spPr>
                <a:xfrm>
                  <a:off x="5361045" y="3146273"/>
                  <a:ext cx="43376" cy="543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76" h="54353" extrusionOk="0">
                      <a:moveTo>
                        <a:pt x="30327" y="54353"/>
                      </a:moveTo>
                      <a:lnTo>
                        <a:pt x="43376" y="45348"/>
                      </a:lnTo>
                      <a:lnTo>
                        <a:pt x="14456" y="3411"/>
                      </a:lnTo>
                      <a:cubicBezTo>
                        <a:pt x="11975" y="-191"/>
                        <a:pt x="6980" y="-1075"/>
                        <a:pt x="3411" y="1406"/>
                      </a:cubicBezTo>
                      <a:lnTo>
                        <a:pt x="3411" y="1406"/>
                      </a:lnTo>
                      <a:cubicBezTo>
                        <a:pt x="-191" y="3853"/>
                        <a:pt x="-1075" y="8815"/>
                        <a:pt x="1406" y="12451"/>
                      </a:cubicBezTo>
                      <a:lnTo>
                        <a:pt x="30361" y="54353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</p:grpSp>
      <p:grpSp>
        <p:nvGrpSpPr>
          <p:cNvPr id="2" name="Google Shape;2446;p47">
            <a:extLst>
              <a:ext uri="{FF2B5EF4-FFF2-40B4-BE49-F238E27FC236}">
                <a16:creationId xmlns:a16="http://schemas.microsoft.com/office/drawing/2014/main" id="{8A889FE3-6F1C-E4F2-7E2C-98A27228AE00}"/>
              </a:ext>
            </a:extLst>
          </p:cNvPr>
          <p:cNvGrpSpPr/>
          <p:nvPr/>
        </p:nvGrpSpPr>
        <p:grpSpPr>
          <a:xfrm>
            <a:off x="1520077" y="0"/>
            <a:ext cx="1389144" cy="804990"/>
            <a:chOff x="2974447" y="973475"/>
            <a:chExt cx="395621" cy="229257"/>
          </a:xfrm>
        </p:grpSpPr>
        <p:sp>
          <p:nvSpPr>
            <p:cNvPr id="4" name="Google Shape;2447;p47">
              <a:extLst>
                <a:ext uri="{FF2B5EF4-FFF2-40B4-BE49-F238E27FC236}">
                  <a16:creationId xmlns:a16="http://schemas.microsoft.com/office/drawing/2014/main" id="{C921F56E-2E58-826C-C18A-46D3E8F1FF90}"/>
                </a:ext>
              </a:extLst>
            </p:cNvPr>
            <p:cNvSpPr/>
            <p:nvPr/>
          </p:nvSpPr>
          <p:spPr>
            <a:xfrm>
              <a:off x="3216115" y="1014970"/>
              <a:ext cx="143617" cy="99165"/>
            </a:xfrm>
            <a:custGeom>
              <a:avLst/>
              <a:gdLst/>
              <a:ahLst/>
              <a:cxnLst/>
              <a:rect l="l" t="t" r="r" b="b"/>
              <a:pathLst>
                <a:path w="143617" h="99165" extrusionOk="0">
                  <a:moveTo>
                    <a:pt x="25250" y="0"/>
                  </a:moveTo>
                  <a:lnTo>
                    <a:pt x="0" y="53661"/>
                  </a:lnTo>
                  <a:lnTo>
                    <a:pt x="131315" y="99166"/>
                  </a:lnTo>
                  <a:lnTo>
                    <a:pt x="143617" y="73032"/>
                  </a:lnTo>
                  <a:lnTo>
                    <a:pt x="252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" name="Google Shape;2448;p47">
              <a:extLst>
                <a:ext uri="{FF2B5EF4-FFF2-40B4-BE49-F238E27FC236}">
                  <a16:creationId xmlns:a16="http://schemas.microsoft.com/office/drawing/2014/main" id="{A7937F21-2F14-3CC3-DD89-AB3CC0BFDA71}"/>
                </a:ext>
              </a:extLst>
            </p:cNvPr>
            <p:cNvSpPr/>
            <p:nvPr/>
          </p:nvSpPr>
          <p:spPr>
            <a:xfrm>
              <a:off x="3199573" y="1012361"/>
              <a:ext cx="59416" cy="59416"/>
            </a:xfrm>
            <a:custGeom>
              <a:avLst/>
              <a:gdLst/>
              <a:ahLst/>
              <a:cxnLst/>
              <a:rect l="l" t="t" r="r" b="b"/>
              <a:pathLst>
                <a:path w="59416" h="59416" extrusionOk="0">
                  <a:moveTo>
                    <a:pt x="56576" y="42370"/>
                  </a:moveTo>
                  <a:cubicBezTo>
                    <a:pt x="49609" y="57187"/>
                    <a:pt x="31869" y="63576"/>
                    <a:pt x="17052" y="56576"/>
                  </a:cubicBezTo>
                  <a:cubicBezTo>
                    <a:pt x="2201" y="49575"/>
                    <a:pt x="-4154" y="31903"/>
                    <a:pt x="2847" y="17052"/>
                  </a:cubicBezTo>
                  <a:cubicBezTo>
                    <a:pt x="9847" y="2201"/>
                    <a:pt x="27519" y="-4154"/>
                    <a:pt x="42370" y="2847"/>
                  </a:cubicBezTo>
                  <a:cubicBezTo>
                    <a:pt x="57187" y="9847"/>
                    <a:pt x="63576" y="27519"/>
                    <a:pt x="56576" y="423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" name="Google Shape;2449;p47">
              <a:extLst>
                <a:ext uri="{FF2B5EF4-FFF2-40B4-BE49-F238E27FC236}">
                  <a16:creationId xmlns:a16="http://schemas.microsoft.com/office/drawing/2014/main" id="{6666171D-C97A-D705-3810-7F1CE30001D9}"/>
                </a:ext>
              </a:extLst>
            </p:cNvPr>
            <p:cNvSpPr/>
            <p:nvPr/>
          </p:nvSpPr>
          <p:spPr>
            <a:xfrm>
              <a:off x="3321058" y="1098265"/>
              <a:ext cx="48971" cy="61137"/>
            </a:xfrm>
            <a:custGeom>
              <a:avLst/>
              <a:gdLst/>
              <a:ahLst/>
              <a:cxnLst/>
              <a:rect l="l" t="t" r="r" b="b"/>
              <a:pathLst>
                <a:path w="48971" h="61137" extrusionOk="0">
                  <a:moveTo>
                    <a:pt x="48971" y="0"/>
                  </a:moveTo>
                  <a:lnTo>
                    <a:pt x="0" y="1087"/>
                  </a:lnTo>
                  <a:lnTo>
                    <a:pt x="11521" y="61137"/>
                  </a:lnTo>
                  <a:lnTo>
                    <a:pt x="35378" y="60594"/>
                  </a:lnTo>
                  <a:lnTo>
                    <a:pt x="489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" name="Google Shape;2450;p47">
              <a:extLst>
                <a:ext uri="{FF2B5EF4-FFF2-40B4-BE49-F238E27FC236}">
                  <a16:creationId xmlns:a16="http://schemas.microsoft.com/office/drawing/2014/main" id="{49D6ABB9-2FBC-4F90-D47D-39ECC383F400}"/>
                </a:ext>
              </a:extLst>
            </p:cNvPr>
            <p:cNvSpPr/>
            <p:nvPr/>
          </p:nvSpPr>
          <p:spPr>
            <a:xfrm>
              <a:off x="3321017" y="1074810"/>
              <a:ext cx="49051" cy="49051"/>
            </a:xfrm>
            <a:custGeom>
              <a:avLst/>
              <a:gdLst/>
              <a:ahLst/>
              <a:cxnLst/>
              <a:rect l="l" t="t" r="r" b="b"/>
              <a:pathLst>
                <a:path w="49051" h="49051" extrusionOk="0">
                  <a:moveTo>
                    <a:pt x="25087" y="49046"/>
                  </a:moveTo>
                  <a:cubicBezTo>
                    <a:pt x="11561" y="49351"/>
                    <a:pt x="312" y="38646"/>
                    <a:pt x="6" y="25087"/>
                  </a:cubicBezTo>
                  <a:cubicBezTo>
                    <a:pt x="-300" y="11561"/>
                    <a:pt x="10406" y="312"/>
                    <a:pt x="23965" y="6"/>
                  </a:cubicBezTo>
                  <a:cubicBezTo>
                    <a:pt x="37491" y="-299"/>
                    <a:pt x="48740" y="10406"/>
                    <a:pt x="49045" y="23965"/>
                  </a:cubicBezTo>
                  <a:cubicBezTo>
                    <a:pt x="49351" y="37491"/>
                    <a:pt x="38646" y="48740"/>
                    <a:pt x="25087" y="490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" name="Google Shape;2451;p47">
              <a:extLst>
                <a:ext uri="{FF2B5EF4-FFF2-40B4-BE49-F238E27FC236}">
                  <a16:creationId xmlns:a16="http://schemas.microsoft.com/office/drawing/2014/main" id="{17DF9637-4B2E-BBED-9FEF-F977CD29BC1A}"/>
                </a:ext>
              </a:extLst>
            </p:cNvPr>
            <p:cNvSpPr/>
            <p:nvPr/>
          </p:nvSpPr>
          <p:spPr>
            <a:xfrm>
              <a:off x="3330854" y="1084680"/>
              <a:ext cx="29350" cy="29345"/>
            </a:xfrm>
            <a:custGeom>
              <a:avLst/>
              <a:gdLst/>
              <a:ahLst/>
              <a:cxnLst/>
              <a:rect l="l" t="t" r="r" b="b"/>
              <a:pathLst>
                <a:path w="29350" h="29345" extrusionOk="0">
                  <a:moveTo>
                    <a:pt x="4749" y="3866"/>
                  </a:moveTo>
                  <a:cubicBezTo>
                    <a:pt x="-1232" y="9337"/>
                    <a:pt x="-1606" y="18649"/>
                    <a:pt x="3866" y="24596"/>
                  </a:cubicBezTo>
                  <a:cubicBezTo>
                    <a:pt x="9337" y="30577"/>
                    <a:pt x="18649" y="30951"/>
                    <a:pt x="24596" y="25480"/>
                  </a:cubicBezTo>
                  <a:cubicBezTo>
                    <a:pt x="30577" y="20008"/>
                    <a:pt x="30951" y="10697"/>
                    <a:pt x="25514" y="4749"/>
                  </a:cubicBezTo>
                  <a:cubicBezTo>
                    <a:pt x="20008" y="-1232"/>
                    <a:pt x="10731" y="-1606"/>
                    <a:pt x="4749" y="386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" name="Google Shape;2452;p47">
              <a:extLst>
                <a:ext uri="{FF2B5EF4-FFF2-40B4-BE49-F238E27FC236}">
                  <a16:creationId xmlns:a16="http://schemas.microsoft.com/office/drawing/2014/main" id="{4A694B66-4337-BD95-B55B-2B8AB191EFF3}"/>
                </a:ext>
              </a:extLst>
            </p:cNvPr>
            <p:cNvSpPr/>
            <p:nvPr/>
          </p:nvSpPr>
          <p:spPr>
            <a:xfrm>
              <a:off x="3337762" y="1091572"/>
              <a:ext cx="15511" cy="15494"/>
            </a:xfrm>
            <a:custGeom>
              <a:avLst/>
              <a:gdLst/>
              <a:ahLst/>
              <a:cxnLst/>
              <a:rect l="l" t="t" r="r" b="b"/>
              <a:pathLst>
                <a:path w="15511" h="15494" extrusionOk="0">
                  <a:moveTo>
                    <a:pt x="2496" y="2038"/>
                  </a:moveTo>
                  <a:cubicBezTo>
                    <a:pt x="-630" y="4926"/>
                    <a:pt x="-868" y="9854"/>
                    <a:pt x="2055" y="12981"/>
                  </a:cubicBezTo>
                  <a:cubicBezTo>
                    <a:pt x="4943" y="16141"/>
                    <a:pt x="9837" y="16345"/>
                    <a:pt x="12998" y="13456"/>
                  </a:cubicBezTo>
                  <a:cubicBezTo>
                    <a:pt x="16158" y="10568"/>
                    <a:pt x="16362" y="5640"/>
                    <a:pt x="13473" y="2513"/>
                  </a:cubicBezTo>
                  <a:cubicBezTo>
                    <a:pt x="10551" y="-647"/>
                    <a:pt x="5657" y="-851"/>
                    <a:pt x="2496" y="20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" name="Google Shape;2453;p47">
              <a:extLst>
                <a:ext uri="{FF2B5EF4-FFF2-40B4-BE49-F238E27FC236}">
                  <a16:creationId xmlns:a16="http://schemas.microsoft.com/office/drawing/2014/main" id="{E23D0B50-C9BE-67C3-69D2-E24BD5BC42D8}"/>
                </a:ext>
              </a:extLst>
            </p:cNvPr>
            <p:cNvSpPr/>
            <p:nvPr/>
          </p:nvSpPr>
          <p:spPr>
            <a:xfrm>
              <a:off x="3314669" y="1153523"/>
              <a:ext cx="45997" cy="36431"/>
            </a:xfrm>
            <a:custGeom>
              <a:avLst/>
              <a:gdLst/>
              <a:ahLst/>
              <a:cxnLst/>
              <a:rect l="l" t="t" r="r" b="b"/>
              <a:pathLst>
                <a:path w="45997" h="36431" extrusionOk="0">
                  <a:moveTo>
                    <a:pt x="29124" y="0"/>
                  </a:moveTo>
                  <a:lnTo>
                    <a:pt x="0" y="0"/>
                  </a:lnTo>
                  <a:lnTo>
                    <a:pt x="0" y="36431"/>
                  </a:lnTo>
                  <a:lnTo>
                    <a:pt x="29124" y="36431"/>
                  </a:lnTo>
                  <a:cubicBezTo>
                    <a:pt x="51622" y="36431"/>
                    <a:pt x="51622" y="0"/>
                    <a:pt x="291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" name="Google Shape;2454;p47">
              <a:extLst>
                <a:ext uri="{FF2B5EF4-FFF2-40B4-BE49-F238E27FC236}">
                  <a16:creationId xmlns:a16="http://schemas.microsoft.com/office/drawing/2014/main" id="{6F8712DF-D2B6-4AD1-FCE2-E94C1AB6B638}"/>
                </a:ext>
              </a:extLst>
            </p:cNvPr>
            <p:cNvSpPr/>
            <p:nvPr/>
          </p:nvSpPr>
          <p:spPr>
            <a:xfrm>
              <a:off x="3303420" y="1138910"/>
              <a:ext cx="18827" cy="63278"/>
            </a:xfrm>
            <a:custGeom>
              <a:avLst/>
              <a:gdLst/>
              <a:ahLst/>
              <a:cxnLst/>
              <a:rect l="l" t="t" r="r" b="b"/>
              <a:pathLst>
                <a:path w="18827" h="63278" extrusionOk="0">
                  <a:moveTo>
                    <a:pt x="9414" y="0"/>
                  </a:moveTo>
                  <a:lnTo>
                    <a:pt x="9414" y="0"/>
                  </a:lnTo>
                  <a:cubicBezTo>
                    <a:pt x="4214" y="0"/>
                    <a:pt x="0" y="4248"/>
                    <a:pt x="0" y="9414"/>
                  </a:cubicBezTo>
                  <a:lnTo>
                    <a:pt x="0" y="53865"/>
                  </a:lnTo>
                  <a:cubicBezTo>
                    <a:pt x="0" y="59030"/>
                    <a:pt x="4214" y="63278"/>
                    <a:pt x="9414" y="63278"/>
                  </a:cubicBezTo>
                  <a:lnTo>
                    <a:pt x="9414" y="63278"/>
                  </a:lnTo>
                  <a:cubicBezTo>
                    <a:pt x="14579" y="63278"/>
                    <a:pt x="18827" y="59030"/>
                    <a:pt x="18827" y="53865"/>
                  </a:cubicBezTo>
                  <a:lnTo>
                    <a:pt x="18827" y="9414"/>
                  </a:lnTo>
                  <a:cubicBezTo>
                    <a:pt x="18827" y="4214"/>
                    <a:pt x="14613" y="0"/>
                    <a:pt x="94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" name="Google Shape;2455;p47">
              <a:extLst>
                <a:ext uri="{FF2B5EF4-FFF2-40B4-BE49-F238E27FC236}">
                  <a16:creationId xmlns:a16="http://schemas.microsoft.com/office/drawing/2014/main" id="{AC932916-D2F9-4273-7387-3B0C6FCD0952}"/>
                </a:ext>
              </a:extLst>
            </p:cNvPr>
            <p:cNvSpPr/>
            <p:nvPr/>
          </p:nvSpPr>
          <p:spPr>
            <a:xfrm>
              <a:off x="2984751" y="1015480"/>
              <a:ext cx="143617" cy="99165"/>
            </a:xfrm>
            <a:custGeom>
              <a:avLst/>
              <a:gdLst/>
              <a:ahLst/>
              <a:cxnLst/>
              <a:rect l="l" t="t" r="r" b="b"/>
              <a:pathLst>
                <a:path w="143617" h="99165" extrusionOk="0">
                  <a:moveTo>
                    <a:pt x="118367" y="0"/>
                  </a:moveTo>
                  <a:lnTo>
                    <a:pt x="143617" y="53661"/>
                  </a:lnTo>
                  <a:lnTo>
                    <a:pt x="12302" y="99166"/>
                  </a:lnTo>
                  <a:lnTo>
                    <a:pt x="0" y="73032"/>
                  </a:lnTo>
                  <a:lnTo>
                    <a:pt x="1183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" name="Google Shape;2456;p47">
              <a:extLst>
                <a:ext uri="{FF2B5EF4-FFF2-40B4-BE49-F238E27FC236}">
                  <a16:creationId xmlns:a16="http://schemas.microsoft.com/office/drawing/2014/main" id="{75FD5C48-127C-9117-E56A-1EDAA1D3523C}"/>
                </a:ext>
              </a:extLst>
            </p:cNvPr>
            <p:cNvSpPr/>
            <p:nvPr/>
          </p:nvSpPr>
          <p:spPr>
            <a:xfrm>
              <a:off x="3085488" y="1012911"/>
              <a:ext cx="59415" cy="59401"/>
            </a:xfrm>
            <a:custGeom>
              <a:avLst/>
              <a:gdLst/>
              <a:ahLst/>
              <a:cxnLst/>
              <a:rect l="l" t="t" r="r" b="b"/>
              <a:pathLst>
                <a:path w="59415" h="59401" extrusionOk="0">
                  <a:moveTo>
                    <a:pt x="2847" y="42365"/>
                  </a:moveTo>
                  <a:cubicBezTo>
                    <a:pt x="9847" y="57216"/>
                    <a:pt x="27519" y="63537"/>
                    <a:pt x="42336" y="56570"/>
                  </a:cubicBezTo>
                  <a:cubicBezTo>
                    <a:pt x="57187" y="49569"/>
                    <a:pt x="63576" y="31897"/>
                    <a:pt x="56576" y="17046"/>
                  </a:cubicBezTo>
                  <a:cubicBezTo>
                    <a:pt x="49575" y="2229"/>
                    <a:pt x="31869" y="-4160"/>
                    <a:pt x="17052" y="2841"/>
                  </a:cubicBezTo>
                  <a:cubicBezTo>
                    <a:pt x="2201" y="9808"/>
                    <a:pt x="-4154" y="27513"/>
                    <a:pt x="2847" y="4236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" name="Google Shape;2457;p47">
              <a:extLst>
                <a:ext uri="{FF2B5EF4-FFF2-40B4-BE49-F238E27FC236}">
                  <a16:creationId xmlns:a16="http://schemas.microsoft.com/office/drawing/2014/main" id="{DFE64B41-F22D-7E53-7EB6-688C41E3C72E}"/>
                </a:ext>
              </a:extLst>
            </p:cNvPr>
            <p:cNvSpPr/>
            <p:nvPr/>
          </p:nvSpPr>
          <p:spPr>
            <a:xfrm>
              <a:off x="2974488" y="1098775"/>
              <a:ext cx="48937" cy="61137"/>
            </a:xfrm>
            <a:custGeom>
              <a:avLst/>
              <a:gdLst/>
              <a:ahLst/>
              <a:cxnLst/>
              <a:rect l="l" t="t" r="r" b="b"/>
              <a:pathLst>
                <a:path w="48937" h="61137" extrusionOk="0">
                  <a:moveTo>
                    <a:pt x="0" y="0"/>
                  </a:moveTo>
                  <a:lnTo>
                    <a:pt x="48937" y="1121"/>
                  </a:lnTo>
                  <a:lnTo>
                    <a:pt x="37416" y="61137"/>
                  </a:lnTo>
                  <a:lnTo>
                    <a:pt x="13560" y="605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" name="Google Shape;2458;p47">
              <a:extLst>
                <a:ext uri="{FF2B5EF4-FFF2-40B4-BE49-F238E27FC236}">
                  <a16:creationId xmlns:a16="http://schemas.microsoft.com/office/drawing/2014/main" id="{C62D9C3C-DDE4-73B2-4BA2-B9A62B008A5B}"/>
                </a:ext>
              </a:extLst>
            </p:cNvPr>
            <p:cNvSpPr/>
            <p:nvPr/>
          </p:nvSpPr>
          <p:spPr>
            <a:xfrm>
              <a:off x="2974447" y="1075353"/>
              <a:ext cx="49051" cy="49045"/>
            </a:xfrm>
            <a:custGeom>
              <a:avLst/>
              <a:gdLst/>
              <a:ahLst/>
              <a:cxnLst/>
              <a:rect l="l" t="t" r="r" b="b"/>
              <a:pathLst>
                <a:path w="49051" h="49045" extrusionOk="0">
                  <a:moveTo>
                    <a:pt x="23965" y="49012"/>
                  </a:moveTo>
                  <a:cubicBezTo>
                    <a:pt x="37491" y="49317"/>
                    <a:pt x="48740" y="38612"/>
                    <a:pt x="49045" y="25087"/>
                  </a:cubicBezTo>
                  <a:cubicBezTo>
                    <a:pt x="49351" y="11527"/>
                    <a:pt x="38646" y="312"/>
                    <a:pt x="25087" y="6"/>
                  </a:cubicBezTo>
                  <a:cubicBezTo>
                    <a:pt x="11561" y="-299"/>
                    <a:pt x="312" y="10406"/>
                    <a:pt x="6" y="23965"/>
                  </a:cubicBezTo>
                  <a:cubicBezTo>
                    <a:pt x="-299" y="37491"/>
                    <a:pt x="10440" y="48706"/>
                    <a:pt x="23965" y="490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" name="Google Shape;2459;p47">
              <a:extLst>
                <a:ext uri="{FF2B5EF4-FFF2-40B4-BE49-F238E27FC236}">
                  <a16:creationId xmlns:a16="http://schemas.microsoft.com/office/drawing/2014/main" id="{2CCF5B87-6775-79E3-5B13-B41BA054BA74}"/>
                </a:ext>
              </a:extLst>
            </p:cNvPr>
            <p:cNvSpPr/>
            <p:nvPr/>
          </p:nvSpPr>
          <p:spPr>
            <a:xfrm>
              <a:off x="3096134" y="1024452"/>
              <a:ext cx="152045" cy="36431"/>
            </a:xfrm>
            <a:custGeom>
              <a:avLst/>
              <a:gdLst/>
              <a:ahLst/>
              <a:cxnLst/>
              <a:rect l="l" t="t" r="r" b="b"/>
              <a:pathLst>
                <a:path w="152045" h="36431" extrusionOk="0">
                  <a:moveTo>
                    <a:pt x="16873" y="0"/>
                  </a:moveTo>
                  <a:lnTo>
                    <a:pt x="135172" y="0"/>
                  </a:lnTo>
                  <a:cubicBezTo>
                    <a:pt x="157670" y="0"/>
                    <a:pt x="157670" y="36431"/>
                    <a:pt x="135172" y="36431"/>
                  </a:cubicBezTo>
                  <a:lnTo>
                    <a:pt x="16873" y="36431"/>
                  </a:lnTo>
                  <a:cubicBezTo>
                    <a:pt x="-5624" y="36431"/>
                    <a:pt x="-5624" y="0"/>
                    <a:pt x="168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" name="Google Shape;2460;p47">
              <a:extLst>
                <a:ext uri="{FF2B5EF4-FFF2-40B4-BE49-F238E27FC236}">
                  <a16:creationId xmlns:a16="http://schemas.microsoft.com/office/drawing/2014/main" id="{F0B23871-9C28-8718-2717-E105A33D3C58}"/>
                </a:ext>
              </a:extLst>
            </p:cNvPr>
            <p:cNvSpPr/>
            <p:nvPr/>
          </p:nvSpPr>
          <p:spPr>
            <a:xfrm>
              <a:off x="2984317" y="1085189"/>
              <a:ext cx="29332" cy="29345"/>
            </a:xfrm>
            <a:custGeom>
              <a:avLst/>
              <a:gdLst/>
              <a:ahLst/>
              <a:cxnLst/>
              <a:rect l="l" t="t" r="r" b="b"/>
              <a:pathLst>
                <a:path w="29332" h="29345" extrusionOk="0">
                  <a:moveTo>
                    <a:pt x="24596" y="3866"/>
                  </a:moveTo>
                  <a:cubicBezTo>
                    <a:pt x="30577" y="9337"/>
                    <a:pt x="30917" y="18649"/>
                    <a:pt x="25480" y="24596"/>
                  </a:cubicBezTo>
                  <a:cubicBezTo>
                    <a:pt x="20008" y="30577"/>
                    <a:pt x="10697" y="30951"/>
                    <a:pt x="4749" y="25480"/>
                  </a:cubicBezTo>
                  <a:cubicBezTo>
                    <a:pt x="-1232" y="19974"/>
                    <a:pt x="-1606" y="10697"/>
                    <a:pt x="3866" y="4749"/>
                  </a:cubicBezTo>
                  <a:cubicBezTo>
                    <a:pt x="9337" y="-1232"/>
                    <a:pt x="18683" y="-1606"/>
                    <a:pt x="24630" y="386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" name="Google Shape;2461;p47">
              <a:extLst>
                <a:ext uri="{FF2B5EF4-FFF2-40B4-BE49-F238E27FC236}">
                  <a16:creationId xmlns:a16="http://schemas.microsoft.com/office/drawing/2014/main" id="{55D3D4C8-5422-2EC3-18C0-D00F8A8A950E}"/>
                </a:ext>
              </a:extLst>
            </p:cNvPr>
            <p:cNvSpPr/>
            <p:nvPr/>
          </p:nvSpPr>
          <p:spPr>
            <a:xfrm>
              <a:off x="2991209" y="1092093"/>
              <a:ext cx="15497" cy="15482"/>
            </a:xfrm>
            <a:custGeom>
              <a:avLst/>
              <a:gdLst/>
              <a:ahLst/>
              <a:cxnLst/>
              <a:rect l="l" t="t" r="r" b="b"/>
              <a:pathLst>
                <a:path w="15497" h="15482" extrusionOk="0">
                  <a:moveTo>
                    <a:pt x="13015" y="2026"/>
                  </a:moveTo>
                  <a:cubicBezTo>
                    <a:pt x="16141" y="4948"/>
                    <a:pt x="16345" y="9842"/>
                    <a:pt x="13456" y="12969"/>
                  </a:cubicBezTo>
                  <a:cubicBezTo>
                    <a:pt x="10534" y="16129"/>
                    <a:pt x="5640" y="16333"/>
                    <a:pt x="2514" y="13444"/>
                  </a:cubicBezTo>
                  <a:cubicBezTo>
                    <a:pt x="-647" y="10556"/>
                    <a:pt x="-851" y="5628"/>
                    <a:pt x="2038" y="2501"/>
                  </a:cubicBezTo>
                  <a:cubicBezTo>
                    <a:pt x="4926" y="-625"/>
                    <a:pt x="9820" y="-863"/>
                    <a:pt x="13015" y="20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" name="Google Shape;2462;p47">
              <a:extLst>
                <a:ext uri="{FF2B5EF4-FFF2-40B4-BE49-F238E27FC236}">
                  <a16:creationId xmlns:a16="http://schemas.microsoft.com/office/drawing/2014/main" id="{8EC420E8-936E-0673-3420-D58D4187E7EE}"/>
                </a:ext>
              </a:extLst>
            </p:cNvPr>
            <p:cNvSpPr/>
            <p:nvPr/>
          </p:nvSpPr>
          <p:spPr>
            <a:xfrm>
              <a:off x="3102538" y="1029921"/>
              <a:ext cx="25356" cy="25390"/>
            </a:xfrm>
            <a:custGeom>
              <a:avLst/>
              <a:gdLst/>
              <a:ahLst/>
              <a:cxnLst/>
              <a:rect l="l" t="t" r="r" b="b"/>
              <a:pathLst>
                <a:path w="25356" h="25390" extrusionOk="0">
                  <a:moveTo>
                    <a:pt x="17402" y="920"/>
                  </a:moveTo>
                  <a:cubicBezTo>
                    <a:pt x="23893" y="3536"/>
                    <a:pt x="27053" y="10945"/>
                    <a:pt x="24437" y="17436"/>
                  </a:cubicBezTo>
                  <a:cubicBezTo>
                    <a:pt x="21820" y="23927"/>
                    <a:pt x="14445" y="27087"/>
                    <a:pt x="7954" y="24471"/>
                  </a:cubicBezTo>
                  <a:cubicBezTo>
                    <a:pt x="1463" y="21854"/>
                    <a:pt x="-1697" y="14479"/>
                    <a:pt x="920" y="7954"/>
                  </a:cubicBezTo>
                  <a:cubicBezTo>
                    <a:pt x="3536" y="1463"/>
                    <a:pt x="10945" y="-1697"/>
                    <a:pt x="17436" y="9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" name="Google Shape;2463;p47">
              <a:extLst>
                <a:ext uri="{FF2B5EF4-FFF2-40B4-BE49-F238E27FC236}">
                  <a16:creationId xmlns:a16="http://schemas.microsoft.com/office/drawing/2014/main" id="{5E6B0EB0-B97F-C583-DFAC-EA93031BC6E0}"/>
                </a:ext>
              </a:extLst>
            </p:cNvPr>
            <p:cNvSpPr/>
            <p:nvPr/>
          </p:nvSpPr>
          <p:spPr>
            <a:xfrm>
              <a:off x="3109334" y="1036105"/>
              <a:ext cx="12172" cy="12166"/>
            </a:xfrm>
            <a:custGeom>
              <a:avLst/>
              <a:gdLst/>
              <a:ahLst/>
              <a:cxnLst/>
              <a:rect l="l" t="t" r="r" b="b"/>
              <a:pathLst>
                <a:path w="12172" h="12166" extrusionOk="0">
                  <a:moveTo>
                    <a:pt x="580" y="8669"/>
                  </a:moveTo>
                  <a:cubicBezTo>
                    <a:pt x="2008" y="11693"/>
                    <a:pt x="5644" y="13019"/>
                    <a:pt x="8703" y="11591"/>
                  </a:cubicBezTo>
                  <a:cubicBezTo>
                    <a:pt x="11727" y="10164"/>
                    <a:pt x="13019" y="6528"/>
                    <a:pt x="11591" y="3503"/>
                  </a:cubicBezTo>
                  <a:cubicBezTo>
                    <a:pt x="10164" y="445"/>
                    <a:pt x="6528" y="-847"/>
                    <a:pt x="3503" y="580"/>
                  </a:cubicBezTo>
                  <a:cubicBezTo>
                    <a:pt x="445" y="2008"/>
                    <a:pt x="-847" y="5644"/>
                    <a:pt x="580" y="86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" name="Google Shape;2464;p47">
              <a:extLst>
                <a:ext uri="{FF2B5EF4-FFF2-40B4-BE49-F238E27FC236}">
                  <a16:creationId xmlns:a16="http://schemas.microsoft.com/office/drawing/2014/main" id="{AB3DFAFC-621A-356E-5518-C8DF741AEB8E}"/>
                </a:ext>
              </a:extLst>
            </p:cNvPr>
            <p:cNvSpPr/>
            <p:nvPr/>
          </p:nvSpPr>
          <p:spPr>
            <a:xfrm>
              <a:off x="2983816" y="1154033"/>
              <a:ext cx="45997" cy="36431"/>
            </a:xfrm>
            <a:custGeom>
              <a:avLst/>
              <a:gdLst/>
              <a:ahLst/>
              <a:cxnLst/>
              <a:rect l="l" t="t" r="r" b="b"/>
              <a:pathLst>
                <a:path w="45997" h="36431" extrusionOk="0">
                  <a:moveTo>
                    <a:pt x="16873" y="0"/>
                  </a:moveTo>
                  <a:lnTo>
                    <a:pt x="45998" y="0"/>
                  </a:lnTo>
                  <a:lnTo>
                    <a:pt x="45998" y="36431"/>
                  </a:lnTo>
                  <a:lnTo>
                    <a:pt x="16873" y="36431"/>
                  </a:lnTo>
                  <a:cubicBezTo>
                    <a:pt x="-5624" y="36431"/>
                    <a:pt x="-5624" y="0"/>
                    <a:pt x="168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2" name="Google Shape;2465;p47">
              <a:extLst>
                <a:ext uri="{FF2B5EF4-FFF2-40B4-BE49-F238E27FC236}">
                  <a16:creationId xmlns:a16="http://schemas.microsoft.com/office/drawing/2014/main" id="{C692CCF6-95C2-9060-1EED-D5CFD4E09779}"/>
                </a:ext>
              </a:extLst>
            </p:cNvPr>
            <p:cNvSpPr/>
            <p:nvPr/>
          </p:nvSpPr>
          <p:spPr>
            <a:xfrm>
              <a:off x="3022235" y="1139454"/>
              <a:ext cx="18827" cy="63278"/>
            </a:xfrm>
            <a:custGeom>
              <a:avLst/>
              <a:gdLst/>
              <a:ahLst/>
              <a:cxnLst/>
              <a:rect l="l" t="t" r="r" b="b"/>
              <a:pathLst>
                <a:path w="18827" h="63278" extrusionOk="0">
                  <a:moveTo>
                    <a:pt x="9414" y="0"/>
                  </a:moveTo>
                  <a:lnTo>
                    <a:pt x="9414" y="0"/>
                  </a:lnTo>
                  <a:cubicBezTo>
                    <a:pt x="14579" y="0"/>
                    <a:pt x="18793" y="4248"/>
                    <a:pt x="18827" y="9414"/>
                  </a:cubicBezTo>
                  <a:lnTo>
                    <a:pt x="18827" y="53865"/>
                  </a:lnTo>
                  <a:cubicBezTo>
                    <a:pt x="18827" y="59030"/>
                    <a:pt x="14579" y="63278"/>
                    <a:pt x="9414" y="63278"/>
                  </a:cubicBezTo>
                  <a:lnTo>
                    <a:pt x="9414" y="63278"/>
                  </a:lnTo>
                  <a:cubicBezTo>
                    <a:pt x="4214" y="63278"/>
                    <a:pt x="0" y="59064"/>
                    <a:pt x="0" y="53865"/>
                  </a:cubicBezTo>
                  <a:lnTo>
                    <a:pt x="0" y="9414"/>
                  </a:lnTo>
                  <a:cubicBezTo>
                    <a:pt x="0" y="4248"/>
                    <a:pt x="4214" y="0"/>
                    <a:pt x="94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3" name="Google Shape;2466;p47">
              <a:extLst>
                <a:ext uri="{FF2B5EF4-FFF2-40B4-BE49-F238E27FC236}">
                  <a16:creationId xmlns:a16="http://schemas.microsoft.com/office/drawing/2014/main" id="{06695AA9-3D56-AF70-4228-7BAF2291876B}"/>
                </a:ext>
              </a:extLst>
            </p:cNvPr>
            <p:cNvSpPr/>
            <p:nvPr/>
          </p:nvSpPr>
          <p:spPr>
            <a:xfrm>
              <a:off x="3127008" y="973475"/>
              <a:ext cx="90295" cy="51315"/>
            </a:xfrm>
            <a:custGeom>
              <a:avLst/>
              <a:gdLst/>
              <a:ahLst/>
              <a:cxnLst/>
              <a:rect l="l" t="t" r="r" b="b"/>
              <a:pathLst>
                <a:path w="90295" h="51315" extrusionOk="0">
                  <a:moveTo>
                    <a:pt x="0" y="51316"/>
                  </a:moveTo>
                  <a:lnTo>
                    <a:pt x="90296" y="51316"/>
                  </a:lnTo>
                  <a:lnTo>
                    <a:pt x="90296" y="7307"/>
                  </a:lnTo>
                  <a:cubicBezTo>
                    <a:pt x="90296" y="3262"/>
                    <a:pt x="87033" y="0"/>
                    <a:pt x="82989" y="0"/>
                  </a:cubicBezTo>
                  <a:lnTo>
                    <a:pt x="7307" y="0"/>
                  </a:lnTo>
                  <a:cubicBezTo>
                    <a:pt x="3296" y="0"/>
                    <a:pt x="0" y="3296"/>
                    <a:pt x="0" y="7307"/>
                  </a:cubicBezTo>
                  <a:lnTo>
                    <a:pt x="0" y="513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4" name="Google Shape;2467;p47">
              <a:extLst>
                <a:ext uri="{FF2B5EF4-FFF2-40B4-BE49-F238E27FC236}">
                  <a16:creationId xmlns:a16="http://schemas.microsoft.com/office/drawing/2014/main" id="{9D986848-8554-3C8B-C83D-C07C0E65EA2E}"/>
                </a:ext>
              </a:extLst>
            </p:cNvPr>
            <p:cNvSpPr/>
            <p:nvPr/>
          </p:nvSpPr>
          <p:spPr>
            <a:xfrm>
              <a:off x="3127144" y="973475"/>
              <a:ext cx="90091" cy="6083"/>
            </a:xfrm>
            <a:custGeom>
              <a:avLst/>
              <a:gdLst/>
              <a:ahLst/>
              <a:cxnLst/>
              <a:rect l="l" t="t" r="r" b="b"/>
              <a:pathLst>
                <a:path w="90091" h="6083" extrusionOk="0">
                  <a:moveTo>
                    <a:pt x="90058" y="6083"/>
                  </a:moveTo>
                  <a:cubicBezTo>
                    <a:pt x="89480" y="2651"/>
                    <a:pt x="86456" y="0"/>
                    <a:pt x="82887" y="0"/>
                  </a:cubicBezTo>
                  <a:lnTo>
                    <a:pt x="7205" y="0"/>
                  </a:lnTo>
                  <a:cubicBezTo>
                    <a:pt x="3602" y="0"/>
                    <a:pt x="578" y="2651"/>
                    <a:pt x="0" y="6083"/>
                  </a:cubicBezTo>
                  <a:lnTo>
                    <a:pt x="90092" y="608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5" name="Google Shape;2468;p47">
              <a:extLst>
                <a:ext uri="{FF2B5EF4-FFF2-40B4-BE49-F238E27FC236}">
                  <a16:creationId xmlns:a16="http://schemas.microsoft.com/office/drawing/2014/main" id="{5730503E-DEC6-A7A1-799E-61A9168EF70F}"/>
                </a:ext>
              </a:extLst>
            </p:cNvPr>
            <p:cNvSpPr/>
            <p:nvPr/>
          </p:nvSpPr>
          <p:spPr>
            <a:xfrm>
              <a:off x="3216589" y="1029411"/>
              <a:ext cx="25390" cy="25390"/>
            </a:xfrm>
            <a:custGeom>
              <a:avLst/>
              <a:gdLst/>
              <a:ahLst/>
              <a:cxnLst/>
              <a:rect l="l" t="t" r="r" b="b"/>
              <a:pathLst>
                <a:path w="25390" h="25390" extrusionOk="0">
                  <a:moveTo>
                    <a:pt x="7954" y="920"/>
                  </a:moveTo>
                  <a:cubicBezTo>
                    <a:pt x="1463" y="3536"/>
                    <a:pt x="-1697" y="10945"/>
                    <a:pt x="920" y="17436"/>
                  </a:cubicBezTo>
                  <a:cubicBezTo>
                    <a:pt x="3536" y="23927"/>
                    <a:pt x="10945" y="27087"/>
                    <a:pt x="17436" y="24471"/>
                  </a:cubicBezTo>
                  <a:cubicBezTo>
                    <a:pt x="23927" y="21854"/>
                    <a:pt x="27087" y="14445"/>
                    <a:pt x="24471" y="7954"/>
                  </a:cubicBezTo>
                  <a:cubicBezTo>
                    <a:pt x="21854" y="1463"/>
                    <a:pt x="14479" y="-1697"/>
                    <a:pt x="7954" y="9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6" name="Google Shape;2469;p47">
              <a:extLst>
                <a:ext uri="{FF2B5EF4-FFF2-40B4-BE49-F238E27FC236}">
                  <a16:creationId xmlns:a16="http://schemas.microsoft.com/office/drawing/2014/main" id="{A91C2284-AFCB-3C8F-0CEE-A9C7479CB474}"/>
                </a:ext>
              </a:extLst>
            </p:cNvPr>
            <p:cNvSpPr/>
            <p:nvPr/>
          </p:nvSpPr>
          <p:spPr>
            <a:xfrm>
              <a:off x="3222982" y="1035595"/>
              <a:ext cx="12166" cy="12151"/>
            </a:xfrm>
            <a:custGeom>
              <a:avLst/>
              <a:gdLst/>
              <a:ahLst/>
              <a:cxnLst/>
              <a:rect l="l" t="t" r="r" b="b"/>
              <a:pathLst>
                <a:path w="12166" h="12151" extrusionOk="0">
                  <a:moveTo>
                    <a:pt x="11586" y="8669"/>
                  </a:moveTo>
                  <a:cubicBezTo>
                    <a:pt x="10158" y="11693"/>
                    <a:pt x="6556" y="12985"/>
                    <a:pt x="3498" y="11591"/>
                  </a:cubicBezTo>
                  <a:cubicBezTo>
                    <a:pt x="473" y="10164"/>
                    <a:pt x="-852" y="6528"/>
                    <a:pt x="575" y="3503"/>
                  </a:cubicBezTo>
                  <a:cubicBezTo>
                    <a:pt x="2002" y="445"/>
                    <a:pt x="5639" y="-847"/>
                    <a:pt x="8663" y="581"/>
                  </a:cubicBezTo>
                  <a:cubicBezTo>
                    <a:pt x="11722" y="2008"/>
                    <a:pt x="13013" y="5644"/>
                    <a:pt x="11586" y="86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417" name="Google Shape;1386;p30">
            <a:extLst>
              <a:ext uri="{FF2B5EF4-FFF2-40B4-BE49-F238E27FC236}">
                <a16:creationId xmlns:a16="http://schemas.microsoft.com/office/drawing/2014/main" id="{EF28A3F3-8FC0-6BFC-6082-15C47A941827}"/>
              </a:ext>
            </a:extLst>
          </p:cNvPr>
          <p:cNvGrpSpPr/>
          <p:nvPr/>
        </p:nvGrpSpPr>
        <p:grpSpPr>
          <a:xfrm>
            <a:off x="417109" y="-76097"/>
            <a:ext cx="1392653" cy="3806820"/>
            <a:chOff x="7569444" y="2914051"/>
            <a:chExt cx="456473" cy="1247769"/>
          </a:xfrm>
        </p:grpSpPr>
        <p:sp>
          <p:nvSpPr>
            <p:cNvPr id="1418" name="Google Shape;1387;p30">
              <a:extLst>
                <a:ext uri="{FF2B5EF4-FFF2-40B4-BE49-F238E27FC236}">
                  <a16:creationId xmlns:a16="http://schemas.microsoft.com/office/drawing/2014/main" id="{241545AD-24E3-C2F1-35F1-F1E5DA11B71B}"/>
                </a:ext>
              </a:extLst>
            </p:cNvPr>
            <p:cNvSpPr/>
            <p:nvPr/>
          </p:nvSpPr>
          <p:spPr>
            <a:xfrm>
              <a:off x="7774605" y="2946357"/>
              <a:ext cx="43737" cy="824553"/>
            </a:xfrm>
            <a:custGeom>
              <a:avLst/>
              <a:gdLst/>
              <a:ahLst/>
              <a:cxnLst/>
              <a:rect l="l" t="t" r="r" b="b"/>
              <a:pathLst>
                <a:path w="43737" h="349017" extrusionOk="0">
                  <a:moveTo>
                    <a:pt x="0" y="0"/>
                  </a:moveTo>
                  <a:lnTo>
                    <a:pt x="43738" y="0"/>
                  </a:lnTo>
                  <a:lnTo>
                    <a:pt x="43738" y="349017"/>
                  </a:lnTo>
                  <a:lnTo>
                    <a:pt x="0" y="34901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9" name="Google Shape;1388;p30">
              <a:extLst>
                <a:ext uri="{FF2B5EF4-FFF2-40B4-BE49-F238E27FC236}">
                  <a16:creationId xmlns:a16="http://schemas.microsoft.com/office/drawing/2014/main" id="{182789D2-17D5-6963-32F7-8B5EE3A2670C}"/>
                </a:ext>
              </a:extLst>
            </p:cNvPr>
            <p:cNvSpPr/>
            <p:nvPr/>
          </p:nvSpPr>
          <p:spPr>
            <a:xfrm>
              <a:off x="7705754" y="2914051"/>
              <a:ext cx="181440" cy="72386"/>
            </a:xfrm>
            <a:custGeom>
              <a:avLst/>
              <a:gdLst/>
              <a:ahLst/>
              <a:cxnLst/>
              <a:rect l="l" t="t" r="r" b="b"/>
              <a:pathLst>
                <a:path w="181440" h="72386" extrusionOk="0">
                  <a:moveTo>
                    <a:pt x="36193" y="0"/>
                  </a:moveTo>
                  <a:lnTo>
                    <a:pt x="145248" y="0"/>
                  </a:lnTo>
                  <a:cubicBezTo>
                    <a:pt x="165162" y="0"/>
                    <a:pt x="181441" y="16278"/>
                    <a:pt x="181441" y="36193"/>
                  </a:cubicBezTo>
                  <a:lnTo>
                    <a:pt x="181441" y="36193"/>
                  </a:lnTo>
                  <a:cubicBezTo>
                    <a:pt x="181441" y="56108"/>
                    <a:pt x="165162" y="72386"/>
                    <a:pt x="145248" y="72386"/>
                  </a:cubicBezTo>
                  <a:lnTo>
                    <a:pt x="36193" y="72386"/>
                  </a:lnTo>
                  <a:cubicBezTo>
                    <a:pt x="16279" y="72386"/>
                    <a:pt x="0" y="56108"/>
                    <a:pt x="0" y="36193"/>
                  </a:cubicBezTo>
                  <a:lnTo>
                    <a:pt x="0" y="36193"/>
                  </a:lnTo>
                  <a:cubicBezTo>
                    <a:pt x="0" y="16278"/>
                    <a:pt x="16279" y="0"/>
                    <a:pt x="36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0" name="Google Shape;1389;p30">
              <a:extLst>
                <a:ext uri="{FF2B5EF4-FFF2-40B4-BE49-F238E27FC236}">
                  <a16:creationId xmlns:a16="http://schemas.microsoft.com/office/drawing/2014/main" id="{A2470832-932F-FBC6-2976-A7F7ED9B5791}"/>
                </a:ext>
              </a:extLst>
            </p:cNvPr>
            <p:cNvSpPr/>
            <p:nvPr/>
          </p:nvSpPr>
          <p:spPr>
            <a:xfrm>
              <a:off x="7735761" y="3795302"/>
              <a:ext cx="122717" cy="69735"/>
            </a:xfrm>
            <a:custGeom>
              <a:avLst/>
              <a:gdLst/>
              <a:ahLst/>
              <a:cxnLst/>
              <a:rect l="l" t="t" r="r" b="b"/>
              <a:pathLst>
                <a:path w="122717" h="69735" extrusionOk="0">
                  <a:moveTo>
                    <a:pt x="0" y="69736"/>
                  </a:moveTo>
                  <a:lnTo>
                    <a:pt x="122717" y="69736"/>
                  </a:lnTo>
                  <a:lnTo>
                    <a:pt x="122717" y="9924"/>
                  </a:lnTo>
                  <a:cubicBezTo>
                    <a:pt x="122717" y="4452"/>
                    <a:pt x="118231" y="0"/>
                    <a:pt x="112794" y="0"/>
                  </a:cubicBezTo>
                  <a:lnTo>
                    <a:pt x="9924" y="0"/>
                  </a:lnTo>
                  <a:cubicBezTo>
                    <a:pt x="4452" y="0"/>
                    <a:pt x="0" y="4486"/>
                    <a:pt x="0" y="9924"/>
                  </a:cubicBezTo>
                  <a:lnTo>
                    <a:pt x="0" y="697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1" name="Google Shape;1390;p30">
              <a:extLst>
                <a:ext uri="{FF2B5EF4-FFF2-40B4-BE49-F238E27FC236}">
                  <a16:creationId xmlns:a16="http://schemas.microsoft.com/office/drawing/2014/main" id="{A599FBD2-CA59-62F0-EB27-71BAF2F162F8}"/>
                </a:ext>
              </a:extLst>
            </p:cNvPr>
            <p:cNvSpPr/>
            <p:nvPr/>
          </p:nvSpPr>
          <p:spPr>
            <a:xfrm>
              <a:off x="7735897" y="3795268"/>
              <a:ext cx="122444" cy="8292"/>
            </a:xfrm>
            <a:custGeom>
              <a:avLst/>
              <a:gdLst/>
              <a:ahLst/>
              <a:cxnLst/>
              <a:rect l="l" t="t" r="r" b="b"/>
              <a:pathLst>
                <a:path w="122444" h="8292" extrusionOk="0">
                  <a:moveTo>
                    <a:pt x="122445" y="8292"/>
                  </a:moveTo>
                  <a:cubicBezTo>
                    <a:pt x="121663" y="3603"/>
                    <a:pt x="117551" y="0"/>
                    <a:pt x="112658" y="0"/>
                  </a:cubicBezTo>
                  <a:lnTo>
                    <a:pt x="9788" y="0"/>
                  </a:lnTo>
                  <a:cubicBezTo>
                    <a:pt x="4894" y="0"/>
                    <a:pt x="782" y="3603"/>
                    <a:pt x="0" y="8292"/>
                  </a:cubicBezTo>
                  <a:lnTo>
                    <a:pt x="122445" y="82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2" name="Google Shape;1391;p30">
              <a:extLst>
                <a:ext uri="{FF2B5EF4-FFF2-40B4-BE49-F238E27FC236}">
                  <a16:creationId xmlns:a16="http://schemas.microsoft.com/office/drawing/2014/main" id="{4AFBE54A-7042-2D50-372B-0AFDA49DF450}"/>
                </a:ext>
              </a:extLst>
            </p:cNvPr>
            <p:cNvSpPr/>
            <p:nvPr/>
          </p:nvSpPr>
          <p:spPr>
            <a:xfrm>
              <a:off x="7761249" y="3757172"/>
              <a:ext cx="71740" cy="39727"/>
            </a:xfrm>
            <a:custGeom>
              <a:avLst/>
              <a:gdLst/>
              <a:ahLst/>
              <a:cxnLst/>
              <a:rect l="l" t="t" r="r" b="b"/>
              <a:pathLst>
                <a:path w="71740" h="39727" extrusionOk="0">
                  <a:moveTo>
                    <a:pt x="0" y="39727"/>
                  </a:moveTo>
                  <a:lnTo>
                    <a:pt x="71741" y="39727"/>
                  </a:lnTo>
                  <a:lnTo>
                    <a:pt x="71741" y="9923"/>
                  </a:lnTo>
                  <a:cubicBezTo>
                    <a:pt x="71741" y="4452"/>
                    <a:pt x="67289" y="0"/>
                    <a:pt x="61818" y="0"/>
                  </a:cubicBezTo>
                  <a:lnTo>
                    <a:pt x="9958" y="0"/>
                  </a:lnTo>
                  <a:cubicBezTo>
                    <a:pt x="4486" y="0"/>
                    <a:pt x="34" y="4452"/>
                    <a:pt x="34" y="9923"/>
                  </a:cubicBezTo>
                  <a:lnTo>
                    <a:pt x="34" y="397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3" name="Google Shape;1392;p30">
              <a:extLst>
                <a:ext uri="{FF2B5EF4-FFF2-40B4-BE49-F238E27FC236}">
                  <a16:creationId xmlns:a16="http://schemas.microsoft.com/office/drawing/2014/main" id="{BA1C0478-FA56-F99E-3BA0-B7B3CBDF0EE7}"/>
                </a:ext>
              </a:extLst>
            </p:cNvPr>
            <p:cNvSpPr/>
            <p:nvPr/>
          </p:nvSpPr>
          <p:spPr>
            <a:xfrm>
              <a:off x="7761556" y="3757138"/>
              <a:ext cx="71196" cy="7646"/>
            </a:xfrm>
            <a:custGeom>
              <a:avLst/>
              <a:gdLst/>
              <a:ahLst/>
              <a:cxnLst/>
              <a:rect l="l" t="t" r="r" b="b"/>
              <a:pathLst>
                <a:path w="71196" h="7646" extrusionOk="0">
                  <a:moveTo>
                    <a:pt x="71163" y="7646"/>
                  </a:moveTo>
                  <a:cubicBezTo>
                    <a:pt x="70110" y="3262"/>
                    <a:pt x="66167" y="0"/>
                    <a:pt x="61512" y="0"/>
                  </a:cubicBezTo>
                  <a:lnTo>
                    <a:pt x="9652" y="0"/>
                  </a:lnTo>
                  <a:cubicBezTo>
                    <a:pt x="4996" y="0"/>
                    <a:pt x="1020" y="3262"/>
                    <a:pt x="0" y="7646"/>
                  </a:cubicBezTo>
                  <a:lnTo>
                    <a:pt x="71197" y="76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4" name="Google Shape;1393;p30">
              <a:extLst>
                <a:ext uri="{FF2B5EF4-FFF2-40B4-BE49-F238E27FC236}">
                  <a16:creationId xmlns:a16="http://schemas.microsoft.com/office/drawing/2014/main" id="{DF68952C-A7D7-3A47-43C5-4C4E829851C3}"/>
                </a:ext>
              </a:extLst>
            </p:cNvPr>
            <p:cNvSpPr/>
            <p:nvPr/>
          </p:nvSpPr>
          <p:spPr>
            <a:xfrm>
              <a:off x="7578755" y="3861231"/>
              <a:ext cx="171280" cy="178790"/>
            </a:xfrm>
            <a:custGeom>
              <a:avLst/>
              <a:gdLst/>
              <a:ahLst/>
              <a:cxnLst/>
              <a:rect l="l" t="t" r="r" b="b"/>
              <a:pathLst>
                <a:path w="171280" h="178790" extrusionOk="0">
                  <a:moveTo>
                    <a:pt x="112216" y="0"/>
                  </a:moveTo>
                  <a:lnTo>
                    <a:pt x="171281" y="54850"/>
                  </a:lnTo>
                  <a:lnTo>
                    <a:pt x="28750" y="178791"/>
                  </a:lnTo>
                  <a:lnTo>
                    <a:pt x="0" y="152079"/>
                  </a:lnTo>
                  <a:lnTo>
                    <a:pt x="112250" y="0"/>
                  </a:lnTo>
                  <a:lnTo>
                    <a:pt x="112250" y="0"/>
                  </a:lnTo>
                  <a:close/>
                  <a:moveTo>
                    <a:pt x="108410" y="63312"/>
                  </a:moveTo>
                  <a:cubicBezTo>
                    <a:pt x="105419" y="60458"/>
                    <a:pt x="100593" y="60594"/>
                    <a:pt x="97738" y="63584"/>
                  </a:cubicBezTo>
                  <a:lnTo>
                    <a:pt x="51996" y="111910"/>
                  </a:lnTo>
                  <a:cubicBezTo>
                    <a:pt x="49141" y="114900"/>
                    <a:pt x="49277" y="119726"/>
                    <a:pt x="52302" y="122581"/>
                  </a:cubicBezTo>
                  <a:lnTo>
                    <a:pt x="52302" y="122581"/>
                  </a:lnTo>
                  <a:cubicBezTo>
                    <a:pt x="55326" y="125436"/>
                    <a:pt x="60119" y="125300"/>
                    <a:pt x="62973" y="122309"/>
                  </a:cubicBezTo>
                  <a:lnTo>
                    <a:pt x="108715" y="73984"/>
                  </a:lnTo>
                  <a:cubicBezTo>
                    <a:pt x="111570" y="70959"/>
                    <a:pt x="111434" y="66167"/>
                    <a:pt x="108444" y="63312"/>
                  </a:cubicBezTo>
                  <a:lnTo>
                    <a:pt x="108444" y="633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5" name="Google Shape;1394;p30">
              <a:extLst>
                <a:ext uri="{FF2B5EF4-FFF2-40B4-BE49-F238E27FC236}">
                  <a16:creationId xmlns:a16="http://schemas.microsoft.com/office/drawing/2014/main" id="{745ADC62-FB1E-9771-2D71-F56684D8DB05}"/>
                </a:ext>
              </a:extLst>
            </p:cNvPr>
            <p:cNvSpPr/>
            <p:nvPr/>
          </p:nvSpPr>
          <p:spPr>
            <a:xfrm>
              <a:off x="7845327" y="3860042"/>
              <a:ext cx="171279" cy="178824"/>
            </a:xfrm>
            <a:custGeom>
              <a:avLst/>
              <a:gdLst/>
              <a:ahLst/>
              <a:cxnLst/>
              <a:rect l="l" t="t" r="r" b="b"/>
              <a:pathLst>
                <a:path w="171279" h="178824" extrusionOk="0">
                  <a:moveTo>
                    <a:pt x="59064" y="0"/>
                  </a:moveTo>
                  <a:lnTo>
                    <a:pt x="0" y="54850"/>
                  </a:lnTo>
                  <a:lnTo>
                    <a:pt x="142529" y="178825"/>
                  </a:lnTo>
                  <a:lnTo>
                    <a:pt x="171280" y="152113"/>
                  </a:lnTo>
                  <a:lnTo>
                    <a:pt x="59030" y="34"/>
                  </a:lnTo>
                  <a:lnTo>
                    <a:pt x="59030" y="34"/>
                  </a:lnTo>
                  <a:close/>
                  <a:moveTo>
                    <a:pt x="62871" y="63312"/>
                  </a:moveTo>
                  <a:cubicBezTo>
                    <a:pt x="65895" y="60458"/>
                    <a:pt x="70686" y="60594"/>
                    <a:pt x="73541" y="63584"/>
                  </a:cubicBezTo>
                  <a:lnTo>
                    <a:pt x="119284" y="111910"/>
                  </a:lnTo>
                  <a:cubicBezTo>
                    <a:pt x="122139" y="114934"/>
                    <a:pt x="122003" y="119726"/>
                    <a:pt x="119012" y="122581"/>
                  </a:cubicBezTo>
                  <a:lnTo>
                    <a:pt x="119012" y="122581"/>
                  </a:lnTo>
                  <a:cubicBezTo>
                    <a:pt x="115987" y="125435"/>
                    <a:pt x="111196" y="125300"/>
                    <a:pt x="108341" y="122309"/>
                  </a:cubicBezTo>
                  <a:lnTo>
                    <a:pt x="62599" y="73983"/>
                  </a:lnTo>
                  <a:cubicBezTo>
                    <a:pt x="59744" y="70959"/>
                    <a:pt x="59880" y="66167"/>
                    <a:pt x="62904" y="63312"/>
                  </a:cubicBezTo>
                  <a:lnTo>
                    <a:pt x="62904" y="633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6" name="Google Shape;1395;p30">
              <a:extLst>
                <a:ext uri="{FF2B5EF4-FFF2-40B4-BE49-F238E27FC236}">
                  <a16:creationId xmlns:a16="http://schemas.microsoft.com/office/drawing/2014/main" id="{33A695C4-27E3-A1ED-6DD1-AA9736018213}"/>
                </a:ext>
              </a:extLst>
            </p:cNvPr>
            <p:cNvSpPr/>
            <p:nvPr/>
          </p:nvSpPr>
          <p:spPr>
            <a:xfrm>
              <a:off x="7679538" y="3848961"/>
              <a:ext cx="80741" cy="80717"/>
            </a:xfrm>
            <a:custGeom>
              <a:avLst/>
              <a:gdLst/>
              <a:ahLst/>
              <a:cxnLst/>
              <a:rect l="l" t="t" r="r" b="b"/>
              <a:pathLst>
                <a:path w="80741" h="80717" extrusionOk="0">
                  <a:moveTo>
                    <a:pt x="12928" y="69942"/>
                  </a:moveTo>
                  <a:cubicBezTo>
                    <a:pt x="29241" y="85099"/>
                    <a:pt x="54797" y="84147"/>
                    <a:pt x="69953" y="67835"/>
                  </a:cubicBezTo>
                  <a:cubicBezTo>
                    <a:pt x="85110" y="51488"/>
                    <a:pt x="84193" y="25966"/>
                    <a:pt x="67847" y="10775"/>
                  </a:cubicBezTo>
                  <a:cubicBezTo>
                    <a:pt x="51534" y="-4382"/>
                    <a:pt x="25978" y="-3430"/>
                    <a:pt x="10787" y="12882"/>
                  </a:cubicBezTo>
                  <a:cubicBezTo>
                    <a:pt x="-4369" y="29229"/>
                    <a:pt x="-3452" y="54751"/>
                    <a:pt x="12894" y="6994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7" name="Google Shape;1396;p30">
              <a:extLst>
                <a:ext uri="{FF2B5EF4-FFF2-40B4-BE49-F238E27FC236}">
                  <a16:creationId xmlns:a16="http://schemas.microsoft.com/office/drawing/2014/main" id="{B9DB6583-1E8E-51F1-FD93-59AB1DC0BC47}"/>
                </a:ext>
              </a:extLst>
            </p:cNvPr>
            <p:cNvSpPr/>
            <p:nvPr/>
          </p:nvSpPr>
          <p:spPr>
            <a:xfrm>
              <a:off x="7835027" y="3847805"/>
              <a:ext cx="80683" cy="80683"/>
            </a:xfrm>
            <a:custGeom>
              <a:avLst/>
              <a:gdLst/>
              <a:ahLst/>
              <a:cxnLst/>
              <a:rect l="l" t="t" r="r" b="b"/>
              <a:pathLst>
                <a:path w="80683" h="80683" extrusionOk="0">
                  <a:moveTo>
                    <a:pt x="67835" y="69908"/>
                  </a:moveTo>
                  <a:cubicBezTo>
                    <a:pt x="51488" y="85065"/>
                    <a:pt x="25966" y="84113"/>
                    <a:pt x="10775" y="67801"/>
                  </a:cubicBezTo>
                  <a:cubicBezTo>
                    <a:pt x="-4382" y="51488"/>
                    <a:pt x="-3430" y="25932"/>
                    <a:pt x="12882" y="10775"/>
                  </a:cubicBezTo>
                  <a:cubicBezTo>
                    <a:pt x="29194" y="-4381"/>
                    <a:pt x="54751" y="-3430"/>
                    <a:pt x="69907" y="12882"/>
                  </a:cubicBezTo>
                  <a:cubicBezTo>
                    <a:pt x="85065" y="29229"/>
                    <a:pt x="84113" y="54751"/>
                    <a:pt x="67801" y="6994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8" name="Google Shape;1397;p30">
              <a:extLst>
                <a:ext uri="{FF2B5EF4-FFF2-40B4-BE49-F238E27FC236}">
                  <a16:creationId xmlns:a16="http://schemas.microsoft.com/office/drawing/2014/main" id="{A5507BDB-0166-6739-24C0-6BA30A7189E5}"/>
                </a:ext>
              </a:extLst>
            </p:cNvPr>
            <p:cNvSpPr/>
            <p:nvPr/>
          </p:nvSpPr>
          <p:spPr>
            <a:xfrm>
              <a:off x="7577226" y="3998731"/>
              <a:ext cx="139844" cy="148884"/>
            </a:xfrm>
            <a:custGeom>
              <a:avLst/>
              <a:gdLst/>
              <a:ahLst/>
              <a:cxnLst/>
              <a:rect l="l" t="t" r="r" b="b"/>
              <a:pathLst>
                <a:path w="139844" h="148884" extrusionOk="0">
                  <a:moveTo>
                    <a:pt x="0" y="43874"/>
                  </a:moveTo>
                  <a:lnTo>
                    <a:pt x="50025" y="0"/>
                  </a:lnTo>
                  <a:lnTo>
                    <a:pt x="139844" y="127509"/>
                  </a:lnTo>
                  <a:lnTo>
                    <a:pt x="115478" y="148885"/>
                  </a:lnTo>
                  <a:lnTo>
                    <a:pt x="0" y="43874"/>
                  </a:lnTo>
                  <a:lnTo>
                    <a:pt x="0" y="43874"/>
                  </a:lnTo>
                  <a:close/>
                  <a:moveTo>
                    <a:pt x="94917" y="101884"/>
                  </a:moveTo>
                  <a:lnTo>
                    <a:pt x="94917" y="101884"/>
                  </a:lnTo>
                  <a:cubicBezTo>
                    <a:pt x="97500" y="99709"/>
                    <a:pt x="97772" y="95802"/>
                    <a:pt x="95564" y="93253"/>
                  </a:cubicBezTo>
                  <a:lnTo>
                    <a:pt x="60322" y="52234"/>
                  </a:lnTo>
                  <a:cubicBezTo>
                    <a:pt x="58113" y="49685"/>
                    <a:pt x="54239" y="49379"/>
                    <a:pt x="51656" y="51588"/>
                  </a:cubicBezTo>
                  <a:lnTo>
                    <a:pt x="51656" y="51588"/>
                  </a:lnTo>
                  <a:cubicBezTo>
                    <a:pt x="49107" y="53797"/>
                    <a:pt x="48802" y="57671"/>
                    <a:pt x="51010" y="60220"/>
                  </a:cubicBezTo>
                  <a:lnTo>
                    <a:pt x="86252" y="101239"/>
                  </a:lnTo>
                  <a:cubicBezTo>
                    <a:pt x="88427" y="103788"/>
                    <a:pt x="92335" y="104093"/>
                    <a:pt x="94883" y="1018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9" name="Google Shape;1398;p30">
              <a:extLst>
                <a:ext uri="{FF2B5EF4-FFF2-40B4-BE49-F238E27FC236}">
                  <a16:creationId xmlns:a16="http://schemas.microsoft.com/office/drawing/2014/main" id="{03CC1E84-D079-0823-8118-4C27A87FA13A}"/>
                </a:ext>
              </a:extLst>
            </p:cNvPr>
            <p:cNvSpPr/>
            <p:nvPr/>
          </p:nvSpPr>
          <p:spPr>
            <a:xfrm>
              <a:off x="7878257" y="3997576"/>
              <a:ext cx="139844" cy="148884"/>
            </a:xfrm>
            <a:custGeom>
              <a:avLst/>
              <a:gdLst/>
              <a:ahLst/>
              <a:cxnLst/>
              <a:rect l="l" t="t" r="r" b="b"/>
              <a:pathLst>
                <a:path w="139844" h="148884" extrusionOk="0">
                  <a:moveTo>
                    <a:pt x="139844" y="43874"/>
                  </a:moveTo>
                  <a:lnTo>
                    <a:pt x="89820" y="0"/>
                  </a:lnTo>
                  <a:lnTo>
                    <a:pt x="0" y="127509"/>
                  </a:lnTo>
                  <a:lnTo>
                    <a:pt x="24366" y="148884"/>
                  </a:lnTo>
                  <a:lnTo>
                    <a:pt x="139844" y="43874"/>
                  </a:lnTo>
                  <a:lnTo>
                    <a:pt x="139844" y="43874"/>
                  </a:lnTo>
                  <a:close/>
                  <a:moveTo>
                    <a:pt x="44927" y="101884"/>
                  </a:moveTo>
                  <a:lnTo>
                    <a:pt x="44927" y="101884"/>
                  </a:lnTo>
                  <a:cubicBezTo>
                    <a:pt x="42378" y="99709"/>
                    <a:pt x="42072" y="95801"/>
                    <a:pt x="44281" y="93252"/>
                  </a:cubicBezTo>
                  <a:lnTo>
                    <a:pt x="79523" y="52268"/>
                  </a:lnTo>
                  <a:cubicBezTo>
                    <a:pt x="81732" y="49685"/>
                    <a:pt x="85606" y="49413"/>
                    <a:pt x="88155" y="51622"/>
                  </a:cubicBezTo>
                  <a:lnTo>
                    <a:pt x="88155" y="51622"/>
                  </a:lnTo>
                  <a:cubicBezTo>
                    <a:pt x="90703" y="53831"/>
                    <a:pt x="91010" y="57705"/>
                    <a:pt x="88800" y="60254"/>
                  </a:cubicBezTo>
                  <a:lnTo>
                    <a:pt x="53559" y="101273"/>
                  </a:lnTo>
                  <a:cubicBezTo>
                    <a:pt x="51350" y="103821"/>
                    <a:pt x="47476" y="104127"/>
                    <a:pt x="44893" y="1019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0" name="Google Shape;1399;p30">
              <a:extLst>
                <a:ext uri="{FF2B5EF4-FFF2-40B4-BE49-F238E27FC236}">
                  <a16:creationId xmlns:a16="http://schemas.microsoft.com/office/drawing/2014/main" id="{E5797023-A078-9E38-91AE-E495011A3FF2}"/>
                </a:ext>
              </a:extLst>
            </p:cNvPr>
            <p:cNvSpPr/>
            <p:nvPr/>
          </p:nvSpPr>
          <p:spPr>
            <a:xfrm>
              <a:off x="7569444" y="3987823"/>
              <a:ext cx="66646" cy="66675"/>
            </a:xfrm>
            <a:custGeom>
              <a:avLst/>
              <a:gdLst/>
              <a:ahLst/>
              <a:cxnLst/>
              <a:rect l="l" t="t" r="r" b="b"/>
              <a:pathLst>
                <a:path w="66646" h="66675" extrusionOk="0">
                  <a:moveTo>
                    <a:pt x="55291" y="58384"/>
                  </a:moveTo>
                  <a:cubicBezTo>
                    <a:pt x="69123" y="46252"/>
                    <a:pt x="70516" y="25182"/>
                    <a:pt x="58384" y="11350"/>
                  </a:cubicBezTo>
                  <a:cubicBezTo>
                    <a:pt x="46252" y="-2482"/>
                    <a:pt x="25182" y="-3875"/>
                    <a:pt x="11350" y="8291"/>
                  </a:cubicBezTo>
                  <a:cubicBezTo>
                    <a:pt x="-2482" y="20424"/>
                    <a:pt x="-3875" y="41494"/>
                    <a:pt x="8291" y="55325"/>
                  </a:cubicBezTo>
                  <a:cubicBezTo>
                    <a:pt x="20424" y="69157"/>
                    <a:pt x="41494" y="70550"/>
                    <a:pt x="55325" y="583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1" name="Google Shape;1400;p30">
              <a:extLst>
                <a:ext uri="{FF2B5EF4-FFF2-40B4-BE49-F238E27FC236}">
                  <a16:creationId xmlns:a16="http://schemas.microsoft.com/office/drawing/2014/main" id="{A419A2C9-F615-315F-6EFC-E7BBAA8EBAAF}"/>
                </a:ext>
              </a:extLst>
            </p:cNvPr>
            <p:cNvSpPr/>
            <p:nvPr/>
          </p:nvSpPr>
          <p:spPr>
            <a:xfrm>
              <a:off x="7959242" y="3986668"/>
              <a:ext cx="66675" cy="66680"/>
            </a:xfrm>
            <a:custGeom>
              <a:avLst/>
              <a:gdLst/>
              <a:ahLst/>
              <a:cxnLst/>
              <a:rect l="l" t="t" r="r" b="b"/>
              <a:pathLst>
                <a:path w="66675" h="66680" extrusionOk="0">
                  <a:moveTo>
                    <a:pt x="55325" y="58384"/>
                  </a:moveTo>
                  <a:cubicBezTo>
                    <a:pt x="69157" y="46252"/>
                    <a:pt x="70550" y="25181"/>
                    <a:pt x="58384" y="11350"/>
                  </a:cubicBezTo>
                  <a:cubicBezTo>
                    <a:pt x="46252" y="-2482"/>
                    <a:pt x="25182" y="-3875"/>
                    <a:pt x="11350" y="8291"/>
                  </a:cubicBezTo>
                  <a:cubicBezTo>
                    <a:pt x="-2482" y="20423"/>
                    <a:pt x="-3875" y="41494"/>
                    <a:pt x="8292" y="55325"/>
                  </a:cubicBezTo>
                  <a:cubicBezTo>
                    <a:pt x="20423" y="69157"/>
                    <a:pt x="41494" y="70550"/>
                    <a:pt x="55325" y="584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2" name="Google Shape;1401;p30">
              <a:extLst>
                <a:ext uri="{FF2B5EF4-FFF2-40B4-BE49-F238E27FC236}">
                  <a16:creationId xmlns:a16="http://schemas.microsoft.com/office/drawing/2014/main" id="{85BACA30-47A2-539D-5AC3-916CC9C4EBE0}"/>
                </a:ext>
              </a:extLst>
            </p:cNvPr>
            <p:cNvSpPr/>
            <p:nvPr/>
          </p:nvSpPr>
          <p:spPr>
            <a:xfrm>
              <a:off x="7693791" y="3864562"/>
              <a:ext cx="206598" cy="49514"/>
            </a:xfrm>
            <a:custGeom>
              <a:avLst/>
              <a:gdLst/>
              <a:ahLst/>
              <a:cxnLst/>
              <a:rect l="l" t="t" r="r" b="b"/>
              <a:pathLst>
                <a:path w="206598" h="49514" extrusionOk="0">
                  <a:moveTo>
                    <a:pt x="22939" y="0"/>
                  </a:moveTo>
                  <a:lnTo>
                    <a:pt x="183684" y="0"/>
                  </a:lnTo>
                  <a:cubicBezTo>
                    <a:pt x="214236" y="0"/>
                    <a:pt x="214236" y="49515"/>
                    <a:pt x="183684" y="49515"/>
                  </a:cubicBezTo>
                  <a:lnTo>
                    <a:pt x="22939" y="49515"/>
                  </a:lnTo>
                  <a:cubicBezTo>
                    <a:pt x="-7646" y="49515"/>
                    <a:pt x="-7646" y="0"/>
                    <a:pt x="229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3" name="Google Shape;1402;p30">
              <a:extLst>
                <a:ext uri="{FF2B5EF4-FFF2-40B4-BE49-F238E27FC236}">
                  <a16:creationId xmlns:a16="http://schemas.microsoft.com/office/drawing/2014/main" id="{EDD769ED-94E2-A118-C810-81C39BF1632F}"/>
                </a:ext>
              </a:extLst>
            </p:cNvPr>
            <p:cNvSpPr/>
            <p:nvPr/>
          </p:nvSpPr>
          <p:spPr>
            <a:xfrm>
              <a:off x="7696544" y="4116996"/>
              <a:ext cx="77585" cy="32556"/>
            </a:xfrm>
            <a:custGeom>
              <a:avLst/>
              <a:gdLst/>
              <a:ahLst/>
              <a:cxnLst/>
              <a:rect l="l" t="t" r="r" b="b"/>
              <a:pathLst>
                <a:path w="77585" h="32556" extrusionOk="0">
                  <a:moveTo>
                    <a:pt x="0" y="32557"/>
                  </a:moveTo>
                  <a:lnTo>
                    <a:pt x="2447" y="0"/>
                  </a:lnTo>
                  <a:lnTo>
                    <a:pt x="77585" y="20526"/>
                  </a:lnTo>
                  <a:lnTo>
                    <a:pt x="77314" y="24468"/>
                  </a:lnTo>
                  <a:lnTo>
                    <a:pt x="0" y="3255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4" name="Google Shape;1403;p30">
              <a:extLst>
                <a:ext uri="{FF2B5EF4-FFF2-40B4-BE49-F238E27FC236}">
                  <a16:creationId xmlns:a16="http://schemas.microsoft.com/office/drawing/2014/main" id="{9362CB20-EA92-7765-0763-51271265B389}"/>
                </a:ext>
              </a:extLst>
            </p:cNvPr>
            <p:cNvSpPr/>
            <p:nvPr/>
          </p:nvSpPr>
          <p:spPr>
            <a:xfrm>
              <a:off x="7821198" y="4115840"/>
              <a:ext cx="77620" cy="32523"/>
            </a:xfrm>
            <a:custGeom>
              <a:avLst/>
              <a:gdLst/>
              <a:ahLst/>
              <a:cxnLst/>
              <a:rect l="l" t="t" r="r" b="b"/>
              <a:pathLst>
                <a:path w="77620" h="32523" extrusionOk="0">
                  <a:moveTo>
                    <a:pt x="77620" y="32523"/>
                  </a:moveTo>
                  <a:lnTo>
                    <a:pt x="75172" y="0"/>
                  </a:lnTo>
                  <a:lnTo>
                    <a:pt x="0" y="20493"/>
                  </a:lnTo>
                  <a:lnTo>
                    <a:pt x="306" y="24435"/>
                  </a:lnTo>
                  <a:lnTo>
                    <a:pt x="77620" y="3252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5" name="Google Shape;1404;p30">
              <a:extLst>
                <a:ext uri="{FF2B5EF4-FFF2-40B4-BE49-F238E27FC236}">
                  <a16:creationId xmlns:a16="http://schemas.microsoft.com/office/drawing/2014/main" id="{1B527A48-3D84-056B-9945-C5713AA41E84}"/>
                </a:ext>
              </a:extLst>
            </p:cNvPr>
            <p:cNvSpPr/>
            <p:nvPr/>
          </p:nvSpPr>
          <p:spPr>
            <a:xfrm>
              <a:off x="7670017" y="4095145"/>
              <a:ext cx="66633" cy="66675"/>
            </a:xfrm>
            <a:custGeom>
              <a:avLst/>
              <a:gdLst/>
              <a:ahLst/>
              <a:cxnLst/>
              <a:rect l="l" t="t" r="r" b="b"/>
              <a:pathLst>
                <a:path w="66633" h="66675" extrusionOk="0">
                  <a:moveTo>
                    <a:pt x="55278" y="58384"/>
                  </a:moveTo>
                  <a:cubicBezTo>
                    <a:pt x="69110" y="46252"/>
                    <a:pt x="70503" y="25182"/>
                    <a:pt x="58370" y="11350"/>
                  </a:cubicBezTo>
                  <a:cubicBezTo>
                    <a:pt x="46238" y="-2482"/>
                    <a:pt x="25168" y="-3875"/>
                    <a:pt x="11337" y="8291"/>
                  </a:cubicBezTo>
                  <a:cubicBezTo>
                    <a:pt x="-2495" y="20424"/>
                    <a:pt x="-3855" y="41494"/>
                    <a:pt x="8278" y="55325"/>
                  </a:cubicBezTo>
                  <a:cubicBezTo>
                    <a:pt x="20410" y="69157"/>
                    <a:pt x="41480" y="70550"/>
                    <a:pt x="55278" y="583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6" name="Google Shape;1405;p30">
              <a:extLst>
                <a:ext uri="{FF2B5EF4-FFF2-40B4-BE49-F238E27FC236}">
                  <a16:creationId xmlns:a16="http://schemas.microsoft.com/office/drawing/2014/main" id="{C20BAEE6-FEB7-9834-800C-E86C6CDCF9AB}"/>
                </a:ext>
              </a:extLst>
            </p:cNvPr>
            <p:cNvSpPr/>
            <p:nvPr/>
          </p:nvSpPr>
          <p:spPr>
            <a:xfrm>
              <a:off x="7858678" y="4093955"/>
              <a:ext cx="66646" cy="66680"/>
            </a:xfrm>
            <a:custGeom>
              <a:avLst/>
              <a:gdLst/>
              <a:ahLst/>
              <a:cxnLst/>
              <a:rect l="l" t="t" r="r" b="b"/>
              <a:pathLst>
                <a:path w="66646" h="66680" extrusionOk="0">
                  <a:moveTo>
                    <a:pt x="11355" y="58384"/>
                  </a:moveTo>
                  <a:cubicBezTo>
                    <a:pt x="-2476" y="46252"/>
                    <a:pt x="-3870" y="25182"/>
                    <a:pt x="8263" y="11350"/>
                  </a:cubicBezTo>
                  <a:cubicBezTo>
                    <a:pt x="20395" y="-2482"/>
                    <a:pt x="41465" y="-3875"/>
                    <a:pt x="55297" y="8291"/>
                  </a:cubicBezTo>
                  <a:cubicBezTo>
                    <a:pt x="69128" y="20424"/>
                    <a:pt x="70522" y="41494"/>
                    <a:pt x="58355" y="55325"/>
                  </a:cubicBezTo>
                  <a:cubicBezTo>
                    <a:pt x="46223" y="69157"/>
                    <a:pt x="25153" y="70550"/>
                    <a:pt x="11321" y="584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7" name="Google Shape;1406;p30">
              <a:extLst>
                <a:ext uri="{FF2B5EF4-FFF2-40B4-BE49-F238E27FC236}">
                  <a16:creationId xmlns:a16="http://schemas.microsoft.com/office/drawing/2014/main" id="{E2A4E459-A525-F07E-F0E9-AA91D44588C7}"/>
                </a:ext>
              </a:extLst>
            </p:cNvPr>
            <p:cNvSpPr/>
            <p:nvPr/>
          </p:nvSpPr>
          <p:spPr>
            <a:xfrm>
              <a:off x="7582799" y="4001246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8" y="39897"/>
                  </a:moveTo>
                  <a:cubicBezTo>
                    <a:pt x="30959" y="39897"/>
                    <a:pt x="39897" y="30925"/>
                    <a:pt x="39897" y="19949"/>
                  </a:cubicBezTo>
                  <a:cubicBezTo>
                    <a:pt x="39897" y="8972"/>
                    <a:pt x="30925" y="0"/>
                    <a:pt x="19948" y="0"/>
                  </a:cubicBezTo>
                  <a:cubicBezTo>
                    <a:pt x="8971" y="0"/>
                    <a:pt x="0" y="8972"/>
                    <a:pt x="0" y="19949"/>
                  </a:cubicBezTo>
                  <a:cubicBezTo>
                    <a:pt x="0" y="30925"/>
                    <a:pt x="8971" y="39897"/>
                    <a:pt x="19948" y="398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8" name="Google Shape;1407;p30">
              <a:extLst>
                <a:ext uri="{FF2B5EF4-FFF2-40B4-BE49-F238E27FC236}">
                  <a16:creationId xmlns:a16="http://schemas.microsoft.com/office/drawing/2014/main" id="{E720C9CE-0445-922D-0286-86F832562298}"/>
                </a:ext>
              </a:extLst>
            </p:cNvPr>
            <p:cNvSpPr/>
            <p:nvPr/>
          </p:nvSpPr>
          <p:spPr>
            <a:xfrm>
              <a:off x="7972631" y="4000056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8" y="39897"/>
                  </a:moveTo>
                  <a:cubicBezTo>
                    <a:pt x="30959" y="39897"/>
                    <a:pt x="39897" y="30925"/>
                    <a:pt x="39897" y="19949"/>
                  </a:cubicBezTo>
                  <a:cubicBezTo>
                    <a:pt x="39897" y="8972"/>
                    <a:pt x="30925" y="0"/>
                    <a:pt x="19948" y="0"/>
                  </a:cubicBezTo>
                  <a:cubicBezTo>
                    <a:pt x="8971" y="0"/>
                    <a:pt x="0" y="8972"/>
                    <a:pt x="0" y="19949"/>
                  </a:cubicBezTo>
                  <a:cubicBezTo>
                    <a:pt x="0" y="30925"/>
                    <a:pt x="8971" y="39897"/>
                    <a:pt x="19948" y="398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9" name="Google Shape;1408;p30">
              <a:extLst>
                <a:ext uri="{FF2B5EF4-FFF2-40B4-BE49-F238E27FC236}">
                  <a16:creationId xmlns:a16="http://schemas.microsoft.com/office/drawing/2014/main" id="{C426C754-D2F0-36DC-3C3B-7C1D7AA66A07}"/>
                </a:ext>
              </a:extLst>
            </p:cNvPr>
            <p:cNvSpPr/>
            <p:nvPr/>
          </p:nvSpPr>
          <p:spPr>
            <a:xfrm>
              <a:off x="7592212" y="4010625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7" y="21070"/>
                    <a:pt x="21071" y="16347"/>
                    <a:pt x="21071" y="10535"/>
                  </a:cubicBezTo>
                  <a:cubicBezTo>
                    <a:pt x="21071" y="4724"/>
                    <a:pt x="16347" y="0"/>
                    <a:pt x="10535" y="0"/>
                  </a:cubicBezTo>
                  <a:cubicBezTo>
                    <a:pt x="4724" y="0"/>
                    <a:pt x="0" y="4724"/>
                    <a:pt x="0" y="10535"/>
                  </a:cubicBezTo>
                  <a:cubicBezTo>
                    <a:pt x="0" y="16347"/>
                    <a:pt x="4724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0" name="Google Shape;1409;p30">
              <a:extLst>
                <a:ext uri="{FF2B5EF4-FFF2-40B4-BE49-F238E27FC236}">
                  <a16:creationId xmlns:a16="http://schemas.microsoft.com/office/drawing/2014/main" id="{B07BEBB1-054B-B4D1-9A80-73CBC8E176DC}"/>
                </a:ext>
              </a:extLst>
            </p:cNvPr>
            <p:cNvSpPr/>
            <p:nvPr/>
          </p:nvSpPr>
          <p:spPr>
            <a:xfrm>
              <a:off x="7982045" y="4009470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6" y="21070"/>
                    <a:pt x="21070" y="16346"/>
                    <a:pt x="21070" y="10535"/>
                  </a:cubicBezTo>
                  <a:cubicBezTo>
                    <a:pt x="21070" y="4724"/>
                    <a:pt x="16346" y="0"/>
                    <a:pt x="10535" y="0"/>
                  </a:cubicBezTo>
                  <a:cubicBezTo>
                    <a:pt x="4723" y="0"/>
                    <a:pt x="0" y="4724"/>
                    <a:pt x="0" y="10535"/>
                  </a:cubicBezTo>
                  <a:cubicBezTo>
                    <a:pt x="0" y="16346"/>
                    <a:pt x="4723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1" name="Google Shape;1410;p30">
              <a:extLst>
                <a:ext uri="{FF2B5EF4-FFF2-40B4-BE49-F238E27FC236}">
                  <a16:creationId xmlns:a16="http://schemas.microsoft.com/office/drawing/2014/main" id="{ABA4D7F8-FBE9-B96A-3661-3A90A300CDFA}"/>
                </a:ext>
              </a:extLst>
            </p:cNvPr>
            <p:cNvSpPr/>
            <p:nvPr/>
          </p:nvSpPr>
          <p:spPr>
            <a:xfrm>
              <a:off x="7683392" y="4108534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9" y="39897"/>
                  </a:moveTo>
                  <a:cubicBezTo>
                    <a:pt x="30926" y="39897"/>
                    <a:pt x="39897" y="30925"/>
                    <a:pt x="39897" y="19949"/>
                  </a:cubicBezTo>
                  <a:cubicBezTo>
                    <a:pt x="39897" y="8972"/>
                    <a:pt x="30926" y="0"/>
                    <a:pt x="19949" y="0"/>
                  </a:cubicBezTo>
                  <a:cubicBezTo>
                    <a:pt x="8972" y="0"/>
                    <a:pt x="0" y="8972"/>
                    <a:pt x="0" y="19949"/>
                  </a:cubicBezTo>
                  <a:cubicBezTo>
                    <a:pt x="0" y="30925"/>
                    <a:pt x="8972" y="39897"/>
                    <a:pt x="19949" y="398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2" name="Google Shape;1411;p30">
              <a:extLst>
                <a:ext uri="{FF2B5EF4-FFF2-40B4-BE49-F238E27FC236}">
                  <a16:creationId xmlns:a16="http://schemas.microsoft.com/office/drawing/2014/main" id="{F4404F08-14D9-67B0-073A-7CFAE572E8AC}"/>
                </a:ext>
              </a:extLst>
            </p:cNvPr>
            <p:cNvSpPr/>
            <p:nvPr/>
          </p:nvSpPr>
          <p:spPr>
            <a:xfrm>
              <a:off x="7872072" y="4107344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9" y="39898"/>
                  </a:moveTo>
                  <a:cubicBezTo>
                    <a:pt x="30926" y="39898"/>
                    <a:pt x="39897" y="30926"/>
                    <a:pt x="39897" y="19949"/>
                  </a:cubicBezTo>
                  <a:cubicBezTo>
                    <a:pt x="39897" y="8972"/>
                    <a:pt x="30926" y="0"/>
                    <a:pt x="19949" y="0"/>
                  </a:cubicBezTo>
                  <a:cubicBezTo>
                    <a:pt x="8971" y="0"/>
                    <a:pt x="0" y="8972"/>
                    <a:pt x="0" y="19949"/>
                  </a:cubicBezTo>
                  <a:cubicBezTo>
                    <a:pt x="0" y="30926"/>
                    <a:pt x="8971" y="39898"/>
                    <a:pt x="19949" y="3989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3" name="Google Shape;1412;p30">
              <a:extLst>
                <a:ext uri="{FF2B5EF4-FFF2-40B4-BE49-F238E27FC236}">
                  <a16:creationId xmlns:a16="http://schemas.microsoft.com/office/drawing/2014/main" id="{4A3CBB8A-F60A-FD06-0C68-E54D53C86FA5}"/>
                </a:ext>
              </a:extLst>
            </p:cNvPr>
            <p:cNvSpPr/>
            <p:nvPr/>
          </p:nvSpPr>
          <p:spPr>
            <a:xfrm>
              <a:off x="7692806" y="4117947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7" y="21070"/>
                    <a:pt x="21070" y="16347"/>
                    <a:pt x="21070" y="10535"/>
                  </a:cubicBezTo>
                  <a:cubicBezTo>
                    <a:pt x="21070" y="4724"/>
                    <a:pt x="16313" y="0"/>
                    <a:pt x="10535" y="0"/>
                  </a:cubicBezTo>
                  <a:cubicBezTo>
                    <a:pt x="4757" y="0"/>
                    <a:pt x="0" y="4724"/>
                    <a:pt x="0" y="10535"/>
                  </a:cubicBezTo>
                  <a:cubicBezTo>
                    <a:pt x="0" y="16347"/>
                    <a:pt x="4723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4" name="Google Shape;1413;p30">
              <a:extLst>
                <a:ext uri="{FF2B5EF4-FFF2-40B4-BE49-F238E27FC236}">
                  <a16:creationId xmlns:a16="http://schemas.microsoft.com/office/drawing/2014/main" id="{274242A7-4F38-BA75-7F37-97B8347E9BA9}"/>
                </a:ext>
              </a:extLst>
            </p:cNvPr>
            <p:cNvSpPr/>
            <p:nvPr/>
          </p:nvSpPr>
          <p:spPr>
            <a:xfrm>
              <a:off x="7881486" y="4116758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7" y="21070"/>
                    <a:pt x="21070" y="16347"/>
                    <a:pt x="21070" y="10535"/>
                  </a:cubicBezTo>
                  <a:cubicBezTo>
                    <a:pt x="21070" y="4724"/>
                    <a:pt x="16347" y="0"/>
                    <a:pt x="10535" y="0"/>
                  </a:cubicBezTo>
                  <a:cubicBezTo>
                    <a:pt x="4723" y="0"/>
                    <a:pt x="0" y="4724"/>
                    <a:pt x="0" y="10535"/>
                  </a:cubicBezTo>
                  <a:cubicBezTo>
                    <a:pt x="0" y="16347"/>
                    <a:pt x="4723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5" name="Google Shape;1414;p30">
              <a:extLst>
                <a:ext uri="{FF2B5EF4-FFF2-40B4-BE49-F238E27FC236}">
                  <a16:creationId xmlns:a16="http://schemas.microsoft.com/office/drawing/2014/main" id="{962B89E7-52D4-F677-3834-F496D9198E2F}"/>
                </a:ext>
              </a:extLst>
            </p:cNvPr>
            <p:cNvSpPr/>
            <p:nvPr/>
          </p:nvSpPr>
          <p:spPr>
            <a:xfrm>
              <a:off x="7702695" y="3872106"/>
              <a:ext cx="34494" cy="34459"/>
            </a:xfrm>
            <a:custGeom>
              <a:avLst/>
              <a:gdLst/>
              <a:ahLst/>
              <a:cxnLst/>
              <a:rect l="l" t="t" r="r" b="b"/>
              <a:pathLst>
                <a:path w="34494" h="34459" extrusionOk="0">
                  <a:moveTo>
                    <a:pt x="17264" y="34460"/>
                  </a:moveTo>
                  <a:cubicBezTo>
                    <a:pt x="26746" y="34460"/>
                    <a:pt x="34494" y="26711"/>
                    <a:pt x="34494" y="17230"/>
                  </a:cubicBezTo>
                  <a:cubicBezTo>
                    <a:pt x="34494" y="7748"/>
                    <a:pt x="26746" y="0"/>
                    <a:pt x="17264" y="0"/>
                  </a:cubicBezTo>
                  <a:cubicBezTo>
                    <a:pt x="7783" y="0"/>
                    <a:pt x="0" y="7748"/>
                    <a:pt x="0" y="17230"/>
                  </a:cubicBezTo>
                  <a:cubicBezTo>
                    <a:pt x="0" y="26711"/>
                    <a:pt x="7748" y="34460"/>
                    <a:pt x="17264" y="34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6" name="Google Shape;1415;p30">
              <a:extLst>
                <a:ext uri="{FF2B5EF4-FFF2-40B4-BE49-F238E27FC236}">
                  <a16:creationId xmlns:a16="http://schemas.microsoft.com/office/drawing/2014/main" id="{28DF1F86-31EF-40DB-29FC-9C03748CE3EB}"/>
                </a:ext>
              </a:extLst>
            </p:cNvPr>
            <p:cNvSpPr/>
            <p:nvPr/>
          </p:nvSpPr>
          <p:spPr>
            <a:xfrm>
              <a:off x="7858172" y="3870917"/>
              <a:ext cx="34460" cy="34459"/>
            </a:xfrm>
            <a:custGeom>
              <a:avLst/>
              <a:gdLst/>
              <a:ahLst/>
              <a:cxnLst/>
              <a:rect l="l" t="t" r="r" b="b"/>
              <a:pathLst>
                <a:path w="34460" h="34459" extrusionOk="0">
                  <a:moveTo>
                    <a:pt x="17230" y="34460"/>
                  </a:moveTo>
                  <a:cubicBezTo>
                    <a:pt x="26746" y="34460"/>
                    <a:pt x="34460" y="26711"/>
                    <a:pt x="34460" y="17230"/>
                  </a:cubicBezTo>
                  <a:cubicBezTo>
                    <a:pt x="34460" y="7748"/>
                    <a:pt x="26712" y="0"/>
                    <a:pt x="17230" y="0"/>
                  </a:cubicBezTo>
                  <a:cubicBezTo>
                    <a:pt x="7748" y="0"/>
                    <a:pt x="0" y="7748"/>
                    <a:pt x="0" y="17230"/>
                  </a:cubicBezTo>
                  <a:cubicBezTo>
                    <a:pt x="0" y="26711"/>
                    <a:pt x="7748" y="34460"/>
                    <a:pt x="17230" y="34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7" name="Google Shape;1416;p30">
              <a:extLst>
                <a:ext uri="{FF2B5EF4-FFF2-40B4-BE49-F238E27FC236}">
                  <a16:creationId xmlns:a16="http://schemas.microsoft.com/office/drawing/2014/main" id="{7DB0149A-F3DA-7DB9-23AE-0B2D93ED1CD3}"/>
                </a:ext>
              </a:extLst>
            </p:cNvPr>
            <p:cNvSpPr/>
            <p:nvPr/>
          </p:nvSpPr>
          <p:spPr>
            <a:xfrm>
              <a:off x="7711772" y="3880384"/>
              <a:ext cx="16509" cy="16544"/>
            </a:xfrm>
            <a:custGeom>
              <a:avLst/>
              <a:gdLst/>
              <a:ahLst/>
              <a:cxnLst/>
              <a:rect l="l" t="t" r="r" b="b"/>
              <a:pathLst>
                <a:path w="16509" h="16544" extrusionOk="0">
                  <a:moveTo>
                    <a:pt x="2614" y="14321"/>
                  </a:moveTo>
                  <a:cubicBezTo>
                    <a:pt x="5944" y="17448"/>
                    <a:pt x="11178" y="17244"/>
                    <a:pt x="14304" y="13913"/>
                  </a:cubicBezTo>
                  <a:cubicBezTo>
                    <a:pt x="17396" y="10583"/>
                    <a:pt x="17226" y="5349"/>
                    <a:pt x="13862" y="2223"/>
                  </a:cubicBezTo>
                  <a:cubicBezTo>
                    <a:pt x="10532" y="-904"/>
                    <a:pt x="5298" y="-700"/>
                    <a:pt x="2206" y="2631"/>
                  </a:cubicBezTo>
                  <a:cubicBezTo>
                    <a:pt x="-887" y="5961"/>
                    <a:pt x="-717" y="11195"/>
                    <a:pt x="2648" y="143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8" name="Google Shape;1417;p30">
              <a:extLst>
                <a:ext uri="{FF2B5EF4-FFF2-40B4-BE49-F238E27FC236}">
                  <a16:creationId xmlns:a16="http://schemas.microsoft.com/office/drawing/2014/main" id="{89380EF1-1F7B-0A56-6152-51D7EA63164B}"/>
                </a:ext>
              </a:extLst>
            </p:cNvPr>
            <p:cNvSpPr/>
            <p:nvPr/>
          </p:nvSpPr>
          <p:spPr>
            <a:xfrm>
              <a:off x="7867079" y="3879195"/>
              <a:ext cx="16557" cy="16544"/>
            </a:xfrm>
            <a:custGeom>
              <a:avLst/>
              <a:gdLst/>
              <a:ahLst/>
              <a:cxnLst/>
              <a:rect l="l" t="t" r="r" b="b"/>
              <a:pathLst>
                <a:path w="16557" h="16544" extrusionOk="0">
                  <a:moveTo>
                    <a:pt x="13897" y="14321"/>
                  </a:moveTo>
                  <a:cubicBezTo>
                    <a:pt x="10566" y="17448"/>
                    <a:pt x="5333" y="17244"/>
                    <a:pt x="2206" y="13914"/>
                  </a:cubicBezTo>
                  <a:cubicBezTo>
                    <a:pt x="-887" y="10583"/>
                    <a:pt x="-717" y="5349"/>
                    <a:pt x="2648" y="2223"/>
                  </a:cubicBezTo>
                  <a:cubicBezTo>
                    <a:pt x="5978" y="-904"/>
                    <a:pt x="11212" y="-700"/>
                    <a:pt x="14338" y="2631"/>
                  </a:cubicBezTo>
                  <a:cubicBezTo>
                    <a:pt x="17464" y="5961"/>
                    <a:pt x="17261" y="11195"/>
                    <a:pt x="13897" y="143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23632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3">
          <a:extLst>
            <a:ext uri="{FF2B5EF4-FFF2-40B4-BE49-F238E27FC236}">
              <a16:creationId xmlns:a16="http://schemas.microsoft.com/office/drawing/2014/main" id="{A21CFCA3-4C5E-ACCB-8607-BF9188D49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0AD53A1-C6A9-6DC7-9109-F983E4913B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0601585"/>
              </p:ext>
            </p:extLst>
          </p:nvPr>
        </p:nvGraphicFramePr>
        <p:xfrm>
          <a:off x="646967" y="986637"/>
          <a:ext cx="7830836" cy="3632823"/>
        </p:xfrm>
        <a:graphic>
          <a:graphicData uri="http://schemas.openxmlformats.org/drawingml/2006/table">
            <a:tbl>
              <a:tblPr firstRow="1" firstCol="1" bandRow="1">
                <a:tableStyleId>{85BE263C-DBD7-4A20-BB59-AAB30ACAA65A}</a:tableStyleId>
              </a:tblPr>
              <a:tblGrid>
                <a:gridCol w="435876">
                  <a:extLst>
                    <a:ext uri="{9D8B030D-6E8A-4147-A177-3AD203B41FA5}">
                      <a16:colId xmlns:a16="http://schemas.microsoft.com/office/drawing/2014/main" val="3103787486"/>
                    </a:ext>
                  </a:extLst>
                </a:gridCol>
                <a:gridCol w="2189748">
                  <a:extLst>
                    <a:ext uri="{9D8B030D-6E8A-4147-A177-3AD203B41FA5}">
                      <a16:colId xmlns:a16="http://schemas.microsoft.com/office/drawing/2014/main" val="3746182111"/>
                    </a:ext>
                  </a:extLst>
                </a:gridCol>
                <a:gridCol w="2995863">
                  <a:extLst>
                    <a:ext uri="{9D8B030D-6E8A-4147-A177-3AD203B41FA5}">
                      <a16:colId xmlns:a16="http://schemas.microsoft.com/office/drawing/2014/main" val="3547157025"/>
                    </a:ext>
                  </a:extLst>
                </a:gridCol>
                <a:gridCol w="2209349">
                  <a:extLst>
                    <a:ext uri="{9D8B030D-6E8A-4147-A177-3AD203B41FA5}">
                      <a16:colId xmlns:a16="http://schemas.microsoft.com/office/drawing/2014/main" val="854742985"/>
                    </a:ext>
                  </a:extLst>
                </a:gridCol>
              </a:tblGrid>
              <a:tr h="61559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#</a:t>
                      </a:r>
                      <a:endParaRPr lang="en-GB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7985" marR="97985" marT="65323" marB="653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Objective</a:t>
                      </a:r>
                      <a:endParaRPr lang="en-GB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7985" marR="97985" marT="65323" marB="653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Proposed Action (Based on Prediction)</a:t>
                      </a:r>
                      <a:endParaRPr lang="en-GB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7985" marR="97985" marT="65323" marB="653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Key Performance Indicators (KPIs)</a:t>
                      </a:r>
                      <a:endParaRPr lang="en-GB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7985" marR="97985" marT="65323" marB="65323" anchor="ctr"/>
                </a:tc>
                <a:extLst>
                  <a:ext uri="{0D108BD9-81ED-4DB2-BD59-A6C34878D82A}">
                    <a16:rowId xmlns:a16="http://schemas.microsoft.com/office/drawing/2014/main" val="1463834381"/>
                  </a:ext>
                </a:extLst>
              </a:tr>
              <a:tr h="91417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dirty="0">
                          <a:effectLst/>
                        </a:rPr>
                        <a:t>1</a:t>
                      </a:r>
                      <a:endParaRPr lang="en-GB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7985" marR="97985" marT="65323" marB="653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  <a:latin typeface="+mn-lt"/>
                        </a:rPr>
                        <a:t>Stabilize Power (PWF)</a:t>
                      </a:r>
                      <a:endParaRPr lang="en-GB" sz="110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7985" marR="97985" marT="65323" marB="653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  <a:latin typeface="+mn-lt"/>
                        </a:rPr>
                        <a:t>Install Voltage Regulators or UPS Units for critical machines to buffer against sharp spikes (&gt;9K W) and dips (&lt;</a:t>
                      </a:r>
                      <a:r>
                        <a:rPr lang="ar-SA" sz="1100" kern="100" dirty="0">
                          <a:effectLst/>
                          <a:latin typeface="+mn-lt"/>
                        </a:rPr>
                        <a:t>3.5</a:t>
                      </a:r>
                      <a:r>
                        <a:rPr lang="en-US" sz="1100" kern="100" dirty="0">
                          <a:effectLst/>
                          <a:latin typeface="+mn-lt"/>
                        </a:rPr>
                        <a:t>K W).</a:t>
                      </a:r>
                      <a:endParaRPr lang="en-GB" sz="110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7985" marR="97985" marT="65323" marB="653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+mn-lt"/>
                        </a:rPr>
                        <a:t>Decrease in red zone breaches on the Max Power chart.</a:t>
                      </a:r>
                      <a:endParaRPr lang="en-GB" sz="1100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7985" marR="97985" marT="65323" marB="65323" anchor="ctr"/>
                </a:tc>
                <a:extLst>
                  <a:ext uri="{0D108BD9-81ED-4DB2-BD59-A6C34878D82A}">
                    <a16:rowId xmlns:a16="http://schemas.microsoft.com/office/drawing/2014/main" val="1370170129"/>
                  </a:ext>
                </a:extLst>
              </a:tr>
              <a:tr h="91417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2</a:t>
                      </a:r>
                      <a:endParaRPr lang="en-GB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7985" marR="97985" marT="65323" marB="653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+mn-lt"/>
                        </a:rPr>
                        <a:t>Manage Tool Wear (TWF)</a:t>
                      </a:r>
                      <a:endParaRPr lang="en-GB" sz="1100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7985" marR="97985" marT="65323" marB="653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  <a:latin typeface="+mn-lt"/>
                        </a:rPr>
                        <a:t>Implement an automated Power BI alert that triggers a Tool Replacement Work Order when wear exceeds 200 minutes.</a:t>
                      </a:r>
                      <a:endParaRPr lang="en-GB" sz="110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7985" marR="97985" marT="65323" marB="653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  <a:latin typeface="+mn-lt"/>
                        </a:rPr>
                        <a:t>Increase in Mean Time Between Failures (MTBF); 50% reduction in TWF incidents.</a:t>
                      </a:r>
                      <a:endParaRPr lang="en-GB" sz="110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7985" marR="97985" marT="65323" marB="65323" anchor="ctr"/>
                </a:tc>
                <a:extLst>
                  <a:ext uri="{0D108BD9-81ED-4DB2-BD59-A6C34878D82A}">
                    <a16:rowId xmlns:a16="http://schemas.microsoft.com/office/drawing/2014/main" val="3273619992"/>
                  </a:ext>
                </a:extLst>
              </a:tr>
              <a:tr h="118887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3</a:t>
                      </a:r>
                      <a:endParaRPr lang="en-GB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7985" marR="97985" marT="65323" marB="653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+mn-lt"/>
                        </a:rPr>
                        <a:t>Mitigate Overstrain (OSF)</a:t>
                      </a:r>
                      <a:endParaRPr lang="en-GB" sz="1100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7985" marR="97985" marT="65323" marB="653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+mn-lt"/>
                        </a:rPr>
                        <a:t>Review operational programs that generate Wear_Torque levels above 1</a:t>
                      </a:r>
                      <a:r>
                        <a:rPr lang="ar-SA" sz="1100" kern="100">
                          <a:effectLst/>
                          <a:latin typeface="+mn-lt"/>
                        </a:rPr>
                        <a:t>1</a:t>
                      </a:r>
                      <a:r>
                        <a:rPr lang="en-US" sz="1100" kern="100">
                          <a:effectLst/>
                          <a:latin typeface="+mn-lt"/>
                        </a:rPr>
                        <a:t>K on Type L products; enforce maximum load limits during peak OSF hours (3 PM/9 PM).</a:t>
                      </a:r>
                      <a:endParaRPr lang="en-GB" sz="1100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7985" marR="97985" marT="65323" marB="6532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  <a:latin typeface="+mn-lt"/>
                        </a:rPr>
                        <a:t>Decrease in OSF incidents for Type L products.</a:t>
                      </a:r>
                      <a:endParaRPr lang="en-GB" sz="110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7985" marR="97985" marT="65323" marB="65323" anchor="ctr"/>
                </a:tc>
                <a:extLst>
                  <a:ext uri="{0D108BD9-81ED-4DB2-BD59-A6C34878D82A}">
                    <a16:rowId xmlns:a16="http://schemas.microsoft.com/office/drawing/2014/main" val="4095635172"/>
                  </a:ext>
                </a:extLst>
              </a:tr>
            </a:tbl>
          </a:graphicData>
        </a:graphic>
      </p:graphicFrame>
      <p:sp>
        <p:nvSpPr>
          <p:cNvPr id="29" name="Rectangle 1">
            <a:extLst>
              <a:ext uri="{FF2B5EF4-FFF2-40B4-BE49-F238E27FC236}">
                <a16:creationId xmlns:a16="http://schemas.microsoft.com/office/drawing/2014/main" id="{25109E2B-2071-7D6B-CDCA-687C6AB1A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029" y="339374"/>
            <a:ext cx="537494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sz="1800" b="1" dirty="0">
                <a:solidFill>
                  <a:srgbClr val="0C373E"/>
                </a:solidFill>
                <a:latin typeface="Montserrat" panose="00000500000000000000" pitchFamily="2" charset="0"/>
              </a:rPr>
              <a:t> Immediate Focus (Highest Priority)</a:t>
            </a:r>
          </a:p>
        </p:txBody>
      </p:sp>
    </p:spTree>
    <p:extLst>
      <p:ext uri="{BB962C8B-B14F-4D97-AF65-F5344CB8AC3E}">
        <p14:creationId xmlns:p14="http://schemas.microsoft.com/office/powerpoint/2010/main" val="1602986652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3">
          <a:extLst>
            <a:ext uri="{FF2B5EF4-FFF2-40B4-BE49-F238E27FC236}">
              <a16:creationId xmlns:a16="http://schemas.microsoft.com/office/drawing/2014/main" id="{CB60001E-39FC-6E97-3495-357A61019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33D44AA-486E-46C2-6502-6858302133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457514"/>
              </p:ext>
            </p:extLst>
          </p:nvPr>
        </p:nvGraphicFramePr>
        <p:xfrm>
          <a:off x="646967" y="986636"/>
          <a:ext cx="7830836" cy="3633488"/>
        </p:xfrm>
        <a:graphic>
          <a:graphicData uri="http://schemas.openxmlformats.org/drawingml/2006/table">
            <a:tbl>
              <a:tblPr firstRow="1" firstCol="1" bandRow="1">
                <a:tableStyleId>{85BE263C-DBD7-4A20-BB59-AAB30ACAA65A}</a:tableStyleId>
              </a:tblPr>
              <a:tblGrid>
                <a:gridCol w="435876">
                  <a:extLst>
                    <a:ext uri="{9D8B030D-6E8A-4147-A177-3AD203B41FA5}">
                      <a16:colId xmlns:a16="http://schemas.microsoft.com/office/drawing/2014/main" val="3103787486"/>
                    </a:ext>
                  </a:extLst>
                </a:gridCol>
                <a:gridCol w="2189748">
                  <a:extLst>
                    <a:ext uri="{9D8B030D-6E8A-4147-A177-3AD203B41FA5}">
                      <a16:colId xmlns:a16="http://schemas.microsoft.com/office/drawing/2014/main" val="3746182111"/>
                    </a:ext>
                  </a:extLst>
                </a:gridCol>
                <a:gridCol w="2995863">
                  <a:extLst>
                    <a:ext uri="{9D8B030D-6E8A-4147-A177-3AD203B41FA5}">
                      <a16:colId xmlns:a16="http://schemas.microsoft.com/office/drawing/2014/main" val="3547157025"/>
                    </a:ext>
                  </a:extLst>
                </a:gridCol>
                <a:gridCol w="2209349">
                  <a:extLst>
                    <a:ext uri="{9D8B030D-6E8A-4147-A177-3AD203B41FA5}">
                      <a16:colId xmlns:a16="http://schemas.microsoft.com/office/drawing/2014/main" val="854742985"/>
                    </a:ext>
                  </a:extLst>
                </a:gridCol>
              </a:tblGrid>
              <a:tr h="91522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#</a:t>
                      </a:r>
                      <a:endParaRPr lang="en-GB" sz="1400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Objective</a:t>
                      </a:r>
                      <a:endParaRPr lang="en-GB" sz="140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Proposed Action (Based on Report Findings)</a:t>
                      </a:r>
                      <a:endParaRPr lang="en-GB" sz="140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Key Performance Indicators (KPIs)</a:t>
                      </a:r>
                      <a:endParaRPr lang="en-GB" sz="140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463834381"/>
                  </a:ext>
                </a:extLst>
              </a:tr>
              <a:tr h="13591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GB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Improve Operating Environment</a:t>
                      </a:r>
                      <a:endParaRPr lang="en-GB" sz="110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Install </a:t>
                      </a:r>
                      <a:r>
                        <a:rPr lang="en-US" sz="1100" b="1" kern="1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supplementary cooling</a:t>
                      </a:r>
                      <a:r>
                        <a:rPr lang="en-US" sz="1100" kern="1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in the machine area, specifically ahead of the high-risk season (September to December).</a:t>
                      </a:r>
                      <a:endParaRPr lang="en-GB" sz="110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Decrease in failure correlation with ambient air temperature in Q4.</a:t>
                      </a:r>
                      <a:endParaRPr lang="en-GB" sz="1100" kern="1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370170129"/>
                  </a:ext>
                </a:extLst>
              </a:tr>
              <a:tr h="13591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GB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Review Shift Procedures</a:t>
                      </a:r>
                      <a:endParaRPr lang="en-GB" sz="110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Conduct an audit of the operations, training, and supervision during </a:t>
                      </a:r>
                      <a:r>
                        <a:rPr lang="en-US" sz="1100" b="1" kern="1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Shift 3</a:t>
                      </a:r>
                      <a:r>
                        <a:rPr lang="en-US" sz="1100" kern="1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and the </a:t>
                      </a:r>
                      <a:r>
                        <a:rPr lang="en-US" sz="1100" b="1" kern="1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Night</a:t>
                      </a:r>
                      <a:r>
                        <a:rPr lang="en-US" sz="1100" kern="1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period to identify operational gaps contributing to high failure rates.</a:t>
                      </a:r>
                      <a:endParaRPr lang="en-GB" sz="110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Decrease in Shift 3's contribution to total failure incidents.</a:t>
                      </a:r>
                      <a:endParaRPr lang="en-GB" sz="1100" kern="1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273619992"/>
                  </a:ext>
                </a:extLst>
              </a:tr>
            </a:tbl>
          </a:graphicData>
        </a:graphic>
      </p:graphicFrame>
      <p:sp>
        <p:nvSpPr>
          <p:cNvPr id="29" name="Rectangle 1">
            <a:extLst>
              <a:ext uri="{FF2B5EF4-FFF2-40B4-BE49-F238E27FC236}">
                <a16:creationId xmlns:a16="http://schemas.microsoft.com/office/drawing/2014/main" id="{522C7D66-81EF-346E-7A9A-1BBC3493A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029" y="339374"/>
            <a:ext cx="609683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b="1" dirty="0">
                <a:solidFill>
                  <a:srgbClr val="0C373E"/>
                </a:solidFill>
                <a:latin typeface="Montserrat" panose="00000500000000000000" pitchFamily="2" charset="0"/>
              </a:rPr>
              <a:t>2. Mid-Term / Environment &amp; Process Focus</a:t>
            </a:r>
          </a:p>
        </p:txBody>
      </p:sp>
    </p:spTree>
    <p:extLst>
      <p:ext uri="{BB962C8B-B14F-4D97-AF65-F5344CB8AC3E}">
        <p14:creationId xmlns:p14="http://schemas.microsoft.com/office/powerpoint/2010/main" val="217049587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4">
          <a:extLst>
            <a:ext uri="{FF2B5EF4-FFF2-40B4-BE49-F238E27FC236}">
              <a16:creationId xmlns:a16="http://schemas.microsoft.com/office/drawing/2014/main" id="{AB0B7820-EDE1-3872-DA33-075A62A9E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30">
            <a:extLst>
              <a:ext uri="{FF2B5EF4-FFF2-40B4-BE49-F238E27FC236}">
                <a16:creationId xmlns:a16="http://schemas.microsoft.com/office/drawing/2014/main" id="{9386AE21-472F-D5C5-C02D-5A30E14089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18599" y="2006495"/>
            <a:ext cx="4182244" cy="113050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400" noProof="0" dirty="0">
                <a:solidFill>
                  <a:srgbClr val="03515F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Project Impact</a:t>
            </a:r>
            <a:endParaRPr lang="en-US" sz="4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68" name="Google Shape;1268;p30">
            <a:extLst>
              <a:ext uri="{FF2B5EF4-FFF2-40B4-BE49-F238E27FC236}">
                <a16:creationId xmlns:a16="http://schemas.microsoft.com/office/drawing/2014/main" id="{0D2FDE19-9500-63E4-78F4-BBBB015B5D29}"/>
              </a:ext>
            </a:extLst>
          </p:cNvPr>
          <p:cNvGrpSpPr/>
          <p:nvPr/>
        </p:nvGrpSpPr>
        <p:grpSpPr>
          <a:xfrm>
            <a:off x="6082802" y="1205338"/>
            <a:ext cx="3180479" cy="3938442"/>
            <a:chOff x="6590802" y="1205338"/>
            <a:chExt cx="3180479" cy="3938442"/>
          </a:xfrm>
        </p:grpSpPr>
        <p:grpSp>
          <p:nvGrpSpPr>
            <p:cNvPr id="1269" name="Google Shape;1269;p30">
              <a:extLst>
                <a:ext uri="{FF2B5EF4-FFF2-40B4-BE49-F238E27FC236}">
                  <a16:creationId xmlns:a16="http://schemas.microsoft.com/office/drawing/2014/main" id="{AA076307-B499-6C17-A073-3638D6EA816D}"/>
                </a:ext>
              </a:extLst>
            </p:cNvPr>
            <p:cNvGrpSpPr/>
            <p:nvPr/>
          </p:nvGrpSpPr>
          <p:grpSpPr>
            <a:xfrm>
              <a:off x="6590802" y="1205338"/>
              <a:ext cx="3180479" cy="3938442"/>
              <a:chOff x="6590802" y="1205338"/>
              <a:chExt cx="3180479" cy="3938442"/>
            </a:xfrm>
          </p:grpSpPr>
          <p:sp>
            <p:nvSpPr>
              <p:cNvPr id="1270" name="Google Shape;1270;p30">
                <a:extLst>
                  <a:ext uri="{FF2B5EF4-FFF2-40B4-BE49-F238E27FC236}">
                    <a16:creationId xmlns:a16="http://schemas.microsoft.com/office/drawing/2014/main" id="{B0DFA9BA-B5AA-49F5-77E0-D8425B700D32}"/>
                  </a:ext>
                </a:extLst>
              </p:cNvPr>
              <p:cNvSpPr/>
              <p:nvPr/>
            </p:nvSpPr>
            <p:spPr>
              <a:xfrm flipH="1">
                <a:off x="8147676" y="3172468"/>
                <a:ext cx="289800" cy="213712"/>
              </a:xfrm>
              <a:custGeom>
                <a:avLst/>
                <a:gdLst/>
                <a:ahLst/>
                <a:cxnLst/>
                <a:rect l="l" t="t" r="r" b="b"/>
                <a:pathLst>
                  <a:path w="129955" h="95835" extrusionOk="0">
                    <a:moveTo>
                      <a:pt x="64978" y="95835"/>
                    </a:moveTo>
                    <a:cubicBezTo>
                      <a:pt x="100763" y="95835"/>
                      <a:pt x="129955" y="74323"/>
                      <a:pt x="129955" y="47918"/>
                    </a:cubicBezTo>
                    <a:cubicBezTo>
                      <a:pt x="129955" y="21512"/>
                      <a:pt x="100763" y="0"/>
                      <a:pt x="64978" y="0"/>
                    </a:cubicBezTo>
                    <a:cubicBezTo>
                      <a:pt x="29192" y="0"/>
                      <a:pt x="0" y="21546"/>
                      <a:pt x="0" y="47918"/>
                    </a:cubicBezTo>
                    <a:cubicBezTo>
                      <a:pt x="0" y="74289"/>
                      <a:pt x="29192" y="95835"/>
                      <a:pt x="64978" y="95835"/>
                    </a:cubicBezTo>
                    <a:close/>
                  </a:path>
                </a:pathLst>
              </a:custGeom>
              <a:solidFill>
                <a:srgbClr val="0057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1" name="Google Shape;1271;p30">
                <a:extLst>
                  <a:ext uri="{FF2B5EF4-FFF2-40B4-BE49-F238E27FC236}">
                    <a16:creationId xmlns:a16="http://schemas.microsoft.com/office/drawing/2014/main" id="{18FAE4DB-8BE2-79AC-3421-B4954CCA5DAC}"/>
                  </a:ext>
                </a:extLst>
              </p:cNvPr>
              <p:cNvSpPr/>
              <p:nvPr/>
            </p:nvSpPr>
            <p:spPr>
              <a:xfrm flipH="1">
                <a:off x="8148662" y="3265703"/>
                <a:ext cx="289724" cy="131789"/>
              </a:xfrm>
              <a:custGeom>
                <a:avLst/>
                <a:gdLst/>
                <a:ahLst/>
                <a:cxnLst/>
                <a:rect l="l" t="t" r="r" b="b"/>
                <a:pathLst>
                  <a:path w="129921" h="59098" extrusionOk="0">
                    <a:moveTo>
                      <a:pt x="0" y="0"/>
                    </a:moveTo>
                    <a:lnTo>
                      <a:pt x="129921" y="0"/>
                    </a:lnTo>
                    <a:lnTo>
                      <a:pt x="129921" y="59099"/>
                    </a:lnTo>
                    <a:lnTo>
                      <a:pt x="0" y="5909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2" name="Google Shape;1272;p30">
                <a:extLst>
                  <a:ext uri="{FF2B5EF4-FFF2-40B4-BE49-F238E27FC236}">
                    <a16:creationId xmlns:a16="http://schemas.microsoft.com/office/drawing/2014/main" id="{AFB04B41-66E4-9F8A-B482-BA9CCE985FE4}"/>
                  </a:ext>
                </a:extLst>
              </p:cNvPr>
              <p:cNvSpPr/>
              <p:nvPr/>
            </p:nvSpPr>
            <p:spPr>
              <a:xfrm flipH="1">
                <a:off x="8099110" y="3217341"/>
                <a:ext cx="394079" cy="57822"/>
              </a:xfrm>
              <a:custGeom>
                <a:avLst/>
                <a:gdLst/>
                <a:ahLst/>
                <a:cxnLst/>
                <a:rect l="l" t="t" r="r" b="b"/>
                <a:pathLst>
                  <a:path w="176717" h="25929" extrusionOk="0">
                    <a:moveTo>
                      <a:pt x="163736" y="0"/>
                    </a:moveTo>
                    <a:lnTo>
                      <a:pt x="12982" y="0"/>
                    </a:lnTo>
                    <a:cubicBezTo>
                      <a:pt x="5845" y="0"/>
                      <a:pt x="0" y="5845"/>
                      <a:pt x="0" y="12982"/>
                    </a:cubicBezTo>
                    <a:lnTo>
                      <a:pt x="0" y="12982"/>
                    </a:lnTo>
                    <a:cubicBezTo>
                      <a:pt x="0" y="20119"/>
                      <a:pt x="5845" y="25930"/>
                      <a:pt x="12982" y="25930"/>
                    </a:cubicBezTo>
                    <a:lnTo>
                      <a:pt x="163736" y="25930"/>
                    </a:lnTo>
                    <a:cubicBezTo>
                      <a:pt x="170872" y="25930"/>
                      <a:pt x="176718" y="20085"/>
                      <a:pt x="176718" y="12948"/>
                    </a:cubicBezTo>
                    <a:lnTo>
                      <a:pt x="176718" y="12948"/>
                    </a:lnTo>
                    <a:cubicBezTo>
                      <a:pt x="176718" y="5811"/>
                      <a:pt x="170872" y="0"/>
                      <a:pt x="163736" y="0"/>
                    </a:cubicBezTo>
                    <a:close/>
                  </a:path>
                </a:pathLst>
              </a:custGeom>
              <a:solidFill>
                <a:srgbClr val="00495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3" name="Google Shape;1273;p30">
                <a:extLst>
                  <a:ext uri="{FF2B5EF4-FFF2-40B4-BE49-F238E27FC236}">
                    <a16:creationId xmlns:a16="http://schemas.microsoft.com/office/drawing/2014/main" id="{57FABE13-C81E-7A7D-E920-9DE334B36E2C}"/>
                  </a:ext>
                </a:extLst>
              </p:cNvPr>
              <p:cNvSpPr/>
              <p:nvPr/>
            </p:nvSpPr>
            <p:spPr>
              <a:xfrm flipH="1">
                <a:off x="8394275" y="3275785"/>
                <a:ext cx="19247" cy="73965"/>
              </a:xfrm>
              <a:custGeom>
                <a:avLst/>
                <a:gdLst/>
                <a:ahLst/>
                <a:cxnLst/>
                <a:rect l="l" t="t" r="r" b="b"/>
                <a:pathLst>
                  <a:path w="8631" h="33168" extrusionOk="0">
                    <a:moveTo>
                      <a:pt x="0" y="0"/>
                    </a:moveTo>
                    <a:lnTo>
                      <a:pt x="8632" y="0"/>
                    </a:lnTo>
                    <a:lnTo>
                      <a:pt x="8632" y="33169"/>
                    </a:lnTo>
                    <a:lnTo>
                      <a:pt x="0" y="33169"/>
                    </a:ln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4" name="Google Shape;1274;p30">
                <a:extLst>
                  <a:ext uri="{FF2B5EF4-FFF2-40B4-BE49-F238E27FC236}">
                    <a16:creationId xmlns:a16="http://schemas.microsoft.com/office/drawing/2014/main" id="{1BA8E5FF-3BAF-376A-57D0-F5B299FCA362}"/>
                  </a:ext>
                </a:extLst>
              </p:cNvPr>
              <p:cNvSpPr/>
              <p:nvPr/>
            </p:nvSpPr>
            <p:spPr>
              <a:xfrm flipH="1">
                <a:off x="9082312" y="3273815"/>
                <a:ext cx="289800" cy="131789"/>
              </a:xfrm>
              <a:custGeom>
                <a:avLst/>
                <a:gdLst/>
                <a:ahLst/>
                <a:cxnLst/>
                <a:rect l="l" t="t" r="r" b="b"/>
                <a:pathLst>
                  <a:path w="129955" h="59098" extrusionOk="0">
                    <a:moveTo>
                      <a:pt x="0" y="0"/>
                    </a:moveTo>
                    <a:lnTo>
                      <a:pt x="129955" y="0"/>
                    </a:lnTo>
                    <a:lnTo>
                      <a:pt x="129955" y="59099"/>
                    </a:lnTo>
                    <a:lnTo>
                      <a:pt x="0" y="5909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5" name="Google Shape;1275;p30">
                <a:extLst>
                  <a:ext uri="{FF2B5EF4-FFF2-40B4-BE49-F238E27FC236}">
                    <a16:creationId xmlns:a16="http://schemas.microsoft.com/office/drawing/2014/main" id="{410F5780-F0B5-8FC5-60BD-A121D58BC6F7}"/>
                  </a:ext>
                </a:extLst>
              </p:cNvPr>
              <p:cNvSpPr/>
              <p:nvPr/>
            </p:nvSpPr>
            <p:spPr>
              <a:xfrm flipH="1">
                <a:off x="9030259" y="3225453"/>
                <a:ext cx="393927" cy="57822"/>
              </a:xfrm>
              <a:custGeom>
                <a:avLst/>
                <a:gdLst/>
                <a:ahLst/>
                <a:cxnLst/>
                <a:rect l="l" t="t" r="r" b="b"/>
                <a:pathLst>
                  <a:path w="176649" h="25929" extrusionOk="0">
                    <a:moveTo>
                      <a:pt x="12948" y="0"/>
                    </a:moveTo>
                    <a:lnTo>
                      <a:pt x="163702" y="0"/>
                    </a:lnTo>
                    <a:cubicBezTo>
                      <a:pt x="170838" y="0"/>
                      <a:pt x="176650" y="5811"/>
                      <a:pt x="176650" y="12948"/>
                    </a:cubicBezTo>
                    <a:lnTo>
                      <a:pt x="176650" y="12948"/>
                    </a:lnTo>
                    <a:cubicBezTo>
                      <a:pt x="176650" y="20085"/>
                      <a:pt x="170838" y="25930"/>
                      <a:pt x="163702" y="25930"/>
                    </a:cubicBezTo>
                    <a:lnTo>
                      <a:pt x="12948" y="25930"/>
                    </a:lnTo>
                    <a:cubicBezTo>
                      <a:pt x="5811" y="25930"/>
                      <a:pt x="0" y="20085"/>
                      <a:pt x="0" y="12948"/>
                    </a:cubicBezTo>
                    <a:lnTo>
                      <a:pt x="0" y="12948"/>
                    </a:lnTo>
                    <a:cubicBezTo>
                      <a:pt x="0" y="5811"/>
                      <a:pt x="5811" y="0"/>
                      <a:pt x="129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6" name="Google Shape;1276;p30">
                <a:extLst>
                  <a:ext uri="{FF2B5EF4-FFF2-40B4-BE49-F238E27FC236}">
                    <a16:creationId xmlns:a16="http://schemas.microsoft.com/office/drawing/2014/main" id="{31CFA9A5-807F-64BA-FB47-BE8FF067ABBB}"/>
                  </a:ext>
                </a:extLst>
              </p:cNvPr>
              <p:cNvSpPr/>
              <p:nvPr/>
            </p:nvSpPr>
            <p:spPr>
              <a:xfrm flipH="1">
                <a:off x="7715701" y="3357802"/>
                <a:ext cx="2055581" cy="865082"/>
              </a:xfrm>
              <a:custGeom>
                <a:avLst/>
                <a:gdLst/>
                <a:ahLst/>
                <a:cxnLst/>
                <a:rect l="l" t="t" r="r" b="b"/>
                <a:pathLst>
                  <a:path w="921785" h="387929" extrusionOk="0">
                    <a:moveTo>
                      <a:pt x="38776" y="34"/>
                    </a:moveTo>
                    <a:lnTo>
                      <a:pt x="883010" y="34"/>
                    </a:lnTo>
                    <a:cubicBezTo>
                      <a:pt x="904420" y="34"/>
                      <a:pt x="921786" y="17400"/>
                      <a:pt x="921786" y="38810"/>
                    </a:cubicBezTo>
                    <a:lnTo>
                      <a:pt x="921786" y="349153"/>
                    </a:lnTo>
                    <a:cubicBezTo>
                      <a:pt x="921786" y="370563"/>
                      <a:pt x="904420" y="387929"/>
                      <a:pt x="883010" y="387929"/>
                    </a:cubicBezTo>
                    <a:lnTo>
                      <a:pt x="38776" y="387929"/>
                    </a:lnTo>
                    <a:cubicBezTo>
                      <a:pt x="17366" y="387929"/>
                      <a:pt x="0" y="370563"/>
                      <a:pt x="0" y="349153"/>
                    </a:cubicBezTo>
                    <a:lnTo>
                      <a:pt x="0" y="38776"/>
                    </a:lnTo>
                    <a:cubicBezTo>
                      <a:pt x="0" y="17366"/>
                      <a:pt x="17366" y="0"/>
                      <a:pt x="387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7" name="Google Shape;1277;p30">
                <a:extLst>
                  <a:ext uri="{FF2B5EF4-FFF2-40B4-BE49-F238E27FC236}">
                    <a16:creationId xmlns:a16="http://schemas.microsoft.com/office/drawing/2014/main" id="{1C2F6877-13DF-1FBE-5E83-D0EE0CAD9782}"/>
                  </a:ext>
                </a:extLst>
              </p:cNvPr>
              <p:cNvSpPr/>
              <p:nvPr/>
            </p:nvSpPr>
            <p:spPr>
              <a:xfrm flipH="1">
                <a:off x="7715625" y="3766299"/>
                <a:ext cx="2055656" cy="373162"/>
              </a:xfrm>
              <a:custGeom>
                <a:avLst/>
                <a:gdLst/>
                <a:ahLst/>
                <a:cxnLst/>
                <a:rect l="l" t="t" r="r" b="b"/>
                <a:pathLst>
                  <a:path w="921819" h="167337" extrusionOk="0">
                    <a:moveTo>
                      <a:pt x="921786" y="0"/>
                    </a:moveTo>
                    <a:lnTo>
                      <a:pt x="921786" y="128528"/>
                    </a:lnTo>
                    <a:cubicBezTo>
                      <a:pt x="921786" y="149870"/>
                      <a:pt x="904318" y="167338"/>
                      <a:pt x="883010" y="167338"/>
                    </a:cubicBezTo>
                    <a:lnTo>
                      <a:pt x="38776" y="167338"/>
                    </a:lnTo>
                    <a:cubicBezTo>
                      <a:pt x="17434" y="167338"/>
                      <a:pt x="0" y="149870"/>
                      <a:pt x="0" y="128528"/>
                    </a:cubicBezTo>
                    <a:lnTo>
                      <a:pt x="0" y="0"/>
                    </a:lnTo>
                    <a:lnTo>
                      <a:pt x="921820" y="0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8" name="Google Shape;1278;p30">
                <a:extLst>
                  <a:ext uri="{FF2B5EF4-FFF2-40B4-BE49-F238E27FC236}">
                    <a16:creationId xmlns:a16="http://schemas.microsoft.com/office/drawing/2014/main" id="{E563F357-B28C-14D6-135C-AF9E94DBE11B}"/>
                  </a:ext>
                </a:extLst>
              </p:cNvPr>
              <p:cNvSpPr/>
              <p:nvPr/>
            </p:nvSpPr>
            <p:spPr>
              <a:xfrm flipH="1">
                <a:off x="9664275" y="3357878"/>
                <a:ext cx="107007" cy="865082"/>
              </a:xfrm>
              <a:custGeom>
                <a:avLst/>
                <a:gdLst/>
                <a:ahLst/>
                <a:cxnLst/>
                <a:rect l="l" t="t" r="r" b="b"/>
                <a:pathLst>
                  <a:path w="47985" h="387929" extrusionOk="0">
                    <a:moveTo>
                      <a:pt x="38776" y="0"/>
                    </a:moveTo>
                    <a:lnTo>
                      <a:pt x="47986" y="0"/>
                    </a:lnTo>
                    <a:lnTo>
                      <a:pt x="47986" y="387929"/>
                    </a:lnTo>
                    <a:lnTo>
                      <a:pt x="38776" y="387929"/>
                    </a:lnTo>
                    <a:cubicBezTo>
                      <a:pt x="17434" y="387929"/>
                      <a:pt x="0" y="370461"/>
                      <a:pt x="0" y="349153"/>
                    </a:cubicBezTo>
                    <a:lnTo>
                      <a:pt x="0" y="38810"/>
                    </a:lnTo>
                    <a:cubicBezTo>
                      <a:pt x="0" y="17468"/>
                      <a:pt x="17434" y="34"/>
                      <a:pt x="38776" y="3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79" name="Google Shape;1279;p30">
                <a:extLst>
                  <a:ext uri="{FF2B5EF4-FFF2-40B4-BE49-F238E27FC236}">
                    <a16:creationId xmlns:a16="http://schemas.microsoft.com/office/drawing/2014/main" id="{C63E8A4E-DC9B-8DD9-A643-F88CE2ACD524}"/>
                  </a:ext>
                </a:extLst>
              </p:cNvPr>
              <p:cNvSpPr/>
              <p:nvPr/>
            </p:nvSpPr>
            <p:spPr>
              <a:xfrm flipH="1">
                <a:off x="9664199" y="3766299"/>
                <a:ext cx="107082" cy="373088"/>
              </a:xfrm>
              <a:custGeom>
                <a:avLst/>
                <a:gdLst/>
                <a:ahLst/>
                <a:cxnLst/>
                <a:rect l="l" t="t" r="r" b="b"/>
                <a:pathLst>
                  <a:path w="48019" h="167304" extrusionOk="0">
                    <a:moveTo>
                      <a:pt x="47986" y="0"/>
                    </a:moveTo>
                    <a:lnTo>
                      <a:pt x="47986" y="167304"/>
                    </a:lnTo>
                    <a:lnTo>
                      <a:pt x="38776" y="167304"/>
                    </a:lnTo>
                    <a:cubicBezTo>
                      <a:pt x="17434" y="167304"/>
                      <a:pt x="0" y="149836"/>
                      <a:pt x="0" y="128528"/>
                    </a:cubicBezTo>
                    <a:lnTo>
                      <a:pt x="0" y="0"/>
                    </a:lnTo>
                    <a:lnTo>
                      <a:pt x="48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0" name="Google Shape;1280;p30">
                <a:extLst>
                  <a:ext uri="{FF2B5EF4-FFF2-40B4-BE49-F238E27FC236}">
                    <a16:creationId xmlns:a16="http://schemas.microsoft.com/office/drawing/2014/main" id="{B6938DE6-F034-C5D5-93C6-55CFDA68E3F3}"/>
                  </a:ext>
                </a:extLst>
              </p:cNvPr>
              <p:cNvSpPr/>
              <p:nvPr/>
            </p:nvSpPr>
            <p:spPr>
              <a:xfrm flipH="1">
                <a:off x="7715263" y="3357878"/>
                <a:ext cx="107007" cy="865082"/>
              </a:xfrm>
              <a:custGeom>
                <a:avLst/>
                <a:gdLst/>
                <a:ahLst/>
                <a:cxnLst/>
                <a:rect l="l" t="t" r="r" b="b"/>
                <a:pathLst>
                  <a:path w="47985" h="387929" extrusionOk="0">
                    <a:moveTo>
                      <a:pt x="9210" y="387929"/>
                    </a:moveTo>
                    <a:lnTo>
                      <a:pt x="0" y="387929"/>
                    </a:lnTo>
                    <a:lnTo>
                      <a:pt x="0" y="0"/>
                    </a:lnTo>
                    <a:lnTo>
                      <a:pt x="9210" y="0"/>
                    </a:lnTo>
                    <a:cubicBezTo>
                      <a:pt x="30552" y="0"/>
                      <a:pt x="47986" y="17468"/>
                      <a:pt x="47986" y="38776"/>
                    </a:cubicBezTo>
                    <a:lnTo>
                      <a:pt x="47986" y="349119"/>
                    </a:lnTo>
                    <a:cubicBezTo>
                      <a:pt x="47986" y="370461"/>
                      <a:pt x="30518" y="387895"/>
                      <a:pt x="9210" y="38789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1" name="Google Shape;1281;p30">
                <a:extLst>
                  <a:ext uri="{FF2B5EF4-FFF2-40B4-BE49-F238E27FC236}">
                    <a16:creationId xmlns:a16="http://schemas.microsoft.com/office/drawing/2014/main" id="{253E9690-3F09-4F96-D663-B17CF4190DD3}"/>
                  </a:ext>
                </a:extLst>
              </p:cNvPr>
              <p:cNvSpPr/>
              <p:nvPr/>
            </p:nvSpPr>
            <p:spPr>
              <a:xfrm flipH="1">
                <a:off x="7715188" y="3766374"/>
                <a:ext cx="107082" cy="373086"/>
              </a:xfrm>
              <a:custGeom>
                <a:avLst/>
                <a:gdLst/>
                <a:ahLst/>
                <a:cxnLst/>
                <a:rect l="l" t="t" r="r" b="b"/>
                <a:pathLst>
                  <a:path w="48019" h="167303" extrusionOk="0">
                    <a:moveTo>
                      <a:pt x="9210" y="167304"/>
                    </a:moveTo>
                    <a:lnTo>
                      <a:pt x="0" y="167304"/>
                    </a:lnTo>
                    <a:lnTo>
                      <a:pt x="0" y="0"/>
                    </a:lnTo>
                    <a:lnTo>
                      <a:pt x="48020" y="0"/>
                    </a:lnTo>
                    <a:lnTo>
                      <a:pt x="48020" y="128528"/>
                    </a:lnTo>
                    <a:cubicBezTo>
                      <a:pt x="48020" y="149870"/>
                      <a:pt x="30552" y="167304"/>
                      <a:pt x="9244" y="1673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2" name="Google Shape;1282;p30">
                <a:extLst>
                  <a:ext uri="{FF2B5EF4-FFF2-40B4-BE49-F238E27FC236}">
                    <a16:creationId xmlns:a16="http://schemas.microsoft.com/office/drawing/2014/main" id="{C6E77147-6212-8295-5718-0D37E97C6E87}"/>
                  </a:ext>
                </a:extLst>
              </p:cNvPr>
              <p:cNvSpPr/>
              <p:nvPr/>
            </p:nvSpPr>
            <p:spPr>
              <a:xfrm flipH="1">
                <a:off x="7912634" y="3457557"/>
                <a:ext cx="1728040" cy="75026"/>
              </a:xfrm>
              <a:custGeom>
                <a:avLst/>
                <a:gdLst/>
                <a:ahLst/>
                <a:cxnLst/>
                <a:rect l="l" t="t" r="r" b="b"/>
                <a:pathLst>
                  <a:path w="774906" h="33644" extrusionOk="0">
                    <a:moveTo>
                      <a:pt x="16822" y="0"/>
                    </a:moveTo>
                    <a:lnTo>
                      <a:pt x="758084" y="0"/>
                    </a:lnTo>
                    <a:cubicBezTo>
                      <a:pt x="767328" y="0"/>
                      <a:pt x="774907" y="7578"/>
                      <a:pt x="774907" y="16822"/>
                    </a:cubicBezTo>
                    <a:lnTo>
                      <a:pt x="774907" y="16822"/>
                    </a:lnTo>
                    <a:cubicBezTo>
                      <a:pt x="774907" y="26066"/>
                      <a:pt x="767328" y="33644"/>
                      <a:pt x="758084" y="33644"/>
                    </a:cubicBezTo>
                    <a:lnTo>
                      <a:pt x="16822" y="33644"/>
                    </a:lnTo>
                    <a:cubicBezTo>
                      <a:pt x="7545" y="33644"/>
                      <a:pt x="0" y="26066"/>
                      <a:pt x="0" y="16822"/>
                    </a:cubicBezTo>
                    <a:lnTo>
                      <a:pt x="0" y="16822"/>
                    </a:lnTo>
                    <a:cubicBezTo>
                      <a:pt x="0" y="7578"/>
                      <a:pt x="7579" y="0"/>
                      <a:pt x="16822" y="0"/>
                    </a:cubicBez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3" name="Google Shape;1283;p30">
                <a:extLst>
                  <a:ext uri="{FF2B5EF4-FFF2-40B4-BE49-F238E27FC236}">
                    <a16:creationId xmlns:a16="http://schemas.microsoft.com/office/drawing/2014/main" id="{402509EA-E742-75F1-20B4-91BF7937349F}"/>
                  </a:ext>
                </a:extLst>
              </p:cNvPr>
              <p:cNvSpPr/>
              <p:nvPr/>
            </p:nvSpPr>
            <p:spPr>
              <a:xfrm flipH="1">
                <a:off x="9328001" y="3283897"/>
                <a:ext cx="19247" cy="73965"/>
              </a:xfrm>
              <a:custGeom>
                <a:avLst/>
                <a:gdLst/>
                <a:ahLst/>
                <a:cxnLst/>
                <a:rect l="l" t="t" r="r" b="b"/>
                <a:pathLst>
                  <a:path w="8631" h="33168" extrusionOk="0">
                    <a:moveTo>
                      <a:pt x="0" y="0"/>
                    </a:moveTo>
                    <a:lnTo>
                      <a:pt x="8632" y="0"/>
                    </a:lnTo>
                    <a:lnTo>
                      <a:pt x="8632" y="33168"/>
                    </a:lnTo>
                    <a:lnTo>
                      <a:pt x="0" y="33168"/>
                    </a:ln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284" name="Google Shape;1284;p30">
                <a:extLst>
                  <a:ext uri="{FF2B5EF4-FFF2-40B4-BE49-F238E27FC236}">
                    <a16:creationId xmlns:a16="http://schemas.microsoft.com/office/drawing/2014/main" id="{11C6E8D1-350E-947A-48FF-811C9AC62CFB}"/>
                  </a:ext>
                </a:extLst>
              </p:cNvPr>
              <p:cNvGrpSpPr/>
              <p:nvPr/>
            </p:nvGrpSpPr>
            <p:grpSpPr>
              <a:xfrm flipH="1">
                <a:off x="7950758" y="3766296"/>
                <a:ext cx="1585011" cy="675315"/>
                <a:chOff x="4439952" y="2779427"/>
                <a:chExt cx="710608" cy="302764"/>
              </a:xfrm>
            </p:grpSpPr>
            <p:sp>
              <p:nvSpPr>
                <p:cNvPr id="1285" name="Google Shape;1285;p30">
                  <a:extLst>
                    <a:ext uri="{FF2B5EF4-FFF2-40B4-BE49-F238E27FC236}">
                      <a16:creationId xmlns:a16="http://schemas.microsoft.com/office/drawing/2014/main" id="{67CCB079-64FA-EB9A-ECFE-E00956910788}"/>
                    </a:ext>
                  </a:extLst>
                </p:cNvPr>
                <p:cNvSpPr/>
                <p:nvPr/>
              </p:nvSpPr>
              <p:spPr>
                <a:xfrm>
                  <a:off x="4439952" y="2779427"/>
                  <a:ext cx="71060" cy="286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" h="286520" extrusionOk="0">
                      <a:moveTo>
                        <a:pt x="0" y="0"/>
                      </a:moveTo>
                      <a:lnTo>
                        <a:pt x="71061" y="0"/>
                      </a:lnTo>
                      <a:lnTo>
                        <a:pt x="71061" y="286520"/>
                      </a:lnTo>
                      <a:lnTo>
                        <a:pt x="0" y="28652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86" name="Google Shape;1286;p30">
                  <a:extLst>
                    <a:ext uri="{FF2B5EF4-FFF2-40B4-BE49-F238E27FC236}">
                      <a16:creationId xmlns:a16="http://schemas.microsoft.com/office/drawing/2014/main" id="{BE4BEE06-C792-8AC8-0656-CEE4494DA6EE}"/>
                    </a:ext>
                  </a:extLst>
                </p:cNvPr>
                <p:cNvSpPr/>
                <p:nvPr/>
              </p:nvSpPr>
              <p:spPr>
                <a:xfrm>
                  <a:off x="5079499" y="2795671"/>
                  <a:ext cx="71060" cy="286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" h="286520" extrusionOk="0">
                      <a:moveTo>
                        <a:pt x="0" y="0"/>
                      </a:moveTo>
                      <a:lnTo>
                        <a:pt x="71061" y="0"/>
                      </a:lnTo>
                      <a:lnTo>
                        <a:pt x="71061" y="286520"/>
                      </a:lnTo>
                      <a:lnTo>
                        <a:pt x="0" y="28652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87" name="Google Shape;1287;p30">
                  <a:extLst>
                    <a:ext uri="{FF2B5EF4-FFF2-40B4-BE49-F238E27FC236}">
                      <a16:creationId xmlns:a16="http://schemas.microsoft.com/office/drawing/2014/main" id="{D33516A7-4DDA-7D51-1971-A7DEEE09452D}"/>
                    </a:ext>
                  </a:extLst>
                </p:cNvPr>
                <p:cNvSpPr/>
                <p:nvPr/>
              </p:nvSpPr>
              <p:spPr>
                <a:xfrm>
                  <a:off x="4439952" y="3018743"/>
                  <a:ext cx="710608" cy="63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8" h="63448" extrusionOk="0">
                      <a:moveTo>
                        <a:pt x="0" y="0"/>
                      </a:moveTo>
                      <a:lnTo>
                        <a:pt x="710608" y="0"/>
                      </a:lnTo>
                      <a:lnTo>
                        <a:pt x="710608" y="63448"/>
                      </a:lnTo>
                      <a:lnTo>
                        <a:pt x="0" y="6344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sp>
            <p:nvSpPr>
              <p:cNvPr id="1288" name="Google Shape;1288;p30">
                <a:extLst>
                  <a:ext uri="{FF2B5EF4-FFF2-40B4-BE49-F238E27FC236}">
                    <a16:creationId xmlns:a16="http://schemas.microsoft.com/office/drawing/2014/main" id="{2E31F94F-1EE1-7FBF-715B-A5036BF7B0F8}"/>
                  </a:ext>
                </a:extLst>
              </p:cNvPr>
              <p:cNvSpPr/>
              <p:nvPr/>
            </p:nvSpPr>
            <p:spPr>
              <a:xfrm flipH="1">
                <a:off x="9376164" y="3695045"/>
                <a:ext cx="160663" cy="142475"/>
              </a:xfrm>
              <a:custGeom>
                <a:avLst/>
                <a:gdLst/>
                <a:ahLst/>
                <a:cxnLst/>
                <a:rect l="l" t="t" r="r" b="b"/>
                <a:pathLst>
                  <a:path w="72046" h="63890" extrusionOk="0">
                    <a:moveTo>
                      <a:pt x="36023" y="63890"/>
                    </a:moveTo>
                    <a:cubicBezTo>
                      <a:pt x="55870" y="63890"/>
                      <a:pt x="72046" y="49549"/>
                      <a:pt x="72046" y="31945"/>
                    </a:cubicBezTo>
                    <a:cubicBezTo>
                      <a:pt x="72046" y="14341"/>
                      <a:pt x="55870" y="0"/>
                      <a:pt x="36023" y="0"/>
                    </a:cubicBezTo>
                    <a:cubicBezTo>
                      <a:pt x="16176" y="0"/>
                      <a:pt x="0" y="14375"/>
                      <a:pt x="0" y="31945"/>
                    </a:cubicBezTo>
                    <a:cubicBezTo>
                      <a:pt x="0" y="49515"/>
                      <a:pt x="16176" y="63890"/>
                      <a:pt x="36023" y="6389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89" name="Google Shape;1289;p30">
                <a:extLst>
                  <a:ext uri="{FF2B5EF4-FFF2-40B4-BE49-F238E27FC236}">
                    <a16:creationId xmlns:a16="http://schemas.microsoft.com/office/drawing/2014/main" id="{EF8BF376-739F-DC93-0AD6-8555C141A488}"/>
                  </a:ext>
                </a:extLst>
              </p:cNvPr>
              <p:cNvSpPr/>
              <p:nvPr/>
            </p:nvSpPr>
            <p:spPr>
              <a:xfrm flipH="1">
                <a:off x="7950790" y="3731353"/>
                <a:ext cx="160663" cy="142475"/>
              </a:xfrm>
              <a:custGeom>
                <a:avLst/>
                <a:gdLst/>
                <a:ahLst/>
                <a:cxnLst/>
                <a:rect l="l" t="t" r="r" b="b"/>
                <a:pathLst>
                  <a:path w="72046" h="63890" extrusionOk="0">
                    <a:moveTo>
                      <a:pt x="36023" y="63890"/>
                    </a:moveTo>
                    <a:cubicBezTo>
                      <a:pt x="55870" y="63890"/>
                      <a:pt x="72046" y="49549"/>
                      <a:pt x="72046" y="31945"/>
                    </a:cubicBezTo>
                    <a:cubicBezTo>
                      <a:pt x="72046" y="14341"/>
                      <a:pt x="55870" y="0"/>
                      <a:pt x="36023" y="0"/>
                    </a:cubicBezTo>
                    <a:cubicBezTo>
                      <a:pt x="16176" y="0"/>
                      <a:pt x="0" y="14341"/>
                      <a:pt x="0" y="31945"/>
                    </a:cubicBezTo>
                    <a:cubicBezTo>
                      <a:pt x="0" y="49549"/>
                      <a:pt x="16176" y="63890"/>
                      <a:pt x="36023" y="6389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290" name="Google Shape;1290;p30">
                <a:extLst>
                  <a:ext uri="{FF2B5EF4-FFF2-40B4-BE49-F238E27FC236}">
                    <a16:creationId xmlns:a16="http://schemas.microsoft.com/office/drawing/2014/main" id="{4C28A2BF-069D-58BC-C278-6BD54D8DCCA7}"/>
                  </a:ext>
                </a:extLst>
              </p:cNvPr>
              <p:cNvGrpSpPr/>
              <p:nvPr/>
            </p:nvGrpSpPr>
            <p:grpSpPr>
              <a:xfrm flipH="1">
                <a:off x="7063250" y="1284726"/>
                <a:ext cx="506187" cy="975768"/>
                <a:chOff x="4380117" y="1824165"/>
                <a:chExt cx="226939" cy="437466"/>
              </a:xfrm>
            </p:grpSpPr>
            <p:sp>
              <p:nvSpPr>
                <p:cNvPr id="1291" name="Google Shape;1291;p30">
                  <a:extLst>
                    <a:ext uri="{FF2B5EF4-FFF2-40B4-BE49-F238E27FC236}">
                      <a16:creationId xmlns:a16="http://schemas.microsoft.com/office/drawing/2014/main" id="{E0120F40-EED1-3F9B-1467-10BDCA7C6F50}"/>
                    </a:ext>
                  </a:extLst>
                </p:cNvPr>
                <p:cNvSpPr/>
                <p:nvPr/>
              </p:nvSpPr>
              <p:spPr>
                <a:xfrm>
                  <a:off x="4469971" y="2216942"/>
                  <a:ext cx="57501" cy="446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501" h="44689" extrusionOk="0">
                      <a:moveTo>
                        <a:pt x="57501" y="0"/>
                      </a:moveTo>
                      <a:lnTo>
                        <a:pt x="0" y="0"/>
                      </a:lnTo>
                      <a:lnTo>
                        <a:pt x="18487" y="44689"/>
                      </a:lnTo>
                      <a:lnTo>
                        <a:pt x="38776" y="44689"/>
                      </a:lnTo>
                      <a:lnTo>
                        <a:pt x="5750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2" name="Google Shape;1292;p30">
                  <a:extLst>
                    <a:ext uri="{FF2B5EF4-FFF2-40B4-BE49-F238E27FC236}">
                      <a16:creationId xmlns:a16="http://schemas.microsoft.com/office/drawing/2014/main" id="{C8BCE3C5-1C6C-4900-0CD3-DD535B3C74A8}"/>
                    </a:ext>
                  </a:extLst>
                </p:cNvPr>
                <p:cNvSpPr/>
                <p:nvPr/>
              </p:nvSpPr>
              <p:spPr>
                <a:xfrm>
                  <a:off x="4496614" y="2025306"/>
                  <a:ext cx="110442" cy="191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42" h="191602" extrusionOk="0">
                      <a:moveTo>
                        <a:pt x="48054" y="0"/>
                      </a:moveTo>
                      <a:cubicBezTo>
                        <a:pt x="48054" y="0"/>
                        <a:pt x="106234" y="59574"/>
                        <a:pt x="110279" y="62973"/>
                      </a:cubicBezTo>
                      <a:cubicBezTo>
                        <a:pt x="114323" y="66337"/>
                        <a:pt x="41937" y="191603"/>
                        <a:pt x="41937" y="191603"/>
                      </a:cubicBezTo>
                      <a:lnTo>
                        <a:pt x="0" y="191603"/>
                      </a:lnTo>
                      <a:lnTo>
                        <a:pt x="0" y="8564"/>
                      </a:lnTo>
                      <a:lnTo>
                        <a:pt x="480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3" name="Google Shape;1293;p30">
                  <a:extLst>
                    <a:ext uri="{FF2B5EF4-FFF2-40B4-BE49-F238E27FC236}">
                      <a16:creationId xmlns:a16="http://schemas.microsoft.com/office/drawing/2014/main" id="{53A102CE-C45A-4427-A9EE-5BD50835F1B3}"/>
                    </a:ext>
                  </a:extLst>
                </p:cNvPr>
                <p:cNvSpPr/>
                <p:nvPr/>
              </p:nvSpPr>
              <p:spPr>
                <a:xfrm>
                  <a:off x="4388719" y="2025306"/>
                  <a:ext cx="110410" cy="191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10" h="191602" extrusionOk="0">
                      <a:moveTo>
                        <a:pt x="62391" y="0"/>
                      </a:moveTo>
                      <a:cubicBezTo>
                        <a:pt x="62391" y="0"/>
                        <a:pt x="4210" y="59574"/>
                        <a:pt x="166" y="62973"/>
                      </a:cubicBezTo>
                      <a:cubicBezTo>
                        <a:pt x="-3912" y="66337"/>
                        <a:pt x="68474" y="191603"/>
                        <a:pt x="68474" y="191603"/>
                      </a:cubicBezTo>
                      <a:lnTo>
                        <a:pt x="110410" y="191603"/>
                      </a:lnTo>
                      <a:lnTo>
                        <a:pt x="110410" y="8564"/>
                      </a:lnTo>
                      <a:lnTo>
                        <a:pt x="623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4" name="Google Shape;1294;p30">
                  <a:extLst>
                    <a:ext uri="{FF2B5EF4-FFF2-40B4-BE49-F238E27FC236}">
                      <a16:creationId xmlns:a16="http://schemas.microsoft.com/office/drawing/2014/main" id="{DB38D3DB-3389-AABC-FF6B-60AAC13EAF0C}"/>
                    </a:ext>
                  </a:extLst>
                </p:cNvPr>
                <p:cNvSpPr/>
                <p:nvPr/>
              </p:nvSpPr>
              <p:spPr>
                <a:xfrm>
                  <a:off x="4381340" y="1840704"/>
                  <a:ext cx="156938" cy="1811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938" h="181135" extrusionOk="0">
                      <a:moveTo>
                        <a:pt x="0" y="0"/>
                      </a:moveTo>
                      <a:lnTo>
                        <a:pt x="20152" y="0"/>
                      </a:lnTo>
                      <a:cubicBezTo>
                        <a:pt x="95359" y="0"/>
                        <a:pt x="156939" y="61545"/>
                        <a:pt x="156939" y="136786"/>
                      </a:cubicBezTo>
                      <a:lnTo>
                        <a:pt x="156939" y="181136"/>
                      </a:lnTo>
                      <a:lnTo>
                        <a:pt x="82309" y="181136"/>
                      </a:lnTo>
                      <a:lnTo>
                        <a:pt x="82309" y="162478"/>
                      </a:lnTo>
                      <a:cubicBezTo>
                        <a:pt x="82309" y="94646"/>
                        <a:pt x="48733" y="70143"/>
                        <a:pt x="34" y="71741"/>
                      </a:cubicBezTo>
                      <a:lnTo>
                        <a:pt x="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5" name="Google Shape;1295;p30">
                  <a:extLst>
                    <a:ext uri="{FF2B5EF4-FFF2-40B4-BE49-F238E27FC236}">
                      <a16:creationId xmlns:a16="http://schemas.microsoft.com/office/drawing/2014/main" id="{1549673E-891F-A1AF-FC29-CBC50DAEED2D}"/>
                    </a:ext>
                  </a:extLst>
                </p:cNvPr>
                <p:cNvSpPr/>
                <p:nvPr/>
              </p:nvSpPr>
              <p:spPr>
                <a:xfrm>
                  <a:off x="4432079" y="2021024"/>
                  <a:ext cx="132436" cy="23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436" h="23721" extrusionOk="0">
                      <a:moveTo>
                        <a:pt x="0" y="23721"/>
                      </a:moveTo>
                      <a:lnTo>
                        <a:pt x="0" y="11861"/>
                      </a:lnTo>
                      <a:cubicBezTo>
                        <a:pt x="0" y="5336"/>
                        <a:pt x="5336" y="0"/>
                        <a:pt x="11860" y="0"/>
                      </a:cubicBezTo>
                      <a:lnTo>
                        <a:pt x="120576" y="0"/>
                      </a:lnTo>
                      <a:cubicBezTo>
                        <a:pt x="127101" y="0"/>
                        <a:pt x="132436" y="5336"/>
                        <a:pt x="132436" y="11861"/>
                      </a:cubicBezTo>
                      <a:lnTo>
                        <a:pt x="132436" y="23721"/>
                      </a:lnTo>
                      <a:lnTo>
                        <a:pt x="0" y="2372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6" name="Google Shape;1296;p30">
                  <a:extLst>
                    <a:ext uri="{FF2B5EF4-FFF2-40B4-BE49-F238E27FC236}">
                      <a16:creationId xmlns:a16="http://schemas.microsoft.com/office/drawing/2014/main" id="{1C0BE328-94AF-C0F6-CDA3-35C5DAB937A1}"/>
                    </a:ext>
                  </a:extLst>
                </p:cNvPr>
                <p:cNvSpPr/>
                <p:nvPr/>
              </p:nvSpPr>
              <p:spPr>
                <a:xfrm>
                  <a:off x="4493284" y="2021024"/>
                  <a:ext cx="71230" cy="23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230" h="23721" extrusionOk="0">
                      <a:moveTo>
                        <a:pt x="0" y="0"/>
                      </a:moveTo>
                      <a:lnTo>
                        <a:pt x="59370" y="0"/>
                      </a:lnTo>
                      <a:cubicBezTo>
                        <a:pt x="65895" y="0"/>
                        <a:pt x="71231" y="5336"/>
                        <a:pt x="71231" y="11861"/>
                      </a:cubicBezTo>
                      <a:lnTo>
                        <a:pt x="71231" y="23721"/>
                      </a:lnTo>
                      <a:lnTo>
                        <a:pt x="0" y="2372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7" name="Google Shape;1297;p30">
                  <a:extLst>
                    <a:ext uri="{FF2B5EF4-FFF2-40B4-BE49-F238E27FC236}">
                      <a16:creationId xmlns:a16="http://schemas.microsoft.com/office/drawing/2014/main" id="{A2A6063F-0B2C-EA9E-EBC0-7FC4C3711F63}"/>
                    </a:ext>
                  </a:extLst>
                </p:cNvPr>
                <p:cNvSpPr/>
                <p:nvPr/>
              </p:nvSpPr>
              <p:spPr>
                <a:xfrm>
                  <a:off x="4453489" y="2009877"/>
                  <a:ext cx="99131" cy="11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31" h="11248" extrusionOk="0">
                      <a:moveTo>
                        <a:pt x="93524" y="0"/>
                      </a:moveTo>
                      <a:lnTo>
                        <a:pt x="5607" y="0"/>
                      </a:lnTo>
                      <a:cubicBezTo>
                        <a:pt x="2515" y="0"/>
                        <a:pt x="0" y="2515"/>
                        <a:pt x="0" y="5607"/>
                      </a:cubicBezTo>
                      <a:lnTo>
                        <a:pt x="0" y="5607"/>
                      </a:lnTo>
                      <a:cubicBezTo>
                        <a:pt x="0" y="8700"/>
                        <a:pt x="2515" y="11249"/>
                        <a:pt x="5607" y="11249"/>
                      </a:cubicBezTo>
                      <a:lnTo>
                        <a:pt x="93524" y="11249"/>
                      </a:lnTo>
                      <a:cubicBezTo>
                        <a:pt x="96617" y="11249"/>
                        <a:pt x="99131" y="8700"/>
                        <a:pt x="99131" y="5607"/>
                      </a:cubicBezTo>
                      <a:lnTo>
                        <a:pt x="99131" y="5607"/>
                      </a:lnTo>
                      <a:cubicBezTo>
                        <a:pt x="99131" y="2515"/>
                        <a:pt x="96583" y="0"/>
                        <a:pt x="935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8" name="Google Shape;1298;p30">
                  <a:extLst>
                    <a:ext uri="{FF2B5EF4-FFF2-40B4-BE49-F238E27FC236}">
                      <a16:creationId xmlns:a16="http://schemas.microsoft.com/office/drawing/2014/main" id="{E42136F3-DAEA-C9A3-5566-50D72EC65523}"/>
                    </a:ext>
                  </a:extLst>
                </p:cNvPr>
                <p:cNvSpPr/>
                <p:nvPr/>
              </p:nvSpPr>
              <p:spPr>
                <a:xfrm>
                  <a:off x="4451585" y="1992137"/>
                  <a:ext cx="99199" cy="11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99" h="11248" extrusionOk="0">
                      <a:moveTo>
                        <a:pt x="93558" y="34"/>
                      </a:moveTo>
                      <a:lnTo>
                        <a:pt x="5641" y="34"/>
                      </a:lnTo>
                      <a:cubicBezTo>
                        <a:pt x="2549" y="34"/>
                        <a:pt x="0" y="2549"/>
                        <a:pt x="0" y="5641"/>
                      </a:cubicBezTo>
                      <a:lnTo>
                        <a:pt x="0" y="5641"/>
                      </a:lnTo>
                      <a:cubicBezTo>
                        <a:pt x="0" y="8734"/>
                        <a:pt x="2549" y="11249"/>
                        <a:pt x="5641" y="11249"/>
                      </a:cubicBezTo>
                      <a:lnTo>
                        <a:pt x="93558" y="11249"/>
                      </a:lnTo>
                      <a:cubicBezTo>
                        <a:pt x="96651" y="11249"/>
                        <a:pt x="99200" y="8700"/>
                        <a:pt x="99200" y="5607"/>
                      </a:cubicBezTo>
                      <a:lnTo>
                        <a:pt x="99200" y="5607"/>
                      </a:lnTo>
                      <a:cubicBezTo>
                        <a:pt x="99200" y="2515"/>
                        <a:pt x="96685" y="0"/>
                        <a:pt x="9355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99" name="Google Shape;1299;p30">
                  <a:extLst>
                    <a:ext uri="{FF2B5EF4-FFF2-40B4-BE49-F238E27FC236}">
                      <a16:creationId xmlns:a16="http://schemas.microsoft.com/office/drawing/2014/main" id="{8A5421EE-56B6-E9DE-EA3E-238D2A9293E0}"/>
                    </a:ext>
                  </a:extLst>
                </p:cNvPr>
                <p:cNvSpPr/>
                <p:nvPr/>
              </p:nvSpPr>
              <p:spPr>
                <a:xfrm>
                  <a:off x="4449751" y="1974466"/>
                  <a:ext cx="99165" cy="11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65" h="11214" extrusionOk="0">
                      <a:moveTo>
                        <a:pt x="93524" y="0"/>
                      </a:moveTo>
                      <a:lnTo>
                        <a:pt x="5607" y="0"/>
                      </a:lnTo>
                      <a:cubicBezTo>
                        <a:pt x="2515" y="0"/>
                        <a:pt x="0" y="2515"/>
                        <a:pt x="0" y="5607"/>
                      </a:cubicBezTo>
                      <a:lnTo>
                        <a:pt x="0" y="5607"/>
                      </a:lnTo>
                      <a:cubicBezTo>
                        <a:pt x="0" y="8700"/>
                        <a:pt x="2515" y="11215"/>
                        <a:pt x="5607" y="11215"/>
                      </a:cubicBezTo>
                      <a:lnTo>
                        <a:pt x="93524" y="11215"/>
                      </a:lnTo>
                      <a:cubicBezTo>
                        <a:pt x="96617" y="11215"/>
                        <a:pt x="99165" y="8666"/>
                        <a:pt x="99165" y="5607"/>
                      </a:cubicBezTo>
                      <a:lnTo>
                        <a:pt x="99165" y="5607"/>
                      </a:lnTo>
                      <a:cubicBezTo>
                        <a:pt x="99165" y="2515"/>
                        <a:pt x="96651" y="0"/>
                        <a:pt x="935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0" name="Google Shape;1300;p30">
                  <a:extLst>
                    <a:ext uri="{FF2B5EF4-FFF2-40B4-BE49-F238E27FC236}">
                      <a16:creationId xmlns:a16="http://schemas.microsoft.com/office/drawing/2014/main" id="{ECE608FA-71BD-A895-5B6E-0DF02CC17AE5}"/>
                    </a:ext>
                  </a:extLst>
                </p:cNvPr>
                <p:cNvSpPr/>
                <p:nvPr/>
              </p:nvSpPr>
              <p:spPr>
                <a:xfrm>
                  <a:off x="4447881" y="1956760"/>
                  <a:ext cx="99131" cy="11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31" h="11214" extrusionOk="0">
                      <a:moveTo>
                        <a:pt x="93524" y="0"/>
                      </a:moveTo>
                      <a:lnTo>
                        <a:pt x="5607" y="0"/>
                      </a:lnTo>
                      <a:cubicBezTo>
                        <a:pt x="2515" y="0"/>
                        <a:pt x="0" y="2515"/>
                        <a:pt x="0" y="5607"/>
                      </a:cubicBezTo>
                      <a:lnTo>
                        <a:pt x="0" y="5607"/>
                      </a:lnTo>
                      <a:cubicBezTo>
                        <a:pt x="0" y="8700"/>
                        <a:pt x="2549" y="11215"/>
                        <a:pt x="5607" y="11215"/>
                      </a:cubicBezTo>
                      <a:lnTo>
                        <a:pt x="93524" y="11215"/>
                      </a:lnTo>
                      <a:cubicBezTo>
                        <a:pt x="96617" y="11215"/>
                        <a:pt x="99132" y="8700"/>
                        <a:pt x="99132" y="5607"/>
                      </a:cubicBezTo>
                      <a:lnTo>
                        <a:pt x="99132" y="5607"/>
                      </a:lnTo>
                      <a:cubicBezTo>
                        <a:pt x="99132" y="2515"/>
                        <a:pt x="96617" y="0"/>
                        <a:pt x="935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1" name="Google Shape;1301;p30">
                  <a:extLst>
                    <a:ext uri="{FF2B5EF4-FFF2-40B4-BE49-F238E27FC236}">
                      <a16:creationId xmlns:a16="http://schemas.microsoft.com/office/drawing/2014/main" id="{8DF8C217-2C57-71FC-7350-0712D406078A}"/>
                    </a:ext>
                  </a:extLst>
                </p:cNvPr>
                <p:cNvSpPr/>
                <p:nvPr/>
              </p:nvSpPr>
              <p:spPr>
                <a:xfrm>
                  <a:off x="4446074" y="1936907"/>
                  <a:ext cx="99074" cy="15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74" h="15507" extrusionOk="0">
                      <a:moveTo>
                        <a:pt x="93156" y="6"/>
                      </a:moveTo>
                      <a:lnTo>
                        <a:pt x="5341" y="4288"/>
                      </a:lnTo>
                      <a:cubicBezTo>
                        <a:pt x="2249" y="4424"/>
                        <a:pt x="-130" y="7074"/>
                        <a:pt x="6" y="10167"/>
                      </a:cubicBezTo>
                      <a:lnTo>
                        <a:pt x="6" y="10167"/>
                      </a:lnTo>
                      <a:cubicBezTo>
                        <a:pt x="142" y="13259"/>
                        <a:pt x="2792" y="15638"/>
                        <a:pt x="5885" y="15502"/>
                      </a:cubicBezTo>
                      <a:lnTo>
                        <a:pt x="93734" y="11220"/>
                      </a:lnTo>
                      <a:cubicBezTo>
                        <a:pt x="96826" y="11084"/>
                        <a:pt x="99205" y="8434"/>
                        <a:pt x="99069" y="5341"/>
                      </a:cubicBezTo>
                      <a:lnTo>
                        <a:pt x="99069" y="5341"/>
                      </a:lnTo>
                      <a:cubicBezTo>
                        <a:pt x="98899" y="2249"/>
                        <a:pt x="96283" y="-130"/>
                        <a:pt x="93190" y="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2" name="Google Shape;1302;p30">
                  <a:extLst>
                    <a:ext uri="{FF2B5EF4-FFF2-40B4-BE49-F238E27FC236}">
                      <a16:creationId xmlns:a16="http://schemas.microsoft.com/office/drawing/2014/main" id="{EF5684B5-13C7-2A86-63A4-388E66BC8981}"/>
                    </a:ext>
                  </a:extLst>
                </p:cNvPr>
                <p:cNvSpPr/>
                <p:nvPr/>
              </p:nvSpPr>
              <p:spPr>
                <a:xfrm>
                  <a:off x="4437315" y="1910952"/>
                  <a:ext cx="97595" cy="2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595" h="27725" extrusionOk="0">
                      <a:moveTo>
                        <a:pt x="90939" y="99"/>
                      </a:moveTo>
                      <a:lnTo>
                        <a:pt x="4551" y="16582"/>
                      </a:lnTo>
                      <a:cubicBezTo>
                        <a:pt x="1526" y="17159"/>
                        <a:pt x="-479" y="20116"/>
                        <a:pt x="99" y="23175"/>
                      </a:cubicBezTo>
                      <a:lnTo>
                        <a:pt x="99" y="23175"/>
                      </a:lnTo>
                      <a:cubicBezTo>
                        <a:pt x="677" y="26199"/>
                        <a:pt x="3633" y="28204"/>
                        <a:pt x="6658" y="27626"/>
                      </a:cubicBezTo>
                      <a:lnTo>
                        <a:pt x="93012" y="11110"/>
                      </a:lnTo>
                      <a:cubicBezTo>
                        <a:pt x="96036" y="10532"/>
                        <a:pt x="98075" y="7576"/>
                        <a:pt x="97498" y="4551"/>
                      </a:cubicBezTo>
                      <a:lnTo>
                        <a:pt x="97498" y="4551"/>
                      </a:lnTo>
                      <a:cubicBezTo>
                        <a:pt x="96920" y="1526"/>
                        <a:pt x="93963" y="-478"/>
                        <a:pt x="90939" y="9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3" name="Google Shape;1303;p30">
                  <a:extLst>
                    <a:ext uri="{FF2B5EF4-FFF2-40B4-BE49-F238E27FC236}">
                      <a16:creationId xmlns:a16="http://schemas.microsoft.com/office/drawing/2014/main" id="{19DA3B7D-EE38-0F03-2FC9-64015C8B2B13}"/>
                    </a:ext>
                  </a:extLst>
                </p:cNvPr>
                <p:cNvSpPr/>
                <p:nvPr/>
              </p:nvSpPr>
              <p:spPr>
                <a:xfrm>
                  <a:off x="4429531" y="1882948"/>
                  <a:ext cx="90598" cy="49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598" h="49035" extrusionOk="0">
                      <a:moveTo>
                        <a:pt x="82580" y="542"/>
                      </a:moveTo>
                      <a:lnTo>
                        <a:pt x="3193" y="38366"/>
                      </a:lnTo>
                      <a:cubicBezTo>
                        <a:pt x="406" y="39692"/>
                        <a:pt x="-783" y="43056"/>
                        <a:pt x="542" y="45843"/>
                      </a:cubicBezTo>
                      <a:lnTo>
                        <a:pt x="542" y="45843"/>
                      </a:lnTo>
                      <a:cubicBezTo>
                        <a:pt x="1867" y="48630"/>
                        <a:pt x="5232" y="49819"/>
                        <a:pt x="8018" y="48494"/>
                      </a:cubicBezTo>
                      <a:lnTo>
                        <a:pt x="87405" y="10669"/>
                      </a:lnTo>
                      <a:cubicBezTo>
                        <a:pt x="90192" y="9344"/>
                        <a:pt x="91382" y="5980"/>
                        <a:pt x="90056" y="3193"/>
                      </a:cubicBezTo>
                      <a:lnTo>
                        <a:pt x="90056" y="3193"/>
                      </a:lnTo>
                      <a:cubicBezTo>
                        <a:pt x="88731" y="406"/>
                        <a:pt x="85332" y="-783"/>
                        <a:pt x="82546" y="542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4" name="Google Shape;1304;p30">
                  <a:extLst>
                    <a:ext uri="{FF2B5EF4-FFF2-40B4-BE49-F238E27FC236}">
                      <a16:creationId xmlns:a16="http://schemas.microsoft.com/office/drawing/2014/main" id="{0487682F-44C5-B4D4-176D-66C77ED361BE}"/>
                    </a:ext>
                  </a:extLst>
                </p:cNvPr>
                <p:cNvSpPr/>
                <p:nvPr/>
              </p:nvSpPr>
              <p:spPr>
                <a:xfrm>
                  <a:off x="4422838" y="1855265"/>
                  <a:ext cx="71972" cy="7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972" h="74814" extrusionOk="0">
                      <a:moveTo>
                        <a:pt x="62324" y="1718"/>
                      </a:moveTo>
                      <a:lnTo>
                        <a:pt x="1560" y="65302"/>
                      </a:lnTo>
                      <a:cubicBezTo>
                        <a:pt x="-581" y="67545"/>
                        <a:pt x="-513" y="71113"/>
                        <a:pt x="1730" y="73254"/>
                      </a:cubicBezTo>
                      <a:lnTo>
                        <a:pt x="1730" y="73254"/>
                      </a:lnTo>
                      <a:cubicBezTo>
                        <a:pt x="3973" y="75395"/>
                        <a:pt x="7541" y="75327"/>
                        <a:pt x="9682" y="73085"/>
                      </a:cubicBezTo>
                      <a:lnTo>
                        <a:pt x="70412" y="9500"/>
                      </a:lnTo>
                      <a:cubicBezTo>
                        <a:pt x="72553" y="7257"/>
                        <a:pt x="72485" y="3689"/>
                        <a:pt x="70242" y="1548"/>
                      </a:cubicBezTo>
                      <a:lnTo>
                        <a:pt x="70242" y="1548"/>
                      </a:lnTo>
                      <a:cubicBezTo>
                        <a:pt x="67999" y="-593"/>
                        <a:pt x="64431" y="-491"/>
                        <a:pt x="62324" y="171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5" name="Google Shape;1305;p30">
                  <a:extLst>
                    <a:ext uri="{FF2B5EF4-FFF2-40B4-BE49-F238E27FC236}">
                      <a16:creationId xmlns:a16="http://schemas.microsoft.com/office/drawing/2014/main" id="{E9F7F0D2-BFA4-3717-12C2-F63351306249}"/>
                    </a:ext>
                  </a:extLst>
                </p:cNvPr>
                <p:cNvSpPr/>
                <p:nvPr/>
              </p:nvSpPr>
              <p:spPr>
                <a:xfrm>
                  <a:off x="4416185" y="1835374"/>
                  <a:ext cx="45386" cy="922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86" h="92221" extrusionOk="0">
                      <a:moveTo>
                        <a:pt x="34619" y="3427"/>
                      </a:moveTo>
                      <a:lnTo>
                        <a:pt x="431" y="84445"/>
                      </a:lnTo>
                      <a:cubicBezTo>
                        <a:pt x="-758" y="87299"/>
                        <a:pt x="601" y="90596"/>
                        <a:pt x="3422" y="91785"/>
                      </a:cubicBezTo>
                      <a:lnTo>
                        <a:pt x="3422" y="91785"/>
                      </a:lnTo>
                      <a:cubicBezTo>
                        <a:pt x="6277" y="92975"/>
                        <a:pt x="9573" y="91649"/>
                        <a:pt x="10762" y="88795"/>
                      </a:cubicBezTo>
                      <a:lnTo>
                        <a:pt x="44951" y="7777"/>
                      </a:lnTo>
                      <a:cubicBezTo>
                        <a:pt x="46140" y="4956"/>
                        <a:pt x="44815" y="1625"/>
                        <a:pt x="41960" y="436"/>
                      </a:cubicBezTo>
                      <a:lnTo>
                        <a:pt x="41960" y="436"/>
                      </a:lnTo>
                      <a:cubicBezTo>
                        <a:pt x="39105" y="-753"/>
                        <a:pt x="35809" y="572"/>
                        <a:pt x="34585" y="342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6" name="Google Shape;1306;p30">
                  <a:extLst>
                    <a:ext uri="{FF2B5EF4-FFF2-40B4-BE49-F238E27FC236}">
                      <a16:creationId xmlns:a16="http://schemas.microsoft.com/office/drawing/2014/main" id="{EF4E03CA-B3F9-E769-367E-71DAE60DC414}"/>
                    </a:ext>
                  </a:extLst>
                </p:cNvPr>
                <p:cNvSpPr/>
                <p:nvPr/>
              </p:nvSpPr>
              <p:spPr>
                <a:xfrm>
                  <a:off x="4407685" y="1824165"/>
                  <a:ext cx="19556" cy="98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56" h="98768" extrusionOk="0">
                      <a:moveTo>
                        <a:pt x="8354" y="5086"/>
                      </a:moveTo>
                      <a:lnTo>
                        <a:pt x="28" y="92629"/>
                      </a:lnTo>
                      <a:cubicBezTo>
                        <a:pt x="-279" y="95722"/>
                        <a:pt x="1999" y="98440"/>
                        <a:pt x="5091" y="98746"/>
                      </a:cubicBezTo>
                      <a:lnTo>
                        <a:pt x="5091" y="98746"/>
                      </a:lnTo>
                      <a:cubicBezTo>
                        <a:pt x="8149" y="99018"/>
                        <a:pt x="10902" y="96775"/>
                        <a:pt x="11208" y="93683"/>
                      </a:cubicBezTo>
                      <a:lnTo>
                        <a:pt x="19534" y="6140"/>
                      </a:lnTo>
                      <a:cubicBezTo>
                        <a:pt x="19806" y="3047"/>
                        <a:pt x="17563" y="294"/>
                        <a:pt x="14471" y="22"/>
                      </a:cubicBezTo>
                      <a:lnTo>
                        <a:pt x="14471" y="22"/>
                      </a:lnTo>
                      <a:cubicBezTo>
                        <a:pt x="11378" y="-250"/>
                        <a:pt x="8625" y="1993"/>
                        <a:pt x="8320" y="508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07" name="Google Shape;1307;p30">
                  <a:extLst>
                    <a:ext uri="{FF2B5EF4-FFF2-40B4-BE49-F238E27FC236}">
                      <a16:creationId xmlns:a16="http://schemas.microsoft.com/office/drawing/2014/main" id="{B5E68A41-9B88-CD67-4002-24E6D51D5CE8}"/>
                    </a:ext>
                  </a:extLst>
                </p:cNvPr>
                <p:cNvSpPr/>
                <p:nvPr/>
              </p:nvSpPr>
              <p:spPr>
                <a:xfrm>
                  <a:off x="4380117" y="1825037"/>
                  <a:ext cx="11486" cy="991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86" h="99165" extrusionOk="0">
                      <a:moveTo>
                        <a:pt x="238" y="5607"/>
                      </a:moveTo>
                      <a:lnTo>
                        <a:pt x="0" y="93524"/>
                      </a:lnTo>
                      <a:cubicBezTo>
                        <a:pt x="0" y="96617"/>
                        <a:pt x="2515" y="99166"/>
                        <a:pt x="5607" y="99166"/>
                      </a:cubicBezTo>
                      <a:lnTo>
                        <a:pt x="5607" y="99166"/>
                      </a:lnTo>
                      <a:cubicBezTo>
                        <a:pt x="8700" y="99166"/>
                        <a:pt x="11249" y="96651"/>
                        <a:pt x="11249" y="93558"/>
                      </a:cubicBezTo>
                      <a:lnTo>
                        <a:pt x="11486" y="5641"/>
                      </a:lnTo>
                      <a:cubicBezTo>
                        <a:pt x="11486" y="2549"/>
                        <a:pt x="8971" y="34"/>
                        <a:pt x="5879" y="0"/>
                      </a:cubicBezTo>
                      <a:lnTo>
                        <a:pt x="5879" y="0"/>
                      </a:lnTo>
                      <a:cubicBezTo>
                        <a:pt x="2787" y="0"/>
                        <a:pt x="272" y="2515"/>
                        <a:pt x="238" y="560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1308" name="Google Shape;1308;p30">
                <a:extLst>
                  <a:ext uri="{FF2B5EF4-FFF2-40B4-BE49-F238E27FC236}">
                    <a16:creationId xmlns:a16="http://schemas.microsoft.com/office/drawing/2014/main" id="{E99D669C-A04E-48FD-592E-675B581B4E1B}"/>
                  </a:ext>
                </a:extLst>
              </p:cNvPr>
              <p:cNvGrpSpPr/>
              <p:nvPr/>
            </p:nvGrpSpPr>
            <p:grpSpPr>
              <a:xfrm flipH="1">
                <a:off x="8101743" y="3785367"/>
                <a:ext cx="1282941" cy="330190"/>
                <a:chOff x="2195175" y="2564277"/>
                <a:chExt cx="575181" cy="148034"/>
              </a:xfrm>
            </p:grpSpPr>
            <p:sp>
              <p:nvSpPr>
                <p:cNvPr id="1309" name="Google Shape;1309;p30">
                  <a:extLst>
                    <a:ext uri="{FF2B5EF4-FFF2-40B4-BE49-F238E27FC236}">
                      <a16:creationId xmlns:a16="http://schemas.microsoft.com/office/drawing/2014/main" id="{1CCEF4EC-E899-76C5-6376-AC6CB26529FF}"/>
                    </a:ext>
                  </a:extLst>
                </p:cNvPr>
                <p:cNvSpPr/>
                <p:nvPr/>
              </p:nvSpPr>
              <p:spPr>
                <a:xfrm>
                  <a:off x="2692873" y="2596358"/>
                  <a:ext cx="63822" cy="79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7982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79829"/>
                      </a:lnTo>
                      <a:lnTo>
                        <a:pt x="0" y="798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0" name="Google Shape;1310;p30">
                  <a:extLst>
                    <a:ext uri="{FF2B5EF4-FFF2-40B4-BE49-F238E27FC236}">
                      <a16:creationId xmlns:a16="http://schemas.microsoft.com/office/drawing/2014/main" id="{9CD9F706-2946-06E1-0B3C-28759E7C5E78}"/>
                    </a:ext>
                  </a:extLst>
                </p:cNvPr>
                <p:cNvSpPr/>
                <p:nvPr/>
              </p:nvSpPr>
              <p:spPr>
                <a:xfrm>
                  <a:off x="2692873" y="2606622"/>
                  <a:ext cx="63822" cy="11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11384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11385"/>
                      </a:lnTo>
                      <a:lnTo>
                        <a:pt x="0" y="11385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1" name="Google Shape;1311;p30">
                  <a:extLst>
                    <a:ext uri="{FF2B5EF4-FFF2-40B4-BE49-F238E27FC236}">
                      <a16:creationId xmlns:a16="http://schemas.microsoft.com/office/drawing/2014/main" id="{D2873489-9BE0-2364-3856-9570E733B9AE}"/>
                    </a:ext>
                  </a:extLst>
                </p:cNvPr>
                <p:cNvSpPr/>
                <p:nvPr/>
              </p:nvSpPr>
              <p:spPr>
                <a:xfrm>
                  <a:off x="2744731" y="2566146"/>
                  <a:ext cx="25624" cy="14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4" h="143107" extrusionOk="0">
                      <a:moveTo>
                        <a:pt x="25624" y="0"/>
                      </a:moveTo>
                      <a:lnTo>
                        <a:pt x="12812" y="0"/>
                      </a:lnTo>
                      <a:cubicBezTo>
                        <a:pt x="5777" y="0"/>
                        <a:pt x="0" y="5777"/>
                        <a:pt x="0" y="12812"/>
                      </a:cubicBezTo>
                      <a:lnTo>
                        <a:pt x="0" y="130295"/>
                      </a:lnTo>
                      <a:cubicBezTo>
                        <a:pt x="0" y="137330"/>
                        <a:pt x="5777" y="143107"/>
                        <a:pt x="12812" y="143107"/>
                      </a:cubicBezTo>
                      <a:lnTo>
                        <a:pt x="25624" y="143107"/>
                      </a:lnTo>
                      <a:lnTo>
                        <a:pt x="256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2" name="Google Shape;1312;p30">
                  <a:extLst>
                    <a:ext uri="{FF2B5EF4-FFF2-40B4-BE49-F238E27FC236}">
                      <a16:creationId xmlns:a16="http://schemas.microsoft.com/office/drawing/2014/main" id="{2C761075-CB2C-6700-22F1-A74EBB93C7C8}"/>
                    </a:ext>
                  </a:extLst>
                </p:cNvPr>
                <p:cNvSpPr/>
                <p:nvPr/>
              </p:nvSpPr>
              <p:spPr>
                <a:xfrm>
                  <a:off x="2744731" y="2632280"/>
                  <a:ext cx="25624" cy="76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4" h="76974" extrusionOk="0">
                      <a:moveTo>
                        <a:pt x="0" y="0"/>
                      </a:moveTo>
                      <a:lnTo>
                        <a:pt x="0" y="64162"/>
                      </a:lnTo>
                      <a:cubicBezTo>
                        <a:pt x="0" y="71197"/>
                        <a:pt x="5777" y="76974"/>
                        <a:pt x="12812" y="76974"/>
                      </a:cubicBezTo>
                      <a:lnTo>
                        <a:pt x="25624" y="76974"/>
                      </a:lnTo>
                      <a:lnTo>
                        <a:pt x="2562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3" name="Google Shape;1313;p30">
                  <a:extLst>
                    <a:ext uri="{FF2B5EF4-FFF2-40B4-BE49-F238E27FC236}">
                      <a16:creationId xmlns:a16="http://schemas.microsoft.com/office/drawing/2014/main" id="{6B8A9091-84A6-38BD-204F-1BE722AE6BDC}"/>
                    </a:ext>
                  </a:extLst>
                </p:cNvPr>
                <p:cNvSpPr/>
                <p:nvPr/>
              </p:nvSpPr>
              <p:spPr>
                <a:xfrm>
                  <a:off x="2272625" y="2564277"/>
                  <a:ext cx="423680" cy="1480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680" h="148034" extrusionOk="0">
                      <a:moveTo>
                        <a:pt x="14341" y="0"/>
                      </a:moveTo>
                      <a:lnTo>
                        <a:pt x="409339" y="0"/>
                      </a:lnTo>
                      <a:cubicBezTo>
                        <a:pt x="417257" y="0"/>
                        <a:pt x="423680" y="6661"/>
                        <a:pt x="423680" y="14783"/>
                      </a:cubicBezTo>
                      <a:lnTo>
                        <a:pt x="423680" y="133252"/>
                      </a:lnTo>
                      <a:cubicBezTo>
                        <a:pt x="423680" y="141408"/>
                        <a:pt x="417257" y="148035"/>
                        <a:pt x="409339" y="148035"/>
                      </a:cubicBezTo>
                      <a:lnTo>
                        <a:pt x="14341" y="148035"/>
                      </a:lnTo>
                      <a:cubicBezTo>
                        <a:pt x="6457" y="148035"/>
                        <a:pt x="0" y="141374"/>
                        <a:pt x="0" y="133252"/>
                      </a:cubicBezTo>
                      <a:lnTo>
                        <a:pt x="0" y="14783"/>
                      </a:lnTo>
                      <a:cubicBezTo>
                        <a:pt x="0" y="6661"/>
                        <a:pt x="6457" y="0"/>
                        <a:pt x="1434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14" name="Google Shape;1314;p30">
                  <a:extLst>
                    <a:ext uri="{FF2B5EF4-FFF2-40B4-BE49-F238E27FC236}">
                      <a16:creationId xmlns:a16="http://schemas.microsoft.com/office/drawing/2014/main" id="{BE520B0D-54E1-0ADD-9610-772B8A392584}"/>
                    </a:ext>
                  </a:extLst>
                </p:cNvPr>
                <p:cNvSpPr/>
                <p:nvPr/>
              </p:nvSpPr>
              <p:spPr>
                <a:xfrm>
                  <a:off x="2285267" y="2573283"/>
                  <a:ext cx="397954" cy="130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954" h="130295" extrusionOk="0">
                      <a:moveTo>
                        <a:pt x="12608" y="0"/>
                      </a:moveTo>
                      <a:lnTo>
                        <a:pt x="385312" y="0"/>
                      </a:lnTo>
                      <a:cubicBezTo>
                        <a:pt x="392245" y="0"/>
                        <a:pt x="397954" y="5845"/>
                        <a:pt x="397954" y="13016"/>
                      </a:cubicBezTo>
                      <a:lnTo>
                        <a:pt x="397954" y="117279"/>
                      </a:lnTo>
                      <a:cubicBezTo>
                        <a:pt x="397954" y="124416"/>
                        <a:pt x="392245" y="130295"/>
                        <a:pt x="385312" y="130295"/>
                      </a:cubicBezTo>
                      <a:lnTo>
                        <a:pt x="12608" y="130295"/>
                      </a:lnTo>
                      <a:cubicBezTo>
                        <a:pt x="5675" y="130295"/>
                        <a:pt x="0" y="124416"/>
                        <a:pt x="0" y="117279"/>
                      </a:cubicBezTo>
                      <a:lnTo>
                        <a:pt x="0" y="13016"/>
                      </a:lnTo>
                      <a:cubicBezTo>
                        <a:pt x="0" y="5845"/>
                        <a:pt x="5675" y="0"/>
                        <a:pt x="12608" y="0"/>
                      </a:cubicBez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grpSp>
              <p:nvGrpSpPr>
                <p:cNvPr id="1315" name="Google Shape;1315;p30">
                  <a:extLst>
                    <a:ext uri="{FF2B5EF4-FFF2-40B4-BE49-F238E27FC236}">
                      <a16:creationId xmlns:a16="http://schemas.microsoft.com/office/drawing/2014/main" id="{6796061C-ECA7-D8B6-B5FD-17A3AB8B8B9F}"/>
                    </a:ext>
                  </a:extLst>
                </p:cNvPr>
                <p:cNvGrpSpPr/>
                <p:nvPr/>
              </p:nvGrpSpPr>
              <p:grpSpPr>
                <a:xfrm>
                  <a:off x="2445264" y="2583716"/>
                  <a:ext cx="207540" cy="106166"/>
                  <a:chOff x="2445264" y="2583716"/>
                  <a:chExt cx="207540" cy="106166"/>
                </a:xfrm>
              </p:grpSpPr>
              <p:sp>
                <p:nvSpPr>
                  <p:cNvPr id="1316" name="Google Shape;1316;p30">
                    <a:extLst>
                      <a:ext uri="{FF2B5EF4-FFF2-40B4-BE49-F238E27FC236}">
                        <a16:creationId xmlns:a16="http://schemas.microsoft.com/office/drawing/2014/main" id="{6CC5D492-10C3-5722-F18E-18B12E4442E8}"/>
                      </a:ext>
                    </a:extLst>
                  </p:cNvPr>
                  <p:cNvSpPr/>
                  <p:nvPr/>
                </p:nvSpPr>
                <p:spPr>
                  <a:xfrm>
                    <a:off x="2445264" y="2628813"/>
                    <a:ext cx="53694" cy="20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694" h="20900" extrusionOk="0">
                        <a:moveTo>
                          <a:pt x="0" y="0"/>
                        </a:moveTo>
                        <a:lnTo>
                          <a:pt x="53695" y="0"/>
                        </a:lnTo>
                        <a:lnTo>
                          <a:pt x="53695" y="20900"/>
                        </a:lnTo>
                        <a:lnTo>
                          <a:pt x="0" y="2090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17" name="Google Shape;1317;p30">
                    <a:extLst>
                      <a:ext uri="{FF2B5EF4-FFF2-40B4-BE49-F238E27FC236}">
                        <a16:creationId xmlns:a16="http://schemas.microsoft.com/office/drawing/2014/main" id="{905749D2-93CC-3600-DDE8-9B00C6CB4CE8}"/>
                      </a:ext>
                    </a:extLst>
                  </p:cNvPr>
                  <p:cNvSpPr/>
                  <p:nvPr/>
                </p:nvSpPr>
                <p:spPr>
                  <a:xfrm>
                    <a:off x="2599110" y="2627216"/>
                    <a:ext cx="53694" cy="20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694" h="20900" extrusionOk="0">
                        <a:moveTo>
                          <a:pt x="0" y="0"/>
                        </a:moveTo>
                        <a:lnTo>
                          <a:pt x="53695" y="0"/>
                        </a:lnTo>
                        <a:lnTo>
                          <a:pt x="53695" y="20900"/>
                        </a:lnTo>
                        <a:lnTo>
                          <a:pt x="0" y="2090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18" name="Google Shape;1318;p30">
                    <a:extLst>
                      <a:ext uri="{FF2B5EF4-FFF2-40B4-BE49-F238E27FC236}">
                        <a16:creationId xmlns:a16="http://schemas.microsoft.com/office/drawing/2014/main" id="{6C56BEBE-A17C-FEC4-1D87-FF63A74CA0F1}"/>
                      </a:ext>
                    </a:extLst>
                  </p:cNvPr>
                  <p:cNvSpPr/>
                  <p:nvPr/>
                </p:nvSpPr>
                <p:spPr>
                  <a:xfrm>
                    <a:off x="2494643" y="2583716"/>
                    <a:ext cx="106166" cy="1061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166" h="106166" extrusionOk="0">
                        <a:moveTo>
                          <a:pt x="53083" y="106166"/>
                        </a:moveTo>
                        <a:cubicBezTo>
                          <a:pt x="82309" y="106166"/>
                          <a:pt x="106166" y="82309"/>
                          <a:pt x="106166" y="53083"/>
                        </a:cubicBezTo>
                        <a:cubicBezTo>
                          <a:pt x="106166" y="23857"/>
                          <a:pt x="82309" y="0"/>
                          <a:pt x="53083" y="0"/>
                        </a:cubicBezTo>
                        <a:cubicBezTo>
                          <a:pt x="23857" y="0"/>
                          <a:pt x="0" y="23857"/>
                          <a:pt x="0" y="53083"/>
                        </a:cubicBezTo>
                        <a:cubicBezTo>
                          <a:pt x="0" y="82309"/>
                          <a:pt x="23823" y="106166"/>
                          <a:pt x="53083" y="106166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19" name="Google Shape;1319;p30">
                    <a:extLst>
                      <a:ext uri="{FF2B5EF4-FFF2-40B4-BE49-F238E27FC236}">
                        <a16:creationId xmlns:a16="http://schemas.microsoft.com/office/drawing/2014/main" id="{71A6BA5D-ADE8-99D2-F111-57E3BC000161}"/>
                      </a:ext>
                    </a:extLst>
                  </p:cNvPr>
                  <p:cNvSpPr/>
                  <p:nvPr/>
                </p:nvSpPr>
                <p:spPr>
                  <a:xfrm>
                    <a:off x="2503037" y="2592110"/>
                    <a:ext cx="89378" cy="893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378" h="89378" extrusionOk="0">
                        <a:moveTo>
                          <a:pt x="44689" y="89378"/>
                        </a:moveTo>
                        <a:cubicBezTo>
                          <a:pt x="69328" y="89378"/>
                          <a:pt x="89378" y="69294"/>
                          <a:pt x="89378" y="44689"/>
                        </a:cubicBezTo>
                        <a:cubicBezTo>
                          <a:pt x="89378" y="20085"/>
                          <a:pt x="69294" y="0"/>
                          <a:pt x="44689" y="0"/>
                        </a:cubicBezTo>
                        <a:cubicBezTo>
                          <a:pt x="20085" y="0"/>
                          <a:pt x="0" y="20085"/>
                          <a:pt x="0" y="44689"/>
                        </a:cubicBezTo>
                        <a:cubicBezTo>
                          <a:pt x="0" y="69294"/>
                          <a:pt x="20085" y="89378"/>
                          <a:pt x="44689" y="8937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0" name="Google Shape;1320;p30">
                    <a:extLst>
                      <a:ext uri="{FF2B5EF4-FFF2-40B4-BE49-F238E27FC236}">
                        <a16:creationId xmlns:a16="http://schemas.microsoft.com/office/drawing/2014/main" id="{9D88C917-8594-EDAF-9EB4-5495B6519B05}"/>
                      </a:ext>
                    </a:extLst>
                  </p:cNvPr>
                  <p:cNvSpPr/>
                  <p:nvPr/>
                </p:nvSpPr>
                <p:spPr>
                  <a:xfrm>
                    <a:off x="2503037" y="2592110"/>
                    <a:ext cx="89378" cy="463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378" h="46388" extrusionOk="0">
                        <a:moveTo>
                          <a:pt x="44689" y="0"/>
                        </a:moveTo>
                        <a:cubicBezTo>
                          <a:pt x="69362" y="0"/>
                          <a:pt x="89378" y="20017"/>
                          <a:pt x="89378" y="44689"/>
                        </a:cubicBezTo>
                        <a:cubicBezTo>
                          <a:pt x="89378" y="45267"/>
                          <a:pt x="89378" y="45811"/>
                          <a:pt x="89310" y="46388"/>
                        </a:cubicBezTo>
                        <a:lnTo>
                          <a:pt x="34" y="46388"/>
                        </a:lnTo>
                        <a:cubicBezTo>
                          <a:pt x="34" y="45811"/>
                          <a:pt x="0" y="45267"/>
                          <a:pt x="0" y="44689"/>
                        </a:cubicBezTo>
                        <a:cubicBezTo>
                          <a:pt x="0" y="20017"/>
                          <a:pt x="20017" y="0"/>
                          <a:pt x="44689" y="0"/>
                        </a:cubicBezTo>
                        <a:close/>
                      </a:path>
                    </a:pathLst>
                  </a:custGeom>
                  <a:solidFill>
                    <a:srgbClr val="74D9E8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1" name="Google Shape;1321;p30">
                    <a:extLst>
                      <a:ext uri="{FF2B5EF4-FFF2-40B4-BE49-F238E27FC236}">
                        <a16:creationId xmlns:a16="http://schemas.microsoft.com/office/drawing/2014/main" id="{6367572E-950C-58B0-37FB-E80221BF8454}"/>
                      </a:ext>
                    </a:extLst>
                  </p:cNvPr>
                  <p:cNvSpPr/>
                  <p:nvPr/>
                </p:nvSpPr>
                <p:spPr>
                  <a:xfrm>
                    <a:off x="2546877" y="2599961"/>
                    <a:ext cx="46223" cy="379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223" h="37994" extrusionOk="0">
                        <a:moveTo>
                          <a:pt x="42004" y="18318"/>
                        </a:moveTo>
                        <a:cubicBezTo>
                          <a:pt x="44961" y="24673"/>
                          <a:pt x="46320" y="31401"/>
                          <a:pt x="46218" y="37994"/>
                        </a:cubicBezTo>
                        <a:lnTo>
                          <a:pt x="0" y="37994"/>
                        </a:lnTo>
                        <a:lnTo>
                          <a:pt x="26168" y="0"/>
                        </a:lnTo>
                        <a:cubicBezTo>
                          <a:pt x="32829" y="4384"/>
                          <a:pt x="38368" y="10603"/>
                          <a:pt x="42004" y="18318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2" name="Google Shape;1322;p30">
                    <a:extLst>
                      <a:ext uri="{FF2B5EF4-FFF2-40B4-BE49-F238E27FC236}">
                        <a16:creationId xmlns:a16="http://schemas.microsoft.com/office/drawing/2014/main" id="{B88F47CC-A5D7-FC03-2E33-FA6B176819CB}"/>
                      </a:ext>
                    </a:extLst>
                  </p:cNvPr>
                  <p:cNvSpPr/>
                  <p:nvPr/>
                </p:nvSpPr>
                <p:spPr>
                  <a:xfrm>
                    <a:off x="2527812" y="2592375"/>
                    <a:ext cx="42887" cy="463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887" h="46361" extrusionOk="0">
                        <a:moveTo>
                          <a:pt x="23687" y="143"/>
                        </a:moveTo>
                        <a:cubicBezTo>
                          <a:pt x="30722" y="687"/>
                          <a:pt x="37212" y="2828"/>
                          <a:pt x="42888" y="6193"/>
                        </a:cubicBezTo>
                        <a:lnTo>
                          <a:pt x="20085" y="46362"/>
                        </a:lnTo>
                        <a:lnTo>
                          <a:pt x="0" y="4833"/>
                        </a:lnTo>
                        <a:cubicBezTo>
                          <a:pt x="7069" y="1231"/>
                          <a:pt x="15225" y="-536"/>
                          <a:pt x="23721" y="14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1323" name="Google Shape;1323;p30">
                    <a:extLst>
                      <a:ext uri="{FF2B5EF4-FFF2-40B4-BE49-F238E27FC236}">
                        <a16:creationId xmlns:a16="http://schemas.microsoft.com/office/drawing/2014/main" id="{C377E0A3-88A6-339A-38AA-0A616DCA0560}"/>
                      </a:ext>
                    </a:extLst>
                  </p:cNvPr>
                  <p:cNvSpPr/>
                  <p:nvPr/>
                </p:nvSpPr>
                <p:spPr>
                  <a:xfrm>
                    <a:off x="2503770" y="2600402"/>
                    <a:ext cx="46199" cy="385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199" h="38572" extrusionOk="0">
                        <a:moveTo>
                          <a:pt x="5554" y="15021"/>
                        </a:moveTo>
                        <a:cubicBezTo>
                          <a:pt x="8953" y="8836"/>
                          <a:pt x="13540" y="3806"/>
                          <a:pt x="18944" y="0"/>
                        </a:cubicBezTo>
                        <a:lnTo>
                          <a:pt x="46199" y="37349"/>
                        </a:lnTo>
                        <a:lnTo>
                          <a:pt x="49" y="38572"/>
                        </a:lnTo>
                        <a:cubicBezTo>
                          <a:pt x="-325" y="30620"/>
                          <a:pt x="1442" y="22497"/>
                          <a:pt x="5520" y="1502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grpSp>
                <p:nvGrpSpPr>
                  <p:cNvPr id="1324" name="Google Shape;1324;p30">
                    <a:extLst>
                      <a:ext uri="{FF2B5EF4-FFF2-40B4-BE49-F238E27FC236}">
                        <a16:creationId xmlns:a16="http://schemas.microsoft.com/office/drawing/2014/main" id="{6AA751FC-7EA6-C405-5867-406156093BDD}"/>
                      </a:ext>
                    </a:extLst>
                  </p:cNvPr>
                  <p:cNvGrpSpPr/>
                  <p:nvPr/>
                </p:nvGrpSpPr>
                <p:grpSpPr>
                  <a:xfrm>
                    <a:off x="2527089" y="2609748"/>
                    <a:ext cx="30439" cy="37610"/>
                    <a:chOff x="4840276" y="2840598"/>
                    <a:chExt cx="30439" cy="37610"/>
                  </a:xfrm>
                </p:grpSpPr>
                <p:sp>
                  <p:nvSpPr>
                    <p:cNvPr id="1325" name="Google Shape;1325;p30">
                      <a:extLst>
                        <a:ext uri="{FF2B5EF4-FFF2-40B4-BE49-F238E27FC236}">
                          <a16:creationId xmlns:a16="http://schemas.microsoft.com/office/drawing/2014/main" id="{914EF0A8-3E39-5AD2-665F-B236543332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50500" y="2857984"/>
                      <a:ext cx="20215" cy="202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215" h="20224" extrusionOk="0">
                          <a:moveTo>
                            <a:pt x="8171" y="184"/>
                          </a:moveTo>
                          <a:cubicBezTo>
                            <a:pt x="13642" y="-869"/>
                            <a:pt x="18978" y="2699"/>
                            <a:pt x="20031" y="8171"/>
                          </a:cubicBezTo>
                          <a:cubicBezTo>
                            <a:pt x="21085" y="13642"/>
                            <a:pt x="17516" y="18944"/>
                            <a:pt x="12045" y="20031"/>
                          </a:cubicBezTo>
                          <a:cubicBezTo>
                            <a:pt x="6573" y="21119"/>
                            <a:pt x="1238" y="17516"/>
                            <a:pt x="184" y="12045"/>
                          </a:cubicBezTo>
                          <a:cubicBezTo>
                            <a:pt x="-869" y="6573"/>
                            <a:pt x="2699" y="1238"/>
                            <a:pt x="8171" y="184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noProof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p:txBody>
                </p:sp>
                <p:sp>
                  <p:nvSpPr>
                    <p:cNvPr id="1326" name="Google Shape;1326;p30">
                      <a:extLst>
                        <a:ext uri="{FF2B5EF4-FFF2-40B4-BE49-F238E27FC236}">
                          <a16:creationId xmlns:a16="http://schemas.microsoft.com/office/drawing/2014/main" id="{AAF2C135-9692-A7BA-2EB0-487CF99DBE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0276" y="2840598"/>
                      <a:ext cx="20501" cy="2569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501" h="25692" extrusionOk="0">
                          <a:moveTo>
                            <a:pt x="14351" y="25692"/>
                          </a:moveTo>
                          <a:lnTo>
                            <a:pt x="20502" y="21410"/>
                          </a:lnTo>
                          <a:lnTo>
                            <a:pt x="6806" y="1597"/>
                          </a:lnTo>
                          <a:cubicBezTo>
                            <a:pt x="5651" y="-68"/>
                            <a:pt x="3306" y="-510"/>
                            <a:pt x="1606" y="646"/>
                          </a:cubicBezTo>
                          <a:lnTo>
                            <a:pt x="1606" y="646"/>
                          </a:lnTo>
                          <a:cubicBezTo>
                            <a:pt x="-93" y="1835"/>
                            <a:pt x="-501" y="4180"/>
                            <a:pt x="655" y="5845"/>
                          </a:cubicBezTo>
                          <a:lnTo>
                            <a:pt x="14317" y="25658"/>
                          </a:ln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noProof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p:txBody>
                </p:sp>
              </p:grpSp>
            </p:grpSp>
            <p:sp>
              <p:nvSpPr>
                <p:cNvPr id="1327" name="Google Shape;1327;p30">
                  <a:extLst>
                    <a:ext uri="{FF2B5EF4-FFF2-40B4-BE49-F238E27FC236}">
                      <a16:creationId xmlns:a16="http://schemas.microsoft.com/office/drawing/2014/main" id="{22BC84C2-23B8-07BE-CE3A-1FE8055DE6E2}"/>
                    </a:ext>
                  </a:extLst>
                </p:cNvPr>
                <p:cNvSpPr/>
                <p:nvPr/>
              </p:nvSpPr>
              <p:spPr>
                <a:xfrm>
                  <a:off x="2310041" y="2586265"/>
                  <a:ext cx="102360" cy="102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360" h="102360" extrusionOk="0">
                      <a:moveTo>
                        <a:pt x="51180" y="0"/>
                      </a:moveTo>
                      <a:cubicBezTo>
                        <a:pt x="79421" y="0"/>
                        <a:pt x="102360" y="22939"/>
                        <a:pt x="102360" y="51180"/>
                      </a:cubicBezTo>
                      <a:cubicBezTo>
                        <a:pt x="102360" y="79421"/>
                        <a:pt x="79421" y="102360"/>
                        <a:pt x="51180" y="102360"/>
                      </a:cubicBezTo>
                      <a:cubicBezTo>
                        <a:pt x="22939" y="102360"/>
                        <a:pt x="0" y="79421"/>
                        <a:pt x="0" y="51180"/>
                      </a:cubicBezTo>
                      <a:cubicBezTo>
                        <a:pt x="0" y="22939"/>
                        <a:pt x="22939" y="0"/>
                        <a:pt x="51180" y="0"/>
                      </a:cubicBezTo>
                      <a:lnTo>
                        <a:pt x="51180" y="0"/>
                      </a:lnTo>
                      <a:close/>
                      <a:moveTo>
                        <a:pt x="51180" y="41936"/>
                      </a:moveTo>
                      <a:cubicBezTo>
                        <a:pt x="46048" y="41936"/>
                        <a:pt x="41903" y="46082"/>
                        <a:pt x="41903" y="51180"/>
                      </a:cubicBezTo>
                      <a:cubicBezTo>
                        <a:pt x="41903" y="56278"/>
                        <a:pt x="46048" y="60458"/>
                        <a:pt x="51180" y="60458"/>
                      </a:cubicBezTo>
                      <a:cubicBezTo>
                        <a:pt x="56312" y="60458"/>
                        <a:pt x="60458" y="56312"/>
                        <a:pt x="60458" y="51180"/>
                      </a:cubicBezTo>
                      <a:cubicBezTo>
                        <a:pt x="60458" y="46048"/>
                        <a:pt x="56312" y="41936"/>
                        <a:pt x="51180" y="41936"/>
                      </a:cubicBezTo>
                      <a:lnTo>
                        <a:pt x="51180" y="41936"/>
                      </a:lnTo>
                      <a:close/>
                      <a:moveTo>
                        <a:pt x="57263" y="30110"/>
                      </a:moveTo>
                      <a:cubicBezTo>
                        <a:pt x="64502" y="32183"/>
                        <a:pt x="70177" y="37892"/>
                        <a:pt x="72284" y="45097"/>
                      </a:cubicBezTo>
                      <a:lnTo>
                        <a:pt x="89073" y="45097"/>
                      </a:lnTo>
                      <a:cubicBezTo>
                        <a:pt x="86490" y="28784"/>
                        <a:pt x="73576" y="15905"/>
                        <a:pt x="57297" y="13322"/>
                      </a:cubicBezTo>
                      <a:lnTo>
                        <a:pt x="57297" y="30110"/>
                      </a:lnTo>
                      <a:lnTo>
                        <a:pt x="57297" y="30110"/>
                      </a:lnTo>
                      <a:close/>
                      <a:moveTo>
                        <a:pt x="72284" y="57263"/>
                      </a:moveTo>
                      <a:cubicBezTo>
                        <a:pt x="70177" y="64502"/>
                        <a:pt x="64502" y="70177"/>
                        <a:pt x="57263" y="72284"/>
                      </a:cubicBezTo>
                      <a:lnTo>
                        <a:pt x="57263" y="89072"/>
                      </a:lnTo>
                      <a:cubicBezTo>
                        <a:pt x="73576" y="86456"/>
                        <a:pt x="86456" y="73576"/>
                        <a:pt x="89038" y="57263"/>
                      </a:cubicBezTo>
                      <a:lnTo>
                        <a:pt x="72250" y="57263"/>
                      </a:lnTo>
                      <a:close/>
                      <a:moveTo>
                        <a:pt x="45131" y="72284"/>
                      </a:moveTo>
                      <a:cubicBezTo>
                        <a:pt x="37926" y="70177"/>
                        <a:pt x="32217" y="64502"/>
                        <a:pt x="30144" y="57263"/>
                      </a:cubicBezTo>
                      <a:lnTo>
                        <a:pt x="13356" y="57263"/>
                      </a:lnTo>
                      <a:cubicBezTo>
                        <a:pt x="15939" y="73576"/>
                        <a:pt x="28853" y="86456"/>
                        <a:pt x="45131" y="89072"/>
                      </a:cubicBezTo>
                      <a:lnTo>
                        <a:pt x="45131" y="72284"/>
                      </a:lnTo>
                      <a:lnTo>
                        <a:pt x="45131" y="72284"/>
                      </a:lnTo>
                      <a:close/>
                      <a:moveTo>
                        <a:pt x="30144" y="45131"/>
                      </a:moveTo>
                      <a:cubicBezTo>
                        <a:pt x="32217" y="37892"/>
                        <a:pt x="37926" y="32217"/>
                        <a:pt x="45131" y="30144"/>
                      </a:cubicBezTo>
                      <a:lnTo>
                        <a:pt x="45131" y="13356"/>
                      </a:lnTo>
                      <a:cubicBezTo>
                        <a:pt x="28853" y="15939"/>
                        <a:pt x="15939" y="28853"/>
                        <a:pt x="13356" y="45131"/>
                      </a:cubicBezTo>
                      <a:lnTo>
                        <a:pt x="30144" y="4513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28" name="Google Shape;1328;p30">
                  <a:extLst>
                    <a:ext uri="{FF2B5EF4-FFF2-40B4-BE49-F238E27FC236}">
                      <a16:creationId xmlns:a16="http://schemas.microsoft.com/office/drawing/2014/main" id="{C9B62C88-09FF-6C44-FA76-FD89213F436B}"/>
                    </a:ext>
                  </a:extLst>
                </p:cNvPr>
                <p:cNvSpPr/>
                <p:nvPr/>
              </p:nvSpPr>
              <p:spPr>
                <a:xfrm>
                  <a:off x="2208836" y="2598499"/>
                  <a:ext cx="63822" cy="79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7982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79829"/>
                      </a:lnTo>
                      <a:lnTo>
                        <a:pt x="0" y="798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29" name="Google Shape;1329;p30">
                  <a:extLst>
                    <a:ext uri="{FF2B5EF4-FFF2-40B4-BE49-F238E27FC236}">
                      <a16:creationId xmlns:a16="http://schemas.microsoft.com/office/drawing/2014/main" id="{4F1FBAB0-978D-7051-D9CC-FDBAB5ABD75E}"/>
                    </a:ext>
                  </a:extLst>
                </p:cNvPr>
                <p:cNvSpPr/>
                <p:nvPr/>
              </p:nvSpPr>
              <p:spPr>
                <a:xfrm>
                  <a:off x="2208836" y="2608729"/>
                  <a:ext cx="63822" cy="11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1141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11419"/>
                      </a:lnTo>
                      <a:lnTo>
                        <a:pt x="0" y="11419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30" name="Google Shape;1330;p30">
                  <a:extLst>
                    <a:ext uri="{FF2B5EF4-FFF2-40B4-BE49-F238E27FC236}">
                      <a16:creationId xmlns:a16="http://schemas.microsoft.com/office/drawing/2014/main" id="{0E4D059B-8446-D620-5A73-7F7A2069C0FF}"/>
                    </a:ext>
                  </a:extLst>
                </p:cNvPr>
                <p:cNvSpPr/>
                <p:nvPr/>
              </p:nvSpPr>
              <p:spPr>
                <a:xfrm>
                  <a:off x="2195175" y="2568219"/>
                  <a:ext cx="25623" cy="14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3" h="143107" extrusionOk="0">
                      <a:moveTo>
                        <a:pt x="0" y="34"/>
                      </a:moveTo>
                      <a:lnTo>
                        <a:pt x="12812" y="34"/>
                      </a:lnTo>
                      <a:cubicBezTo>
                        <a:pt x="19847" y="34"/>
                        <a:pt x="25624" y="5811"/>
                        <a:pt x="25624" y="12846"/>
                      </a:cubicBezTo>
                      <a:lnTo>
                        <a:pt x="25624" y="130295"/>
                      </a:lnTo>
                      <a:cubicBezTo>
                        <a:pt x="25624" y="137330"/>
                        <a:pt x="19847" y="143107"/>
                        <a:pt x="12812" y="143107"/>
                      </a:cubicBezTo>
                      <a:lnTo>
                        <a:pt x="0" y="14310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31" name="Google Shape;1331;p30">
                  <a:extLst>
                    <a:ext uri="{FF2B5EF4-FFF2-40B4-BE49-F238E27FC236}">
                      <a16:creationId xmlns:a16="http://schemas.microsoft.com/office/drawing/2014/main" id="{495BB31A-ADB1-17A6-2D0E-63A21D344B0A}"/>
                    </a:ext>
                  </a:extLst>
                </p:cNvPr>
                <p:cNvSpPr/>
                <p:nvPr/>
              </p:nvSpPr>
              <p:spPr>
                <a:xfrm>
                  <a:off x="2195175" y="2634387"/>
                  <a:ext cx="25623" cy="76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3" h="76974" extrusionOk="0">
                      <a:moveTo>
                        <a:pt x="25624" y="0"/>
                      </a:moveTo>
                      <a:lnTo>
                        <a:pt x="25624" y="64162"/>
                      </a:lnTo>
                      <a:cubicBezTo>
                        <a:pt x="25624" y="71197"/>
                        <a:pt x="19847" y="76974"/>
                        <a:pt x="12812" y="76974"/>
                      </a:cubicBezTo>
                      <a:lnTo>
                        <a:pt x="0" y="76974"/>
                      </a:lnTo>
                      <a:lnTo>
                        <a:pt x="0" y="0"/>
                      </a:lnTo>
                      <a:lnTo>
                        <a:pt x="25624" y="0"/>
                      </a:lnTo>
                      <a:close/>
                    </a:path>
                  </a:pathLst>
                </a:custGeom>
                <a:solidFill>
                  <a:srgbClr val="161D1E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32" name="Google Shape;1332;p30">
                  <a:extLst>
                    <a:ext uri="{FF2B5EF4-FFF2-40B4-BE49-F238E27FC236}">
                      <a16:creationId xmlns:a16="http://schemas.microsoft.com/office/drawing/2014/main" id="{898BDCE3-5DFA-E218-2337-819004E4E3FD}"/>
                    </a:ext>
                  </a:extLst>
                </p:cNvPr>
                <p:cNvSpPr/>
                <p:nvPr/>
              </p:nvSpPr>
              <p:spPr>
                <a:xfrm>
                  <a:off x="2350924" y="2627556"/>
                  <a:ext cx="19982" cy="19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48" extrusionOk="0">
                      <a:moveTo>
                        <a:pt x="9991" y="19949"/>
                      </a:moveTo>
                      <a:cubicBezTo>
                        <a:pt x="15463" y="19949"/>
                        <a:pt x="19983" y="15463"/>
                        <a:pt x="19983" y="9958"/>
                      </a:cubicBezTo>
                      <a:cubicBezTo>
                        <a:pt x="19983" y="4452"/>
                        <a:pt x="15497" y="0"/>
                        <a:pt x="9991" y="0"/>
                      </a:cubicBezTo>
                      <a:cubicBezTo>
                        <a:pt x="4486" y="0"/>
                        <a:pt x="0" y="4486"/>
                        <a:pt x="0" y="9958"/>
                      </a:cubicBezTo>
                      <a:cubicBezTo>
                        <a:pt x="0" y="15429"/>
                        <a:pt x="4486" y="19949"/>
                        <a:pt x="9991" y="1994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sp>
            <p:nvSpPr>
              <p:cNvPr id="1333" name="Google Shape;1333;p30">
                <a:extLst>
                  <a:ext uri="{FF2B5EF4-FFF2-40B4-BE49-F238E27FC236}">
                    <a16:creationId xmlns:a16="http://schemas.microsoft.com/office/drawing/2014/main" id="{AF9313A5-9486-D7F6-0ECE-CF509AABFAA2}"/>
                  </a:ext>
                </a:extLst>
              </p:cNvPr>
              <p:cNvSpPr/>
              <p:nvPr/>
            </p:nvSpPr>
            <p:spPr>
              <a:xfrm flipH="1">
                <a:off x="8083202" y="3204759"/>
                <a:ext cx="432653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94015" h="34731" extrusionOk="0">
                    <a:moveTo>
                      <a:pt x="0" y="34732"/>
                    </a:moveTo>
                    <a:lnTo>
                      <a:pt x="0" y="17366"/>
                    </a:lnTo>
                    <a:cubicBezTo>
                      <a:pt x="0" y="7816"/>
                      <a:pt x="7816" y="0"/>
                      <a:pt x="17366" y="0"/>
                    </a:cubicBezTo>
                    <a:lnTo>
                      <a:pt x="176650" y="0"/>
                    </a:lnTo>
                    <a:cubicBezTo>
                      <a:pt x="186199" y="0"/>
                      <a:pt x="194016" y="7816"/>
                      <a:pt x="194016" y="17366"/>
                    </a:cubicBezTo>
                    <a:lnTo>
                      <a:pt x="194016" y="34732"/>
                    </a:lnTo>
                    <a:lnTo>
                      <a:pt x="0" y="3473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4" name="Google Shape;1334;p30">
                <a:extLst>
                  <a:ext uri="{FF2B5EF4-FFF2-40B4-BE49-F238E27FC236}">
                    <a16:creationId xmlns:a16="http://schemas.microsoft.com/office/drawing/2014/main" id="{FB8AF158-E44F-242E-EB7D-B3A2A00AB9B1}"/>
                  </a:ext>
                </a:extLst>
              </p:cNvPr>
              <p:cNvSpPr/>
              <p:nvPr/>
            </p:nvSpPr>
            <p:spPr>
              <a:xfrm flipH="1">
                <a:off x="8083155" y="3204683"/>
                <a:ext cx="232734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04365" h="34731" extrusionOk="0">
                    <a:moveTo>
                      <a:pt x="0" y="0"/>
                    </a:moveTo>
                    <a:lnTo>
                      <a:pt x="86999" y="0"/>
                    </a:lnTo>
                    <a:cubicBezTo>
                      <a:pt x="96549" y="0"/>
                      <a:pt x="104365" y="7816"/>
                      <a:pt x="104365" y="17366"/>
                    </a:cubicBezTo>
                    <a:lnTo>
                      <a:pt x="104365" y="34732"/>
                    </a:lnTo>
                    <a:lnTo>
                      <a:pt x="0" y="347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5" name="Google Shape;1335;p30">
                <a:extLst>
                  <a:ext uri="{FF2B5EF4-FFF2-40B4-BE49-F238E27FC236}">
                    <a16:creationId xmlns:a16="http://schemas.microsoft.com/office/drawing/2014/main" id="{1D8E1740-21A4-EFDA-6DFD-65ADB195D34A}"/>
                  </a:ext>
                </a:extLst>
              </p:cNvPr>
              <p:cNvSpPr/>
              <p:nvPr/>
            </p:nvSpPr>
            <p:spPr>
              <a:xfrm flipH="1">
                <a:off x="8173818" y="1893996"/>
                <a:ext cx="241297" cy="1310466"/>
              </a:xfrm>
              <a:custGeom>
                <a:avLst/>
                <a:gdLst/>
                <a:ahLst/>
                <a:cxnLst/>
                <a:rect l="l" t="t" r="r" b="b"/>
                <a:pathLst>
                  <a:path w="108205" h="587653" extrusionOk="0">
                    <a:moveTo>
                      <a:pt x="0" y="0"/>
                    </a:moveTo>
                    <a:lnTo>
                      <a:pt x="108206" y="0"/>
                    </a:lnTo>
                    <a:lnTo>
                      <a:pt x="108206" y="587654"/>
                    </a:lnTo>
                    <a:lnTo>
                      <a:pt x="0" y="58765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6" name="Google Shape;1336;p30">
                <a:extLst>
                  <a:ext uri="{FF2B5EF4-FFF2-40B4-BE49-F238E27FC236}">
                    <a16:creationId xmlns:a16="http://schemas.microsoft.com/office/drawing/2014/main" id="{90065A49-693A-A4BF-37E4-EED8A4F121A7}"/>
                  </a:ext>
                </a:extLst>
              </p:cNvPr>
              <p:cNvSpPr/>
              <p:nvPr/>
            </p:nvSpPr>
            <p:spPr>
              <a:xfrm flipH="1">
                <a:off x="8349631" y="1893996"/>
                <a:ext cx="34480" cy="1310466"/>
              </a:xfrm>
              <a:custGeom>
                <a:avLst/>
                <a:gdLst/>
                <a:ahLst/>
                <a:cxnLst/>
                <a:rect l="l" t="t" r="r" b="b"/>
                <a:pathLst>
                  <a:path w="15462" h="587653" extrusionOk="0">
                    <a:moveTo>
                      <a:pt x="0" y="0"/>
                    </a:moveTo>
                    <a:lnTo>
                      <a:pt x="15463" y="0"/>
                    </a:lnTo>
                    <a:lnTo>
                      <a:pt x="15463" y="587654"/>
                    </a:lnTo>
                    <a:lnTo>
                      <a:pt x="0" y="587654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7" name="Google Shape;1337;p30">
                <a:extLst>
                  <a:ext uri="{FF2B5EF4-FFF2-40B4-BE49-F238E27FC236}">
                    <a16:creationId xmlns:a16="http://schemas.microsoft.com/office/drawing/2014/main" id="{69E03409-982D-8EB0-7B76-68D6972E9926}"/>
                  </a:ext>
                </a:extLst>
              </p:cNvPr>
              <p:cNvSpPr/>
              <p:nvPr/>
            </p:nvSpPr>
            <p:spPr>
              <a:xfrm flipH="1">
                <a:off x="8073120" y="1957215"/>
                <a:ext cx="432653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94015" h="34731" extrusionOk="0">
                    <a:moveTo>
                      <a:pt x="0" y="0"/>
                    </a:moveTo>
                    <a:lnTo>
                      <a:pt x="0" y="17366"/>
                    </a:lnTo>
                    <a:cubicBezTo>
                      <a:pt x="0" y="26915"/>
                      <a:pt x="7816" y="34732"/>
                      <a:pt x="17366" y="34732"/>
                    </a:cubicBezTo>
                    <a:lnTo>
                      <a:pt x="176650" y="34732"/>
                    </a:lnTo>
                    <a:cubicBezTo>
                      <a:pt x="186199" y="34732"/>
                      <a:pt x="194015" y="26915"/>
                      <a:pt x="194015" y="17366"/>
                    </a:cubicBezTo>
                    <a:lnTo>
                      <a:pt x="19401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8" name="Google Shape;1338;p30">
                <a:extLst>
                  <a:ext uri="{FF2B5EF4-FFF2-40B4-BE49-F238E27FC236}">
                    <a16:creationId xmlns:a16="http://schemas.microsoft.com/office/drawing/2014/main" id="{8C51D96F-77EF-6372-9194-1CCB76F77DB9}"/>
                  </a:ext>
                </a:extLst>
              </p:cNvPr>
              <p:cNvSpPr/>
              <p:nvPr/>
            </p:nvSpPr>
            <p:spPr>
              <a:xfrm flipH="1">
                <a:off x="8073073" y="1957291"/>
                <a:ext cx="232734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04365" h="34731" extrusionOk="0">
                    <a:moveTo>
                      <a:pt x="34" y="34732"/>
                    </a:moveTo>
                    <a:lnTo>
                      <a:pt x="86999" y="34732"/>
                    </a:lnTo>
                    <a:cubicBezTo>
                      <a:pt x="96549" y="34732"/>
                      <a:pt x="104365" y="26915"/>
                      <a:pt x="104365" y="17366"/>
                    </a:cubicBezTo>
                    <a:lnTo>
                      <a:pt x="104365" y="0"/>
                    </a:lnTo>
                    <a:lnTo>
                      <a:pt x="0" y="0"/>
                    </a:lnTo>
                    <a:lnTo>
                      <a:pt x="0" y="34732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9" name="Google Shape;1339;p30">
                <a:extLst>
                  <a:ext uri="{FF2B5EF4-FFF2-40B4-BE49-F238E27FC236}">
                    <a16:creationId xmlns:a16="http://schemas.microsoft.com/office/drawing/2014/main" id="{9B27891D-133D-374A-2A59-2655D96C600C}"/>
                  </a:ext>
                </a:extLst>
              </p:cNvPr>
              <p:cNvSpPr/>
              <p:nvPr/>
            </p:nvSpPr>
            <p:spPr>
              <a:xfrm flipH="1">
                <a:off x="7910239" y="1296679"/>
                <a:ext cx="510257" cy="588921"/>
              </a:xfrm>
              <a:custGeom>
                <a:avLst/>
                <a:gdLst/>
                <a:ahLst/>
                <a:cxnLst/>
                <a:rect l="l" t="t" r="r" b="b"/>
                <a:pathLst>
                  <a:path w="228815" h="264090" extrusionOk="0">
                    <a:moveTo>
                      <a:pt x="228781" y="0"/>
                    </a:moveTo>
                    <a:lnTo>
                      <a:pt x="199419" y="0"/>
                    </a:lnTo>
                    <a:cubicBezTo>
                      <a:pt x="89718" y="0"/>
                      <a:pt x="0" y="89718"/>
                      <a:pt x="0" y="199419"/>
                    </a:cubicBezTo>
                    <a:lnTo>
                      <a:pt x="0" y="264091"/>
                    </a:lnTo>
                    <a:lnTo>
                      <a:pt x="108817" y="264091"/>
                    </a:lnTo>
                    <a:lnTo>
                      <a:pt x="108817" y="236904"/>
                    </a:lnTo>
                    <a:cubicBezTo>
                      <a:pt x="108817" y="140491"/>
                      <a:pt x="157754" y="102258"/>
                      <a:pt x="228815" y="104603"/>
                    </a:cubicBezTo>
                    <a:lnTo>
                      <a:pt x="228815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0" name="Google Shape;1340;p30">
                <a:extLst>
                  <a:ext uri="{FF2B5EF4-FFF2-40B4-BE49-F238E27FC236}">
                    <a16:creationId xmlns:a16="http://schemas.microsoft.com/office/drawing/2014/main" id="{A7362B44-9C1B-8F71-011B-3F5EFCF703FC}"/>
                  </a:ext>
                </a:extLst>
              </p:cNvPr>
              <p:cNvSpPr/>
              <p:nvPr/>
            </p:nvSpPr>
            <p:spPr>
              <a:xfrm flipH="1">
                <a:off x="7910215" y="1381587"/>
                <a:ext cx="403173" cy="504107"/>
              </a:xfrm>
              <a:custGeom>
                <a:avLst/>
                <a:gdLst/>
                <a:ahLst/>
                <a:cxnLst/>
                <a:rect l="l" t="t" r="r" b="b"/>
                <a:pathLst>
                  <a:path w="180795" h="226057" extrusionOk="0">
                    <a:moveTo>
                      <a:pt x="0" y="226024"/>
                    </a:moveTo>
                    <a:lnTo>
                      <a:pt x="60797" y="226024"/>
                    </a:lnTo>
                    <a:lnTo>
                      <a:pt x="60797" y="198836"/>
                    </a:lnTo>
                    <a:cubicBezTo>
                      <a:pt x="60797" y="102423"/>
                      <a:pt x="109735" y="64191"/>
                      <a:pt x="180796" y="66536"/>
                    </a:cubicBezTo>
                    <a:lnTo>
                      <a:pt x="180796" y="29"/>
                    </a:lnTo>
                    <a:cubicBezTo>
                      <a:pt x="25420" y="-1908"/>
                      <a:pt x="34" y="93214"/>
                      <a:pt x="34" y="198599"/>
                    </a:cubicBezTo>
                    <a:lnTo>
                      <a:pt x="34" y="226058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1" name="Google Shape;1341;p30">
                <a:extLst>
                  <a:ext uri="{FF2B5EF4-FFF2-40B4-BE49-F238E27FC236}">
                    <a16:creationId xmlns:a16="http://schemas.microsoft.com/office/drawing/2014/main" id="{08D8A80B-8E07-3DEC-5121-9E3D64DF8DA8}"/>
                  </a:ext>
                </a:extLst>
              </p:cNvPr>
              <p:cNvSpPr/>
              <p:nvPr/>
            </p:nvSpPr>
            <p:spPr>
              <a:xfrm flipH="1">
                <a:off x="8075319" y="1883080"/>
                <a:ext cx="430606" cy="77147"/>
              </a:xfrm>
              <a:custGeom>
                <a:avLst/>
                <a:gdLst/>
                <a:ahLst/>
                <a:cxnLst/>
                <a:rect l="l" t="t" r="r" b="b"/>
                <a:pathLst>
                  <a:path w="193097" h="34595" extrusionOk="0">
                    <a:moveTo>
                      <a:pt x="0" y="34596"/>
                    </a:moveTo>
                    <a:lnTo>
                      <a:pt x="0" y="17298"/>
                    </a:lnTo>
                    <a:cubicBezTo>
                      <a:pt x="0" y="7783"/>
                      <a:pt x="7782" y="0"/>
                      <a:pt x="17298" y="0"/>
                    </a:cubicBezTo>
                    <a:lnTo>
                      <a:pt x="175800" y="0"/>
                    </a:lnTo>
                    <a:cubicBezTo>
                      <a:pt x="185316" y="0"/>
                      <a:pt x="193098" y="7783"/>
                      <a:pt x="193098" y="17298"/>
                    </a:cubicBezTo>
                    <a:lnTo>
                      <a:pt x="193098" y="34596"/>
                    </a:lnTo>
                    <a:lnTo>
                      <a:pt x="0" y="3459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2" name="Google Shape;1342;p30">
                <a:extLst>
                  <a:ext uri="{FF2B5EF4-FFF2-40B4-BE49-F238E27FC236}">
                    <a16:creationId xmlns:a16="http://schemas.microsoft.com/office/drawing/2014/main" id="{D4DDBE98-2BFD-471C-A82B-B29CAD97E5E4}"/>
                  </a:ext>
                </a:extLst>
              </p:cNvPr>
              <p:cNvSpPr/>
              <p:nvPr/>
            </p:nvSpPr>
            <p:spPr>
              <a:xfrm flipH="1">
                <a:off x="8075272" y="1883080"/>
                <a:ext cx="231597" cy="77147"/>
              </a:xfrm>
              <a:custGeom>
                <a:avLst/>
                <a:gdLst/>
                <a:ahLst/>
                <a:cxnLst/>
                <a:rect l="l" t="t" r="r" b="b"/>
                <a:pathLst>
                  <a:path w="103855" h="34595" extrusionOk="0">
                    <a:moveTo>
                      <a:pt x="0" y="0"/>
                    </a:moveTo>
                    <a:lnTo>
                      <a:pt x="86558" y="0"/>
                    </a:lnTo>
                    <a:cubicBezTo>
                      <a:pt x="96073" y="0"/>
                      <a:pt x="103856" y="7783"/>
                      <a:pt x="103856" y="17298"/>
                    </a:cubicBezTo>
                    <a:lnTo>
                      <a:pt x="103856" y="34596"/>
                    </a:lnTo>
                    <a:lnTo>
                      <a:pt x="0" y="34596"/>
                    </a:lnTo>
                    <a:lnTo>
                      <a:pt x="0" y="34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3" name="Google Shape;1343;p30">
                <a:extLst>
                  <a:ext uri="{FF2B5EF4-FFF2-40B4-BE49-F238E27FC236}">
                    <a16:creationId xmlns:a16="http://schemas.microsoft.com/office/drawing/2014/main" id="{A4B19E4C-93F0-CF9D-8756-BC7010E2570A}"/>
                  </a:ext>
                </a:extLst>
              </p:cNvPr>
              <p:cNvSpPr/>
              <p:nvPr/>
            </p:nvSpPr>
            <p:spPr>
              <a:xfrm flipH="1">
                <a:off x="7833734" y="1205338"/>
                <a:ext cx="77147" cy="430606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93097" extrusionOk="0">
                    <a:moveTo>
                      <a:pt x="34596" y="0"/>
                    </a:moveTo>
                    <a:lnTo>
                      <a:pt x="17298" y="0"/>
                    </a:lnTo>
                    <a:cubicBezTo>
                      <a:pt x="7782" y="0"/>
                      <a:pt x="0" y="7782"/>
                      <a:pt x="0" y="17298"/>
                    </a:cubicBezTo>
                    <a:lnTo>
                      <a:pt x="0" y="175800"/>
                    </a:lnTo>
                    <a:cubicBezTo>
                      <a:pt x="0" y="185315"/>
                      <a:pt x="7782" y="193098"/>
                      <a:pt x="17298" y="193098"/>
                    </a:cubicBezTo>
                    <a:lnTo>
                      <a:pt x="34596" y="193098"/>
                    </a:lnTo>
                    <a:lnTo>
                      <a:pt x="3459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4" name="Google Shape;1344;p30">
                <a:extLst>
                  <a:ext uri="{FF2B5EF4-FFF2-40B4-BE49-F238E27FC236}">
                    <a16:creationId xmlns:a16="http://schemas.microsoft.com/office/drawing/2014/main" id="{F810F311-D80A-B0E7-5034-E383ECCC6521}"/>
                  </a:ext>
                </a:extLst>
              </p:cNvPr>
              <p:cNvSpPr/>
              <p:nvPr/>
            </p:nvSpPr>
            <p:spPr>
              <a:xfrm flipH="1">
                <a:off x="7833734" y="1404394"/>
                <a:ext cx="77147" cy="231597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03855" extrusionOk="0">
                    <a:moveTo>
                      <a:pt x="0" y="0"/>
                    </a:moveTo>
                    <a:lnTo>
                      <a:pt x="0" y="86558"/>
                    </a:lnTo>
                    <a:cubicBezTo>
                      <a:pt x="0" y="96073"/>
                      <a:pt x="7782" y="103856"/>
                      <a:pt x="17298" y="103856"/>
                    </a:cubicBezTo>
                    <a:lnTo>
                      <a:pt x="34596" y="103856"/>
                    </a:lnTo>
                    <a:lnTo>
                      <a:pt x="3459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5" name="Google Shape;1345;p30">
                <a:extLst>
                  <a:ext uri="{FF2B5EF4-FFF2-40B4-BE49-F238E27FC236}">
                    <a16:creationId xmlns:a16="http://schemas.microsoft.com/office/drawing/2014/main" id="{BBABC4C6-2099-5983-2EAD-1CE62FE64D1E}"/>
                  </a:ext>
                </a:extLst>
              </p:cNvPr>
              <p:cNvSpPr/>
              <p:nvPr/>
            </p:nvSpPr>
            <p:spPr>
              <a:xfrm flipH="1">
                <a:off x="7573432" y="1207461"/>
                <a:ext cx="77147" cy="430606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93097" extrusionOk="0">
                    <a:moveTo>
                      <a:pt x="0" y="0"/>
                    </a:moveTo>
                    <a:lnTo>
                      <a:pt x="17298" y="0"/>
                    </a:lnTo>
                    <a:cubicBezTo>
                      <a:pt x="26814" y="0"/>
                      <a:pt x="34596" y="7782"/>
                      <a:pt x="34596" y="17298"/>
                    </a:cubicBezTo>
                    <a:lnTo>
                      <a:pt x="34596" y="175800"/>
                    </a:lnTo>
                    <a:cubicBezTo>
                      <a:pt x="34596" y="185316"/>
                      <a:pt x="26814" y="193098"/>
                      <a:pt x="17298" y="193098"/>
                    </a:cubicBezTo>
                    <a:lnTo>
                      <a:pt x="0" y="1930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6" name="Google Shape;1346;p30">
                <a:extLst>
                  <a:ext uri="{FF2B5EF4-FFF2-40B4-BE49-F238E27FC236}">
                    <a16:creationId xmlns:a16="http://schemas.microsoft.com/office/drawing/2014/main" id="{16AEB576-2AD8-FF5A-7A13-7FECA1AD1641}"/>
                  </a:ext>
                </a:extLst>
              </p:cNvPr>
              <p:cNvSpPr/>
              <p:nvPr/>
            </p:nvSpPr>
            <p:spPr>
              <a:xfrm flipH="1">
                <a:off x="7573432" y="1406516"/>
                <a:ext cx="77147" cy="231597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03855" extrusionOk="0">
                    <a:moveTo>
                      <a:pt x="34596" y="0"/>
                    </a:moveTo>
                    <a:lnTo>
                      <a:pt x="34596" y="86558"/>
                    </a:lnTo>
                    <a:cubicBezTo>
                      <a:pt x="34596" y="96073"/>
                      <a:pt x="26814" y="103856"/>
                      <a:pt x="17298" y="103856"/>
                    </a:cubicBezTo>
                    <a:lnTo>
                      <a:pt x="0" y="103856"/>
                    </a:lnTo>
                    <a:lnTo>
                      <a:pt x="0" y="0"/>
                    </a:lnTo>
                    <a:lnTo>
                      <a:pt x="34562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7" name="Google Shape;1347;p30">
                <a:extLst>
                  <a:ext uri="{FF2B5EF4-FFF2-40B4-BE49-F238E27FC236}">
                    <a16:creationId xmlns:a16="http://schemas.microsoft.com/office/drawing/2014/main" id="{5D73BA7C-1071-6D34-F7B6-903513A3190C}"/>
                  </a:ext>
                </a:extLst>
              </p:cNvPr>
              <p:cNvSpPr/>
              <p:nvPr/>
            </p:nvSpPr>
            <p:spPr>
              <a:xfrm flipH="1">
                <a:off x="7637967" y="1298423"/>
                <a:ext cx="203632" cy="241373"/>
              </a:xfrm>
              <a:custGeom>
                <a:avLst/>
                <a:gdLst/>
                <a:ahLst/>
                <a:cxnLst/>
                <a:rect l="l" t="t" r="r" b="b"/>
                <a:pathLst>
                  <a:path w="91315" h="108239" extrusionOk="0">
                    <a:moveTo>
                      <a:pt x="0" y="0"/>
                    </a:moveTo>
                    <a:lnTo>
                      <a:pt x="91315" y="0"/>
                    </a:lnTo>
                    <a:lnTo>
                      <a:pt x="91315" y="108240"/>
                    </a:lnTo>
                    <a:lnTo>
                      <a:pt x="0" y="10824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8" name="Google Shape;1348;p30">
                <a:extLst>
                  <a:ext uri="{FF2B5EF4-FFF2-40B4-BE49-F238E27FC236}">
                    <a16:creationId xmlns:a16="http://schemas.microsoft.com/office/drawing/2014/main" id="{49A32214-208C-7DBB-5245-BE4FC86BAC0C}"/>
                  </a:ext>
                </a:extLst>
              </p:cNvPr>
              <p:cNvSpPr/>
              <p:nvPr/>
            </p:nvSpPr>
            <p:spPr>
              <a:xfrm flipH="1">
                <a:off x="7118158" y="3283892"/>
                <a:ext cx="423711" cy="1859887"/>
              </a:xfrm>
              <a:custGeom>
                <a:avLst/>
                <a:gdLst/>
                <a:ahLst/>
                <a:cxnLst/>
                <a:rect l="l" t="t" r="r" b="b"/>
                <a:pathLst>
                  <a:path w="190005" h="822959" extrusionOk="0">
                    <a:moveTo>
                      <a:pt x="0" y="0"/>
                    </a:moveTo>
                    <a:lnTo>
                      <a:pt x="190005" y="0"/>
                    </a:lnTo>
                    <a:lnTo>
                      <a:pt x="190005" y="822960"/>
                    </a:lnTo>
                    <a:lnTo>
                      <a:pt x="0" y="82296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349" name="Google Shape;1349;p30">
                <a:extLst>
                  <a:ext uri="{FF2B5EF4-FFF2-40B4-BE49-F238E27FC236}">
                    <a16:creationId xmlns:a16="http://schemas.microsoft.com/office/drawing/2014/main" id="{3AD14E43-66D0-F07D-CD9A-8CAE6358BB3A}"/>
                  </a:ext>
                </a:extLst>
              </p:cNvPr>
              <p:cNvGrpSpPr/>
              <p:nvPr/>
            </p:nvGrpSpPr>
            <p:grpSpPr>
              <a:xfrm flipH="1">
                <a:off x="6779665" y="2350914"/>
                <a:ext cx="1054096" cy="932360"/>
                <a:chOff x="4168463" y="2302169"/>
                <a:chExt cx="472583" cy="418005"/>
              </a:xfrm>
            </p:grpSpPr>
            <p:sp>
              <p:nvSpPr>
                <p:cNvPr id="1350" name="Google Shape;1350;p30">
                  <a:extLst>
                    <a:ext uri="{FF2B5EF4-FFF2-40B4-BE49-F238E27FC236}">
                      <a16:creationId xmlns:a16="http://schemas.microsoft.com/office/drawing/2014/main" id="{F21C99B8-B12D-A6E2-4CF1-02A3672E616F}"/>
                    </a:ext>
                  </a:extLst>
                </p:cNvPr>
                <p:cNvSpPr/>
                <p:nvPr/>
              </p:nvSpPr>
              <p:spPr>
                <a:xfrm>
                  <a:off x="4193679" y="2335916"/>
                  <a:ext cx="425889" cy="372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889" h="372126" extrusionOk="0">
                      <a:moveTo>
                        <a:pt x="150618" y="0"/>
                      </a:moveTo>
                      <a:lnTo>
                        <a:pt x="269324" y="0"/>
                      </a:lnTo>
                      <a:lnTo>
                        <a:pt x="425889" y="123396"/>
                      </a:lnTo>
                      <a:lnTo>
                        <a:pt x="425889" y="372126"/>
                      </a:lnTo>
                      <a:lnTo>
                        <a:pt x="0" y="372126"/>
                      </a:lnTo>
                      <a:lnTo>
                        <a:pt x="0" y="123396"/>
                      </a:lnTo>
                      <a:lnTo>
                        <a:pt x="150618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1" name="Google Shape;1351;p30">
                  <a:extLst>
                    <a:ext uri="{FF2B5EF4-FFF2-40B4-BE49-F238E27FC236}">
                      <a16:creationId xmlns:a16="http://schemas.microsoft.com/office/drawing/2014/main" id="{F7D4095D-B05C-75CD-EA98-0F62F1435903}"/>
                    </a:ext>
                  </a:extLst>
                </p:cNvPr>
                <p:cNvSpPr/>
                <p:nvPr/>
              </p:nvSpPr>
              <p:spPr>
                <a:xfrm>
                  <a:off x="4193679" y="2459312"/>
                  <a:ext cx="425889" cy="2486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889" h="248695" extrusionOk="0">
                      <a:moveTo>
                        <a:pt x="0" y="0"/>
                      </a:moveTo>
                      <a:lnTo>
                        <a:pt x="425889" y="0"/>
                      </a:lnTo>
                      <a:lnTo>
                        <a:pt x="425889" y="248696"/>
                      </a:lnTo>
                      <a:lnTo>
                        <a:pt x="0" y="248696"/>
                      </a:lnTo>
                      <a:close/>
                    </a:path>
                  </a:pathLst>
                </a:custGeom>
                <a:solidFill>
                  <a:srgbClr val="161D1E">
                    <a:alpha val="1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2" name="Google Shape;1352;p30">
                  <a:extLst>
                    <a:ext uri="{FF2B5EF4-FFF2-40B4-BE49-F238E27FC236}">
                      <a16:creationId xmlns:a16="http://schemas.microsoft.com/office/drawing/2014/main" id="{49CAE5FB-00F3-D296-2FD6-1B3EEF56A852}"/>
                    </a:ext>
                  </a:extLst>
                </p:cNvPr>
                <p:cNvSpPr/>
                <p:nvPr/>
              </p:nvSpPr>
              <p:spPr>
                <a:xfrm>
                  <a:off x="4488798" y="2459312"/>
                  <a:ext cx="87781" cy="216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81" h="216920" extrusionOk="0">
                      <a:moveTo>
                        <a:pt x="0" y="0"/>
                      </a:moveTo>
                      <a:lnTo>
                        <a:pt x="87781" y="0"/>
                      </a:lnTo>
                      <a:lnTo>
                        <a:pt x="87781" y="216921"/>
                      </a:lnTo>
                      <a:lnTo>
                        <a:pt x="0" y="216921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3" name="Google Shape;1353;p30">
                  <a:extLst>
                    <a:ext uri="{FF2B5EF4-FFF2-40B4-BE49-F238E27FC236}">
                      <a16:creationId xmlns:a16="http://schemas.microsoft.com/office/drawing/2014/main" id="{322DB190-512F-E823-7E83-2A61EF492B06}"/>
                    </a:ext>
                  </a:extLst>
                </p:cNvPr>
                <p:cNvSpPr/>
                <p:nvPr/>
              </p:nvSpPr>
              <p:spPr>
                <a:xfrm>
                  <a:off x="4250229" y="2458904"/>
                  <a:ext cx="60151" cy="216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151" h="216920" extrusionOk="0">
                      <a:moveTo>
                        <a:pt x="0" y="0"/>
                      </a:moveTo>
                      <a:lnTo>
                        <a:pt x="60152" y="0"/>
                      </a:lnTo>
                      <a:lnTo>
                        <a:pt x="60152" y="216921"/>
                      </a:lnTo>
                      <a:lnTo>
                        <a:pt x="0" y="216921"/>
                      </a:ln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4" name="Google Shape;1354;p30">
                  <a:extLst>
                    <a:ext uri="{FF2B5EF4-FFF2-40B4-BE49-F238E27FC236}">
                      <a16:creationId xmlns:a16="http://schemas.microsoft.com/office/drawing/2014/main" id="{07F1A07E-929F-5FF6-4A05-D92961A23506}"/>
                    </a:ext>
                  </a:extLst>
                </p:cNvPr>
                <p:cNvSpPr/>
                <p:nvPr/>
              </p:nvSpPr>
              <p:spPr>
                <a:xfrm>
                  <a:off x="4423412" y="2335916"/>
                  <a:ext cx="153166" cy="123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166" h="123396" extrusionOk="0">
                      <a:moveTo>
                        <a:pt x="0" y="0"/>
                      </a:moveTo>
                      <a:lnTo>
                        <a:pt x="65385" y="123396"/>
                      </a:lnTo>
                      <a:lnTo>
                        <a:pt x="153167" y="123396"/>
                      </a:lnTo>
                      <a:lnTo>
                        <a:pt x="2242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5" name="Google Shape;1355;p30">
                  <a:extLst>
                    <a:ext uri="{FF2B5EF4-FFF2-40B4-BE49-F238E27FC236}">
                      <a16:creationId xmlns:a16="http://schemas.microsoft.com/office/drawing/2014/main" id="{E56BB77A-1DF1-48C9-A6BD-440851E33B35}"/>
                    </a:ext>
                  </a:extLst>
                </p:cNvPr>
                <p:cNvSpPr/>
                <p:nvPr/>
              </p:nvSpPr>
              <p:spPr>
                <a:xfrm>
                  <a:off x="4250229" y="2335916"/>
                  <a:ext cx="114356" cy="122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56" h="122988" extrusionOk="0">
                      <a:moveTo>
                        <a:pt x="0" y="122989"/>
                      </a:moveTo>
                      <a:lnTo>
                        <a:pt x="114357" y="0"/>
                      </a:lnTo>
                      <a:lnTo>
                        <a:pt x="60186" y="122989"/>
                      </a:lnTo>
                      <a:lnTo>
                        <a:pt x="0" y="122989"/>
                      </a:ln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6" name="Google Shape;1356;p30">
                  <a:extLst>
                    <a:ext uri="{FF2B5EF4-FFF2-40B4-BE49-F238E27FC236}">
                      <a16:creationId xmlns:a16="http://schemas.microsoft.com/office/drawing/2014/main" id="{2BF4935B-77E5-7CDD-97D8-440F107E01E5}"/>
                    </a:ext>
                  </a:extLst>
                </p:cNvPr>
                <p:cNvSpPr/>
                <p:nvPr/>
              </p:nvSpPr>
              <p:spPr>
                <a:xfrm>
                  <a:off x="4177741" y="2448267"/>
                  <a:ext cx="8394" cy="241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94" h="241219" extrusionOk="0">
                      <a:moveTo>
                        <a:pt x="0" y="0"/>
                      </a:moveTo>
                      <a:lnTo>
                        <a:pt x="8394" y="0"/>
                      </a:lnTo>
                      <a:lnTo>
                        <a:pt x="8394" y="241219"/>
                      </a:lnTo>
                      <a:lnTo>
                        <a:pt x="0" y="2412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7" name="Google Shape;1357;p30">
                  <a:extLst>
                    <a:ext uri="{FF2B5EF4-FFF2-40B4-BE49-F238E27FC236}">
                      <a16:creationId xmlns:a16="http://schemas.microsoft.com/office/drawing/2014/main" id="{5220DEF6-E342-7A16-95CF-097AE70D5A5E}"/>
                    </a:ext>
                  </a:extLst>
                </p:cNvPr>
                <p:cNvSpPr/>
                <p:nvPr/>
              </p:nvSpPr>
              <p:spPr>
                <a:xfrm>
                  <a:off x="4627351" y="2449660"/>
                  <a:ext cx="8428" cy="241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28" h="241219" extrusionOk="0">
                      <a:moveTo>
                        <a:pt x="0" y="0"/>
                      </a:moveTo>
                      <a:lnTo>
                        <a:pt x="8428" y="0"/>
                      </a:lnTo>
                      <a:lnTo>
                        <a:pt x="8428" y="241219"/>
                      </a:lnTo>
                      <a:lnTo>
                        <a:pt x="0" y="2412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8" name="Google Shape;1358;p30">
                  <a:extLst>
                    <a:ext uri="{FF2B5EF4-FFF2-40B4-BE49-F238E27FC236}">
                      <a16:creationId xmlns:a16="http://schemas.microsoft.com/office/drawing/2014/main" id="{89FB63D4-BD43-7EA4-219C-6729FB2CA634}"/>
                    </a:ext>
                  </a:extLst>
                </p:cNvPr>
                <p:cNvSpPr/>
                <p:nvPr/>
              </p:nvSpPr>
              <p:spPr>
                <a:xfrm>
                  <a:off x="4177809" y="2324463"/>
                  <a:ext cx="159657" cy="131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657" h="131858" extrusionOk="0">
                      <a:moveTo>
                        <a:pt x="0" y="125231"/>
                      </a:moveTo>
                      <a:lnTo>
                        <a:pt x="5166" y="131858"/>
                      </a:lnTo>
                      <a:lnTo>
                        <a:pt x="159658" y="10705"/>
                      </a:lnTo>
                      <a:lnTo>
                        <a:pt x="159658" y="0"/>
                      </a:lnTo>
                      <a:lnTo>
                        <a:pt x="0" y="12523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59" name="Google Shape;1359;p30">
                  <a:extLst>
                    <a:ext uri="{FF2B5EF4-FFF2-40B4-BE49-F238E27FC236}">
                      <a16:creationId xmlns:a16="http://schemas.microsoft.com/office/drawing/2014/main" id="{14CD359C-E1BD-575A-816F-E0047CEBCEF7}"/>
                    </a:ext>
                  </a:extLst>
                </p:cNvPr>
                <p:cNvSpPr/>
                <p:nvPr/>
              </p:nvSpPr>
              <p:spPr>
                <a:xfrm>
                  <a:off x="4476086" y="2325890"/>
                  <a:ext cx="159623" cy="1318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623" h="131824" extrusionOk="0">
                      <a:moveTo>
                        <a:pt x="159623" y="125231"/>
                      </a:moveTo>
                      <a:lnTo>
                        <a:pt x="154458" y="131824"/>
                      </a:lnTo>
                      <a:lnTo>
                        <a:pt x="0" y="10671"/>
                      </a:lnTo>
                      <a:lnTo>
                        <a:pt x="0" y="0"/>
                      </a:lnTo>
                      <a:lnTo>
                        <a:pt x="159623" y="12523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0" name="Google Shape;1360;p30">
                  <a:extLst>
                    <a:ext uri="{FF2B5EF4-FFF2-40B4-BE49-F238E27FC236}">
                      <a16:creationId xmlns:a16="http://schemas.microsoft.com/office/drawing/2014/main" id="{84335D59-5355-EF96-7839-A02F31AD0613}"/>
                    </a:ext>
                  </a:extLst>
                </p:cNvPr>
                <p:cNvSpPr/>
                <p:nvPr/>
              </p:nvSpPr>
              <p:spPr>
                <a:xfrm>
                  <a:off x="4337398" y="2324089"/>
                  <a:ext cx="138417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17" h="11690" extrusionOk="0">
                      <a:moveTo>
                        <a:pt x="0" y="0"/>
                      </a:moveTo>
                      <a:lnTo>
                        <a:pt x="138417" y="0"/>
                      </a:lnTo>
                      <a:lnTo>
                        <a:pt x="138417" y="11690"/>
                      </a:lnTo>
                      <a:lnTo>
                        <a:pt x="0" y="1169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1" name="Google Shape;1361;p30">
                  <a:extLst>
                    <a:ext uri="{FF2B5EF4-FFF2-40B4-BE49-F238E27FC236}">
                      <a16:creationId xmlns:a16="http://schemas.microsoft.com/office/drawing/2014/main" id="{D85D69B0-C9C5-BE45-F2E3-1ED8462AA480}"/>
                    </a:ext>
                  </a:extLst>
                </p:cNvPr>
                <p:cNvSpPr/>
                <p:nvPr/>
              </p:nvSpPr>
              <p:spPr>
                <a:xfrm>
                  <a:off x="4337398" y="2302169"/>
                  <a:ext cx="138417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17" h="11690" extrusionOk="0">
                      <a:moveTo>
                        <a:pt x="0" y="0"/>
                      </a:moveTo>
                      <a:lnTo>
                        <a:pt x="138417" y="0"/>
                      </a:lnTo>
                      <a:lnTo>
                        <a:pt x="138417" y="11691"/>
                      </a:lnTo>
                      <a:lnTo>
                        <a:pt x="0" y="1169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2" name="Google Shape;1362;p30">
                  <a:extLst>
                    <a:ext uri="{FF2B5EF4-FFF2-40B4-BE49-F238E27FC236}">
                      <a16:creationId xmlns:a16="http://schemas.microsoft.com/office/drawing/2014/main" id="{1934D4C9-C1D8-B131-68EF-5EC2BF06DB73}"/>
                    </a:ext>
                  </a:extLst>
                </p:cNvPr>
                <p:cNvSpPr/>
                <p:nvPr/>
              </p:nvSpPr>
              <p:spPr>
                <a:xfrm>
                  <a:off x="4168463" y="2676233"/>
                  <a:ext cx="472583" cy="439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583" h="43941" extrusionOk="0">
                      <a:moveTo>
                        <a:pt x="0" y="0"/>
                      </a:moveTo>
                      <a:lnTo>
                        <a:pt x="472584" y="0"/>
                      </a:lnTo>
                      <a:lnTo>
                        <a:pt x="472584" y="43942"/>
                      </a:lnTo>
                      <a:lnTo>
                        <a:pt x="0" y="43942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3" name="Google Shape;1363;p30">
                  <a:extLst>
                    <a:ext uri="{FF2B5EF4-FFF2-40B4-BE49-F238E27FC236}">
                      <a16:creationId xmlns:a16="http://schemas.microsoft.com/office/drawing/2014/main" id="{724E0E93-8A8E-9D8D-83FE-B71FD4ED82E2}"/>
                    </a:ext>
                  </a:extLst>
                </p:cNvPr>
                <p:cNvSpPr/>
                <p:nvPr/>
              </p:nvSpPr>
              <p:spPr>
                <a:xfrm>
                  <a:off x="4350549" y="2313010"/>
                  <a:ext cx="111162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62" h="11690" extrusionOk="0">
                      <a:moveTo>
                        <a:pt x="0" y="0"/>
                      </a:moveTo>
                      <a:lnTo>
                        <a:pt x="111162" y="0"/>
                      </a:lnTo>
                      <a:lnTo>
                        <a:pt x="111162" y="11691"/>
                      </a:lnTo>
                      <a:lnTo>
                        <a:pt x="0" y="1169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4" name="Google Shape;1364;p30">
                  <a:extLst>
                    <a:ext uri="{FF2B5EF4-FFF2-40B4-BE49-F238E27FC236}">
                      <a16:creationId xmlns:a16="http://schemas.microsoft.com/office/drawing/2014/main" id="{1AAD1343-1928-BB4F-CCA2-BD98A9BE573F}"/>
                    </a:ext>
                  </a:extLst>
                </p:cNvPr>
                <p:cNvSpPr/>
                <p:nvPr/>
              </p:nvSpPr>
              <p:spPr>
                <a:xfrm>
                  <a:off x="4351049" y="2313010"/>
                  <a:ext cx="111162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62" h="11690" extrusionOk="0">
                      <a:moveTo>
                        <a:pt x="0" y="0"/>
                      </a:moveTo>
                      <a:lnTo>
                        <a:pt x="111162" y="0"/>
                      </a:lnTo>
                      <a:lnTo>
                        <a:pt x="111162" y="11691"/>
                      </a:lnTo>
                      <a:lnTo>
                        <a:pt x="0" y="11691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1365" name="Google Shape;1365;p30">
                <a:extLst>
                  <a:ext uri="{FF2B5EF4-FFF2-40B4-BE49-F238E27FC236}">
                    <a16:creationId xmlns:a16="http://schemas.microsoft.com/office/drawing/2014/main" id="{6C12EC1A-A20C-A2E8-5235-EDB3537646A9}"/>
                  </a:ext>
                </a:extLst>
              </p:cNvPr>
              <p:cNvGrpSpPr/>
              <p:nvPr/>
            </p:nvGrpSpPr>
            <p:grpSpPr>
              <a:xfrm flipH="1">
                <a:off x="6590802" y="3914640"/>
                <a:ext cx="328827" cy="429717"/>
                <a:chOff x="5612846" y="2845934"/>
                <a:chExt cx="147423" cy="192655"/>
              </a:xfrm>
            </p:grpSpPr>
            <p:sp>
              <p:nvSpPr>
                <p:cNvPr id="1366" name="Google Shape;1366;p30">
                  <a:extLst>
                    <a:ext uri="{FF2B5EF4-FFF2-40B4-BE49-F238E27FC236}">
                      <a16:creationId xmlns:a16="http://schemas.microsoft.com/office/drawing/2014/main" id="{686CAD81-4003-6C11-489A-B7CC81192998}"/>
                    </a:ext>
                  </a:extLst>
                </p:cNvPr>
                <p:cNvSpPr/>
                <p:nvPr/>
              </p:nvSpPr>
              <p:spPr>
                <a:xfrm>
                  <a:off x="5632183" y="2939050"/>
                  <a:ext cx="108579" cy="75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9" h="75920" extrusionOk="0">
                      <a:moveTo>
                        <a:pt x="68" y="75920"/>
                      </a:moveTo>
                      <a:lnTo>
                        <a:pt x="25454" y="75920"/>
                      </a:lnTo>
                      <a:lnTo>
                        <a:pt x="25454" y="36873"/>
                      </a:lnTo>
                      <a:cubicBezTo>
                        <a:pt x="25454" y="29736"/>
                        <a:pt x="31333" y="23857"/>
                        <a:pt x="38470" y="23857"/>
                      </a:cubicBezTo>
                      <a:lnTo>
                        <a:pt x="70177" y="23857"/>
                      </a:lnTo>
                      <a:cubicBezTo>
                        <a:pt x="77314" y="23857"/>
                        <a:pt x="83193" y="29702"/>
                        <a:pt x="83193" y="36873"/>
                      </a:cubicBezTo>
                      <a:lnTo>
                        <a:pt x="83193" y="75920"/>
                      </a:lnTo>
                      <a:lnTo>
                        <a:pt x="108579" y="75920"/>
                      </a:lnTo>
                      <a:lnTo>
                        <a:pt x="108579" y="24469"/>
                      </a:lnTo>
                      <a:cubicBezTo>
                        <a:pt x="108579" y="11011"/>
                        <a:pt x="97568" y="0"/>
                        <a:pt x="84111" y="0"/>
                      </a:cubicBezTo>
                      <a:lnTo>
                        <a:pt x="24468" y="0"/>
                      </a:lnTo>
                      <a:cubicBezTo>
                        <a:pt x="11011" y="0"/>
                        <a:pt x="0" y="11011"/>
                        <a:pt x="0" y="24469"/>
                      </a:cubicBezTo>
                      <a:lnTo>
                        <a:pt x="0" y="7592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7" name="Google Shape;1367;p30">
                  <a:extLst>
                    <a:ext uri="{FF2B5EF4-FFF2-40B4-BE49-F238E27FC236}">
                      <a16:creationId xmlns:a16="http://schemas.microsoft.com/office/drawing/2014/main" id="{1FCA7F67-1D12-0B80-957F-04196FD12A58}"/>
                    </a:ext>
                  </a:extLst>
                </p:cNvPr>
                <p:cNvSpPr/>
                <p:nvPr/>
              </p:nvSpPr>
              <p:spPr>
                <a:xfrm>
                  <a:off x="5612846" y="3013305"/>
                  <a:ext cx="147423" cy="25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25284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603" y="0"/>
                        <a:pt x="147423" y="2821"/>
                        <a:pt x="147423" y="6321"/>
                      </a:cubicBezTo>
                      <a:lnTo>
                        <a:pt x="147423" y="18963"/>
                      </a:lnTo>
                      <a:cubicBezTo>
                        <a:pt x="147423" y="22430"/>
                        <a:pt x="144603" y="25284"/>
                        <a:pt x="141102" y="25284"/>
                      </a:cubicBezTo>
                      <a:lnTo>
                        <a:pt x="6321" y="25284"/>
                      </a:lnTo>
                      <a:cubicBezTo>
                        <a:pt x="2821" y="25284"/>
                        <a:pt x="0" y="22463"/>
                        <a:pt x="0" y="18963"/>
                      </a:cubicBezTo>
                      <a:lnTo>
                        <a:pt x="0" y="6355"/>
                      </a:lnTo>
                      <a:cubicBezTo>
                        <a:pt x="0" y="2855"/>
                        <a:pt x="2821" y="34"/>
                        <a:pt x="6321" y="3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8" name="Google Shape;1368;p30">
                  <a:extLst>
                    <a:ext uri="{FF2B5EF4-FFF2-40B4-BE49-F238E27FC236}">
                      <a16:creationId xmlns:a16="http://schemas.microsoft.com/office/drawing/2014/main" id="{8A3E7DEC-EE7C-6CB3-DE75-5E5B8B69EABA}"/>
                    </a:ext>
                  </a:extLst>
                </p:cNvPr>
                <p:cNvSpPr/>
                <p:nvPr/>
              </p:nvSpPr>
              <p:spPr>
                <a:xfrm>
                  <a:off x="5612846" y="3013305"/>
                  <a:ext cx="147423" cy="11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11316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569" y="0"/>
                        <a:pt x="147423" y="2821"/>
                        <a:pt x="147423" y="6321"/>
                      </a:cubicBezTo>
                      <a:lnTo>
                        <a:pt x="147423" y="11317"/>
                      </a:lnTo>
                      <a:lnTo>
                        <a:pt x="0" y="11317"/>
                      </a:lnTo>
                      <a:lnTo>
                        <a:pt x="0" y="6321"/>
                      </a:lnTo>
                      <a:cubicBezTo>
                        <a:pt x="0" y="2855"/>
                        <a:pt x="2855" y="0"/>
                        <a:pt x="6321" y="0"/>
                      </a:cubicBez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9" name="Google Shape;1369;p30">
                  <a:extLst>
                    <a:ext uri="{FF2B5EF4-FFF2-40B4-BE49-F238E27FC236}">
                      <a16:creationId xmlns:a16="http://schemas.microsoft.com/office/drawing/2014/main" id="{0178801B-9BB8-F686-9A22-1E106BCFF3AB}"/>
                    </a:ext>
                  </a:extLst>
                </p:cNvPr>
                <p:cNvSpPr/>
                <p:nvPr/>
              </p:nvSpPr>
              <p:spPr>
                <a:xfrm>
                  <a:off x="5673984" y="2868533"/>
                  <a:ext cx="25148" cy="70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48" h="70517" extrusionOk="0">
                      <a:moveTo>
                        <a:pt x="0" y="0"/>
                      </a:moveTo>
                      <a:lnTo>
                        <a:pt x="25148" y="0"/>
                      </a:lnTo>
                      <a:lnTo>
                        <a:pt x="25148" y="70517"/>
                      </a:lnTo>
                      <a:lnTo>
                        <a:pt x="0" y="70517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70" name="Google Shape;1370;p30">
                  <a:extLst>
                    <a:ext uri="{FF2B5EF4-FFF2-40B4-BE49-F238E27FC236}">
                      <a16:creationId xmlns:a16="http://schemas.microsoft.com/office/drawing/2014/main" id="{5F491531-3BDB-AE61-1B63-B18B269AA269}"/>
                    </a:ext>
                  </a:extLst>
                </p:cNvPr>
                <p:cNvSpPr/>
                <p:nvPr/>
              </p:nvSpPr>
              <p:spPr>
                <a:xfrm>
                  <a:off x="5665148" y="2845934"/>
                  <a:ext cx="42819" cy="428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19" h="42820" extrusionOk="0">
                      <a:moveTo>
                        <a:pt x="21410" y="42820"/>
                      </a:moveTo>
                      <a:cubicBezTo>
                        <a:pt x="33203" y="42820"/>
                        <a:pt x="42820" y="33203"/>
                        <a:pt x="42820" y="21410"/>
                      </a:cubicBezTo>
                      <a:cubicBezTo>
                        <a:pt x="42820" y="9618"/>
                        <a:pt x="33203" y="0"/>
                        <a:pt x="21410" y="0"/>
                      </a:cubicBezTo>
                      <a:cubicBezTo>
                        <a:pt x="9618" y="0"/>
                        <a:pt x="0" y="9618"/>
                        <a:pt x="0" y="21410"/>
                      </a:cubicBezTo>
                      <a:cubicBezTo>
                        <a:pt x="0" y="33203"/>
                        <a:pt x="9618" y="42820"/>
                        <a:pt x="21410" y="4282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71" name="Google Shape;1371;p30">
                  <a:extLst>
                    <a:ext uri="{FF2B5EF4-FFF2-40B4-BE49-F238E27FC236}">
                      <a16:creationId xmlns:a16="http://schemas.microsoft.com/office/drawing/2014/main" id="{ACCFF512-297C-C478-6599-CB78D4837B3A}"/>
                    </a:ext>
                  </a:extLst>
                </p:cNvPr>
                <p:cNvSpPr/>
                <p:nvPr/>
              </p:nvSpPr>
              <p:spPr>
                <a:xfrm>
                  <a:off x="5672692" y="2850488"/>
                  <a:ext cx="19405" cy="19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05" h="19438" extrusionOk="0">
                      <a:moveTo>
                        <a:pt x="9686" y="19439"/>
                      </a:moveTo>
                      <a:cubicBezTo>
                        <a:pt x="15055" y="19439"/>
                        <a:pt x="19405" y="15089"/>
                        <a:pt x="19405" y="9719"/>
                      </a:cubicBezTo>
                      <a:cubicBezTo>
                        <a:pt x="19405" y="4350"/>
                        <a:pt x="15055" y="0"/>
                        <a:pt x="9686" y="0"/>
                      </a:cubicBezTo>
                      <a:cubicBezTo>
                        <a:pt x="4316" y="0"/>
                        <a:pt x="0" y="4384"/>
                        <a:pt x="0" y="9719"/>
                      </a:cubicBezTo>
                      <a:cubicBezTo>
                        <a:pt x="0" y="15055"/>
                        <a:pt x="4350" y="19439"/>
                        <a:pt x="9686" y="1943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  <p:sp>
          <p:nvSpPr>
            <p:cNvPr id="1372" name="Google Shape;1372;p30">
              <a:extLst>
                <a:ext uri="{FF2B5EF4-FFF2-40B4-BE49-F238E27FC236}">
                  <a16:creationId xmlns:a16="http://schemas.microsoft.com/office/drawing/2014/main" id="{CDA12A14-E389-4FCC-8025-030F1BA0DAF1}"/>
                </a:ext>
              </a:extLst>
            </p:cNvPr>
            <p:cNvSpPr/>
            <p:nvPr/>
          </p:nvSpPr>
          <p:spPr>
            <a:xfrm flipH="1">
              <a:off x="9189886" y="4417130"/>
              <a:ext cx="345880" cy="718513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3" name="Google Shape;1373;p30">
              <a:extLst>
                <a:ext uri="{FF2B5EF4-FFF2-40B4-BE49-F238E27FC236}">
                  <a16:creationId xmlns:a16="http://schemas.microsoft.com/office/drawing/2014/main" id="{98E58BC7-197B-EFBE-E655-1F2334786A8D}"/>
                </a:ext>
              </a:extLst>
            </p:cNvPr>
            <p:cNvSpPr/>
            <p:nvPr/>
          </p:nvSpPr>
          <p:spPr>
            <a:xfrm flipH="1">
              <a:off x="7950907" y="4417130"/>
              <a:ext cx="345880" cy="718513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4" name="Google Shape;1374;p30">
              <a:extLst>
                <a:ext uri="{FF2B5EF4-FFF2-40B4-BE49-F238E27FC236}">
                  <a16:creationId xmlns:a16="http://schemas.microsoft.com/office/drawing/2014/main" id="{23CD2FB2-2140-6686-1949-C15E9FCAB1A3}"/>
                </a:ext>
              </a:extLst>
            </p:cNvPr>
            <p:cNvSpPr/>
            <p:nvPr/>
          </p:nvSpPr>
          <p:spPr>
            <a:xfrm flipH="1">
              <a:off x="8570359" y="4422664"/>
              <a:ext cx="345880" cy="718513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375" name="Google Shape;1375;p30">
              <a:extLst>
                <a:ext uri="{FF2B5EF4-FFF2-40B4-BE49-F238E27FC236}">
                  <a16:creationId xmlns:a16="http://schemas.microsoft.com/office/drawing/2014/main" id="{8A0B3E8D-F48D-3980-4CAD-3D5323710E48}"/>
                </a:ext>
              </a:extLst>
            </p:cNvPr>
            <p:cNvGrpSpPr/>
            <p:nvPr/>
          </p:nvGrpSpPr>
          <p:grpSpPr>
            <a:xfrm flipH="1">
              <a:off x="7133162" y="4525117"/>
              <a:ext cx="501352" cy="617327"/>
              <a:chOff x="5292342" y="3091129"/>
              <a:chExt cx="224771" cy="276766"/>
            </a:xfrm>
          </p:grpSpPr>
          <p:sp>
            <p:nvSpPr>
              <p:cNvPr id="1376" name="Google Shape;1376;p30">
                <a:extLst>
                  <a:ext uri="{FF2B5EF4-FFF2-40B4-BE49-F238E27FC236}">
                    <a16:creationId xmlns:a16="http://schemas.microsoft.com/office/drawing/2014/main" id="{825FB0D6-FFCB-5A5D-8CAA-75C3ACDB5CAC}"/>
                  </a:ext>
                </a:extLst>
              </p:cNvPr>
              <p:cNvSpPr/>
              <p:nvPr/>
            </p:nvSpPr>
            <p:spPr>
              <a:xfrm>
                <a:off x="5378390" y="3254253"/>
                <a:ext cx="44247" cy="113642"/>
              </a:xfrm>
              <a:custGeom>
                <a:avLst/>
                <a:gdLst/>
                <a:ahLst/>
                <a:cxnLst/>
                <a:rect l="l" t="t" r="r" b="b"/>
                <a:pathLst>
                  <a:path w="44247" h="113642" extrusionOk="0">
                    <a:moveTo>
                      <a:pt x="0" y="0"/>
                    </a:moveTo>
                    <a:lnTo>
                      <a:pt x="44247" y="0"/>
                    </a:lnTo>
                    <a:lnTo>
                      <a:pt x="44247" y="113643"/>
                    </a:lnTo>
                    <a:lnTo>
                      <a:pt x="0" y="11364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77" name="Google Shape;1377;p30">
                <a:extLst>
                  <a:ext uri="{FF2B5EF4-FFF2-40B4-BE49-F238E27FC236}">
                    <a16:creationId xmlns:a16="http://schemas.microsoft.com/office/drawing/2014/main" id="{F765BB36-1C6D-2439-A8F8-7204B8CAF958}"/>
                  </a:ext>
                </a:extLst>
              </p:cNvPr>
              <p:cNvSpPr/>
              <p:nvPr/>
            </p:nvSpPr>
            <p:spPr>
              <a:xfrm>
                <a:off x="5292342" y="3091129"/>
                <a:ext cx="224771" cy="224770"/>
              </a:xfrm>
              <a:custGeom>
                <a:avLst/>
                <a:gdLst/>
                <a:ahLst/>
                <a:cxnLst/>
                <a:rect l="l" t="t" r="r" b="b"/>
                <a:pathLst>
                  <a:path w="224771" h="224770" extrusionOk="0">
                    <a:moveTo>
                      <a:pt x="112385" y="224771"/>
                    </a:moveTo>
                    <a:cubicBezTo>
                      <a:pt x="174271" y="224771"/>
                      <a:pt x="224771" y="174305"/>
                      <a:pt x="224771" y="112386"/>
                    </a:cubicBezTo>
                    <a:cubicBezTo>
                      <a:pt x="224771" y="50466"/>
                      <a:pt x="174305" y="0"/>
                      <a:pt x="112385" y="0"/>
                    </a:cubicBezTo>
                    <a:cubicBezTo>
                      <a:pt x="50466" y="0"/>
                      <a:pt x="0" y="50500"/>
                      <a:pt x="0" y="112386"/>
                    </a:cubicBezTo>
                    <a:cubicBezTo>
                      <a:pt x="0" y="174271"/>
                      <a:pt x="50466" y="224771"/>
                      <a:pt x="112385" y="22477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78" name="Google Shape;1378;p30">
                <a:extLst>
                  <a:ext uri="{FF2B5EF4-FFF2-40B4-BE49-F238E27FC236}">
                    <a16:creationId xmlns:a16="http://schemas.microsoft.com/office/drawing/2014/main" id="{13349737-4817-5807-85BD-A766D9549E98}"/>
                  </a:ext>
                </a:extLst>
              </p:cNvPr>
              <p:cNvSpPr/>
              <p:nvPr/>
            </p:nvSpPr>
            <p:spPr>
              <a:xfrm>
                <a:off x="5310116" y="3108903"/>
                <a:ext cx="189189" cy="189223"/>
              </a:xfrm>
              <a:custGeom>
                <a:avLst/>
                <a:gdLst/>
                <a:ahLst/>
                <a:cxnLst/>
                <a:rect l="l" t="t" r="r" b="b"/>
                <a:pathLst>
                  <a:path w="189189" h="189223" extrusionOk="0">
                    <a:moveTo>
                      <a:pt x="94612" y="189224"/>
                    </a:moveTo>
                    <a:cubicBezTo>
                      <a:pt x="146710" y="189224"/>
                      <a:pt x="189190" y="146744"/>
                      <a:pt x="189190" y="94612"/>
                    </a:cubicBezTo>
                    <a:cubicBezTo>
                      <a:pt x="189190" y="42480"/>
                      <a:pt x="146710" y="0"/>
                      <a:pt x="94612" y="0"/>
                    </a:cubicBezTo>
                    <a:cubicBezTo>
                      <a:pt x="42514" y="0"/>
                      <a:pt x="0" y="42514"/>
                      <a:pt x="0" y="94612"/>
                    </a:cubicBezTo>
                    <a:cubicBezTo>
                      <a:pt x="0" y="146709"/>
                      <a:pt x="42480" y="189224"/>
                      <a:pt x="94612" y="18922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79" name="Google Shape;1379;p30">
                <a:extLst>
                  <a:ext uri="{FF2B5EF4-FFF2-40B4-BE49-F238E27FC236}">
                    <a16:creationId xmlns:a16="http://schemas.microsoft.com/office/drawing/2014/main" id="{CC97B687-E6C4-B381-C363-30D06B52A4A3}"/>
                  </a:ext>
                </a:extLst>
              </p:cNvPr>
              <p:cNvSpPr/>
              <p:nvPr/>
            </p:nvSpPr>
            <p:spPr>
              <a:xfrm>
                <a:off x="5310116" y="3108937"/>
                <a:ext cx="189189" cy="98180"/>
              </a:xfrm>
              <a:custGeom>
                <a:avLst/>
                <a:gdLst/>
                <a:ahLst/>
                <a:cxnLst/>
                <a:rect l="l" t="t" r="r" b="b"/>
                <a:pathLst>
                  <a:path w="189189" h="98180" extrusionOk="0">
                    <a:moveTo>
                      <a:pt x="94578" y="0"/>
                    </a:moveTo>
                    <a:cubicBezTo>
                      <a:pt x="146845" y="0"/>
                      <a:pt x="189190" y="42378"/>
                      <a:pt x="189190" y="94612"/>
                    </a:cubicBezTo>
                    <a:cubicBezTo>
                      <a:pt x="189190" y="95801"/>
                      <a:pt x="189190" y="96991"/>
                      <a:pt x="189122" y="98180"/>
                    </a:cubicBezTo>
                    <a:lnTo>
                      <a:pt x="68" y="98180"/>
                    </a:lnTo>
                    <a:cubicBezTo>
                      <a:pt x="68" y="96991"/>
                      <a:pt x="0" y="95801"/>
                      <a:pt x="0" y="94612"/>
                    </a:cubicBezTo>
                    <a:cubicBezTo>
                      <a:pt x="0" y="42378"/>
                      <a:pt x="42378" y="0"/>
                      <a:pt x="9461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80" name="Google Shape;1380;p30">
                <a:extLst>
                  <a:ext uri="{FF2B5EF4-FFF2-40B4-BE49-F238E27FC236}">
                    <a16:creationId xmlns:a16="http://schemas.microsoft.com/office/drawing/2014/main" id="{B82B762D-533D-B8E8-AAEB-382881BF9969}"/>
                  </a:ext>
                </a:extLst>
              </p:cNvPr>
              <p:cNvSpPr/>
              <p:nvPr/>
            </p:nvSpPr>
            <p:spPr>
              <a:xfrm>
                <a:off x="5402893" y="3125521"/>
                <a:ext cx="97853" cy="80440"/>
              </a:xfrm>
              <a:custGeom>
                <a:avLst/>
                <a:gdLst/>
                <a:ahLst/>
                <a:cxnLst/>
                <a:rect l="l" t="t" r="r" b="b"/>
                <a:pathLst>
                  <a:path w="97853" h="80440" extrusionOk="0">
                    <a:moveTo>
                      <a:pt x="88902" y="38810"/>
                    </a:moveTo>
                    <a:cubicBezTo>
                      <a:pt x="95223" y="52302"/>
                      <a:pt x="98078" y="66507"/>
                      <a:pt x="97840" y="80440"/>
                    </a:cubicBezTo>
                    <a:lnTo>
                      <a:pt x="0" y="80440"/>
                    </a:lnTo>
                    <a:lnTo>
                      <a:pt x="55428" y="0"/>
                    </a:lnTo>
                    <a:cubicBezTo>
                      <a:pt x="69497" y="9278"/>
                      <a:pt x="81256" y="22429"/>
                      <a:pt x="88902" y="3877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81" name="Google Shape;1381;p30">
                <a:extLst>
                  <a:ext uri="{FF2B5EF4-FFF2-40B4-BE49-F238E27FC236}">
                    <a16:creationId xmlns:a16="http://schemas.microsoft.com/office/drawing/2014/main" id="{D37B12A1-F7BB-F5F8-E8E0-AFC9128A9251}"/>
                  </a:ext>
                </a:extLst>
              </p:cNvPr>
              <p:cNvSpPr/>
              <p:nvPr/>
            </p:nvSpPr>
            <p:spPr>
              <a:xfrm>
                <a:off x="5362485" y="3109487"/>
                <a:ext cx="90873" cy="98173"/>
              </a:xfrm>
              <a:custGeom>
                <a:avLst/>
                <a:gdLst/>
                <a:ahLst/>
                <a:cxnLst/>
                <a:rect l="l" t="t" r="r" b="b"/>
                <a:pathLst>
                  <a:path w="90873" h="98173" extrusionOk="0">
                    <a:moveTo>
                      <a:pt x="50228" y="299"/>
                    </a:moveTo>
                    <a:cubicBezTo>
                      <a:pt x="65080" y="1455"/>
                      <a:pt x="78877" y="6008"/>
                      <a:pt x="90874" y="13111"/>
                    </a:cubicBezTo>
                    <a:lnTo>
                      <a:pt x="42548" y="98173"/>
                    </a:lnTo>
                    <a:lnTo>
                      <a:pt x="0" y="10257"/>
                    </a:lnTo>
                    <a:cubicBezTo>
                      <a:pt x="15055" y="2610"/>
                      <a:pt x="32217" y="-1128"/>
                      <a:pt x="50228" y="29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82" name="Google Shape;1382;p30">
                <a:extLst>
                  <a:ext uri="{FF2B5EF4-FFF2-40B4-BE49-F238E27FC236}">
                    <a16:creationId xmlns:a16="http://schemas.microsoft.com/office/drawing/2014/main" id="{5A5F432B-95E8-2F4E-5B17-E4E95ABCADA4}"/>
                  </a:ext>
                </a:extLst>
              </p:cNvPr>
              <p:cNvSpPr/>
              <p:nvPr/>
            </p:nvSpPr>
            <p:spPr>
              <a:xfrm>
                <a:off x="5311712" y="3126507"/>
                <a:ext cx="97738" cy="81629"/>
              </a:xfrm>
              <a:custGeom>
                <a:avLst/>
                <a:gdLst/>
                <a:ahLst/>
                <a:cxnLst/>
                <a:rect l="l" t="t" r="r" b="b"/>
                <a:pathLst>
                  <a:path w="97738" h="81629" extrusionOk="0">
                    <a:moveTo>
                      <a:pt x="11657" y="31775"/>
                    </a:moveTo>
                    <a:cubicBezTo>
                      <a:pt x="18862" y="18725"/>
                      <a:pt x="28649" y="8054"/>
                      <a:pt x="40068" y="0"/>
                    </a:cubicBezTo>
                    <a:lnTo>
                      <a:pt x="97739" y="79047"/>
                    </a:lnTo>
                    <a:lnTo>
                      <a:pt x="103" y="81630"/>
                    </a:lnTo>
                    <a:cubicBezTo>
                      <a:pt x="-679" y="64808"/>
                      <a:pt x="2991" y="47578"/>
                      <a:pt x="11691" y="3174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383" name="Google Shape;1383;p30">
                <a:extLst>
                  <a:ext uri="{FF2B5EF4-FFF2-40B4-BE49-F238E27FC236}">
                    <a16:creationId xmlns:a16="http://schemas.microsoft.com/office/drawing/2014/main" id="{D63CCAF6-FCA2-AC11-2379-C44801E5BFC7}"/>
                  </a:ext>
                </a:extLst>
              </p:cNvPr>
              <p:cNvGrpSpPr/>
              <p:nvPr/>
            </p:nvGrpSpPr>
            <p:grpSpPr>
              <a:xfrm>
                <a:off x="5361045" y="3146273"/>
                <a:ext cx="64409" cy="79667"/>
                <a:chOff x="5361045" y="3146273"/>
                <a:chExt cx="64409" cy="79667"/>
              </a:xfrm>
            </p:grpSpPr>
            <p:sp>
              <p:nvSpPr>
                <p:cNvPr id="1384" name="Google Shape;1384;p30">
                  <a:extLst>
                    <a:ext uri="{FF2B5EF4-FFF2-40B4-BE49-F238E27FC236}">
                      <a16:creationId xmlns:a16="http://schemas.microsoft.com/office/drawing/2014/main" id="{A1045E7A-B5CC-F1CF-6B3F-6B4706349250}"/>
                    </a:ext>
                  </a:extLst>
                </p:cNvPr>
                <p:cNvSpPr/>
                <p:nvPr/>
              </p:nvSpPr>
              <p:spPr>
                <a:xfrm>
                  <a:off x="5382608" y="3183094"/>
                  <a:ext cx="42846" cy="42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46" h="42846" extrusionOk="0">
                      <a:moveTo>
                        <a:pt x="17328" y="404"/>
                      </a:moveTo>
                      <a:cubicBezTo>
                        <a:pt x="28951" y="-1873"/>
                        <a:pt x="40166" y="5705"/>
                        <a:pt x="42442" y="17328"/>
                      </a:cubicBezTo>
                      <a:cubicBezTo>
                        <a:pt x="44719" y="28951"/>
                        <a:pt x="37141" y="40199"/>
                        <a:pt x="25518" y="42442"/>
                      </a:cubicBezTo>
                      <a:cubicBezTo>
                        <a:pt x="13896" y="44719"/>
                        <a:pt x="2647" y="37141"/>
                        <a:pt x="404" y="25518"/>
                      </a:cubicBezTo>
                      <a:cubicBezTo>
                        <a:pt x="-1873" y="13930"/>
                        <a:pt x="5706" y="2681"/>
                        <a:pt x="17328" y="43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85" name="Google Shape;1385;p30">
                  <a:extLst>
                    <a:ext uri="{FF2B5EF4-FFF2-40B4-BE49-F238E27FC236}">
                      <a16:creationId xmlns:a16="http://schemas.microsoft.com/office/drawing/2014/main" id="{2AABB8F8-05EC-B812-FA2F-882EE1A6419F}"/>
                    </a:ext>
                  </a:extLst>
                </p:cNvPr>
                <p:cNvSpPr/>
                <p:nvPr/>
              </p:nvSpPr>
              <p:spPr>
                <a:xfrm>
                  <a:off x="5361045" y="3146273"/>
                  <a:ext cx="43376" cy="543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76" h="54353" extrusionOk="0">
                      <a:moveTo>
                        <a:pt x="30327" y="54353"/>
                      </a:moveTo>
                      <a:lnTo>
                        <a:pt x="43376" y="45348"/>
                      </a:lnTo>
                      <a:lnTo>
                        <a:pt x="14456" y="3411"/>
                      </a:lnTo>
                      <a:cubicBezTo>
                        <a:pt x="11975" y="-191"/>
                        <a:pt x="6980" y="-1075"/>
                        <a:pt x="3411" y="1406"/>
                      </a:cubicBezTo>
                      <a:lnTo>
                        <a:pt x="3411" y="1406"/>
                      </a:lnTo>
                      <a:cubicBezTo>
                        <a:pt x="-191" y="3853"/>
                        <a:pt x="-1075" y="8815"/>
                        <a:pt x="1406" y="12451"/>
                      </a:cubicBezTo>
                      <a:lnTo>
                        <a:pt x="30361" y="54353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</p:grpSp>
      <p:grpSp>
        <p:nvGrpSpPr>
          <p:cNvPr id="2" name="Google Shape;2446;p47">
            <a:extLst>
              <a:ext uri="{FF2B5EF4-FFF2-40B4-BE49-F238E27FC236}">
                <a16:creationId xmlns:a16="http://schemas.microsoft.com/office/drawing/2014/main" id="{FFC2AA19-6A20-DFF8-369D-D0E1A649FD41}"/>
              </a:ext>
            </a:extLst>
          </p:cNvPr>
          <p:cNvGrpSpPr/>
          <p:nvPr/>
        </p:nvGrpSpPr>
        <p:grpSpPr>
          <a:xfrm>
            <a:off x="1520077" y="0"/>
            <a:ext cx="1389144" cy="804990"/>
            <a:chOff x="2974447" y="973475"/>
            <a:chExt cx="395621" cy="229257"/>
          </a:xfrm>
        </p:grpSpPr>
        <p:sp>
          <p:nvSpPr>
            <p:cNvPr id="4" name="Google Shape;2447;p47">
              <a:extLst>
                <a:ext uri="{FF2B5EF4-FFF2-40B4-BE49-F238E27FC236}">
                  <a16:creationId xmlns:a16="http://schemas.microsoft.com/office/drawing/2014/main" id="{5FBB7F7B-2600-2CA0-8FB8-30965B9DFBBA}"/>
                </a:ext>
              </a:extLst>
            </p:cNvPr>
            <p:cNvSpPr/>
            <p:nvPr/>
          </p:nvSpPr>
          <p:spPr>
            <a:xfrm>
              <a:off x="3216115" y="1014970"/>
              <a:ext cx="143617" cy="99165"/>
            </a:xfrm>
            <a:custGeom>
              <a:avLst/>
              <a:gdLst/>
              <a:ahLst/>
              <a:cxnLst/>
              <a:rect l="l" t="t" r="r" b="b"/>
              <a:pathLst>
                <a:path w="143617" h="99165" extrusionOk="0">
                  <a:moveTo>
                    <a:pt x="25250" y="0"/>
                  </a:moveTo>
                  <a:lnTo>
                    <a:pt x="0" y="53661"/>
                  </a:lnTo>
                  <a:lnTo>
                    <a:pt x="131315" y="99166"/>
                  </a:lnTo>
                  <a:lnTo>
                    <a:pt x="143617" y="73032"/>
                  </a:lnTo>
                  <a:lnTo>
                    <a:pt x="252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" name="Google Shape;2448;p47">
              <a:extLst>
                <a:ext uri="{FF2B5EF4-FFF2-40B4-BE49-F238E27FC236}">
                  <a16:creationId xmlns:a16="http://schemas.microsoft.com/office/drawing/2014/main" id="{131B62F9-2D39-6114-7621-3C97B82373BF}"/>
                </a:ext>
              </a:extLst>
            </p:cNvPr>
            <p:cNvSpPr/>
            <p:nvPr/>
          </p:nvSpPr>
          <p:spPr>
            <a:xfrm>
              <a:off x="3199573" y="1012361"/>
              <a:ext cx="59416" cy="59416"/>
            </a:xfrm>
            <a:custGeom>
              <a:avLst/>
              <a:gdLst/>
              <a:ahLst/>
              <a:cxnLst/>
              <a:rect l="l" t="t" r="r" b="b"/>
              <a:pathLst>
                <a:path w="59416" h="59416" extrusionOk="0">
                  <a:moveTo>
                    <a:pt x="56576" y="42370"/>
                  </a:moveTo>
                  <a:cubicBezTo>
                    <a:pt x="49609" y="57187"/>
                    <a:pt x="31869" y="63576"/>
                    <a:pt x="17052" y="56576"/>
                  </a:cubicBezTo>
                  <a:cubicBezTo>
                    <a:pt x="2201" y="49575"/>
                    <a:pt x="-4154" y="31903"/>
                    <a:pt x="2847" y="17052"/>
                  </a:cubicBezTo>
                  <a:cubicBezTo>
                    <a:pt x="9847" y="2201"/>
                    <a:pt x="27519" y="-4154"/>
                    <a:pt x="42370" y="2847"/>
                  </a:cubicBezTo>
                  <a:cubicBezTo>
                    <a:pt x="57187" y="9847"/>
                    <a:pt x="63576" y="27519"/>
                    <a:pt x="56576" y="423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" name="Google Shape;2449;p47">
              <a:extLst>
                <a:ext uri="{FF2B5EF4-FFF2-40B4-BE49-F238E27FC236}">
                  <a16:creationId xmlns:a16="http://schemas.microsoft.com/office/drawing/2014/main" id="{641482CA-C666-B942-810A-ECF2E6011736}"/>
                </a:ext>
              </a:extLst>
            </p:cNvPr>
            <p:cNvSpPr/>
            <p:nvPr/>
          </p:nvSpPr>
          <p:spPr>
            <a:xfrm>
              <a:off x="3321058" y="1098265"/>
              <a:ext cx="48971" cy="61137"/>
            </a:xfrm>
            <a:custGeom>
              <a:avLst/>
              <a:gdLst/>
              <a:ahLst/>
              <a:cxnLst/>
              <a:rect l="l" t="t" r="r" b="b"/>
              <a:pathLst>
                <a:path w="48971" h="61137" extrusionOk="0">
                  <a:moveTo>
                    <a:pt x="48971" y="0"/>
                  </a:moveTo>
                  <a:lnTo>
                    <a:pt x="0" y="1087"/>
                  </a:lnTo>
                  <a:lnTo>
                    <a:pt x="11521" y="61137"/>
                  </a:lnTo>
                  <a:lnTo>
                    <a:pt x="35378" y="60594"/>
                  </a:lnTo>
                  <a:lnTo>
                    <a:pt x="489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" name="Google Shape;2450;p47">
              <a:extLst>
                <a:ext uri="{FF2B5EF4-FFF2-40B4-BE49-F238E27FC236}">
                  <a16:creationId xmlns:a16="http://schemas.microsoft.com/office/drawing/2014/main" id="{9271E5EE-1B37-2A5E-599B-4C079D956E01}"/>
                </a:ext>
              </a:extLst>
            </p:cNvPr>
            <p:cNvSpPr/>
            <p:nvPr/>
          </p:nvSpPr>
          <p:spPr>
            <a:xfrm>
              <a:off x="3321017" y="1074810"/>
              <a:ext cx="49051" cy="49051"/>
            </a:xfrm>
            <a:custGeom>
              <a:avLst/>
              <a:gdLst/>
              <a:ahLst/>
              <a:cxnLst/>
              <a:rect l="l" t="t" r="r" b="b"/>
              <a:pathLst>
                <a:path w="49051" h="49051" extrusionOk="0">
                  <a:moveTo>
                    <a:pt x="25087" y="49046"/>
                  </a:moveTo>
                  <a:cubicBezTo>
                    <a:pt x="11561" y="49351"/>
                    <a:pt x="312" y="38646"/>
                    <a:pt x="6" y="25087"/>
                  </a:cubicBezTo>
                  <a:cubicBezTo>
                    <a:pt x="-300" y="11561"/>
                    <a:pt x="10406" y="312"/>
                    <a:pt x="23965" y="6"/>
                  </a:cubicBezTo>
                  <a:cubicBezTo>
                    <a:pt x="37491" y="-299"/>
                    <a:pt x="48740" y="10406"/>
                    <a:pt x="49045" y="23965"/>
                  </a:cubicBezTo>
                  <a:cubicBezTo>
                    <a:pt x="49351" y="37491"/>
                    <a:pt x="38646" y="48740"/>
                    <a:pt x="25087" y="490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" name="Google Shape;2451;p47">
              <a:extLst>
                <a:ext uri="{FF2B5EF4-FFF2-40B4-BE49-F238E27FC236}">
                  <a16:creationId xmlns:a16="http://schemas.microsoft.com/office/drawing/2014/main" id="{B4703450-4142-C6D0-AF2A-BBCCBE8648E3}"/>
                </a:ext>
              </a:extLst>
            </p:cNvPr>
            <p:cNvSpPr/>
            <p:nvPr/>
          </p:nvSpPr>
          <p:spPr>
            <a:xfrm>
              <a:off x="3330854" y="1084680"/>
              <a:ext cx="29350" cy="29345"/>
            </a:xfrm>
            <a:custGeom>
              <a:avLst/>
              <a:gdLst/>
              <a:ahLst/>
              <a:cxnLst/>
              <a:rect l="l" t="t" r="r" b="b"/>
              <a:pathLst>
                <a:path w="29350" h="29345" extrusionOk="0">
                  <a:moveTo>
                    <a:pt x="4749" y="3866"/>
                  </a:moveTo>
                  <a:cubicBezTo>
                    <a:pt x="-1232" y="9337"/>
                    <a:pt x="-1606" y="18649"/>
                    <a:pt x="3866" y="24596"/>
                  </a:cubicBezTo>
                  <a:cubicBezTo>
                    <a:pt x="9337" y="30577"/>
                    <a:pt x="18649" y="30951"/>
                    <a:pt x="24596" y="25480"/>
                  </a:cubicBezTo>
                  <a:cubicBezTo>
                    <a:pt x="30577" y="20008"/>
                    <a:pt x="30951" y="10697"/>
                    <a:pt x="25514" y="4749"/>
                  </a:cubicBezTo>
                  <a:cubicBezTo>
                    <a:pt x="20008" y="-1232"/>
                    <a:pt x="10731" y="-1606"/>
                    <a:pt x="4749" y="386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" name="Google Shape;2452;p47">
              <a:extLst>
                <a:ext uri="{FF2B5EF4-FFF2-40B4-BE49-F238E27FC236}">
                  <a16:creationId xmlns:a16="http://schemas.microsoft.com/office/drawing/2014/main" id="{5F70ED1C-56CB-6390-358D-AB8A403811AD}"/>
                </a:ext>
              </a:extLst>
            </p:cNvPr>
            <p:cNvSpPr/>
            <p:nvPr/>
          </p:nvSpPr>
          <p:spPr>
            <a:xfrm>
              <a:off x="3337762" y="1091572"/>
              <a:ext cx="15511" cy="15494"/>
            </a:xfrm>
            <a:custGeom>
              <a:avLst/>
              <a:gdLst/>
              <a:ahLst/>
              <a:cxnLst/>
              <a:rect l="l" t="t" r="r" b="b"/>
              <a:pathLst>
                <a:path w="15511" h="15494" extrusionOk="0">
                  <a:moveTo>
                    <a:pt x="2496" y="2038"/>
                  </a:moveTo>
                  <a:cubicBezTo>
                    <a:pt x="-630" y="4926"/>
                    <a:pt x="-868" y="9854"/>
                    <a:pt x="2055" y="12981"/>
                  </a:cubicBezTo>
                  <a:cubicBezTo>
                    <a:pt x="4943" y="16141"/>
                    <a:pt x="9837" y="16345"/>
                    <a:pt x="12998" y="13456"/>
                  </a:cubicBezTo>
                  <a:cubicBezTo>
                    <a:pt x="16158" y="10568"/>
                    <a:pt x="16362" y="5640"/>
                    <a:pt x="13473" y="2513"/>
                  </a:cubicBezTo>
                  <a:cubicBezTo>
                    <a:pt x="10551" y="-647"/>
                    <a:pt x="5657" y="-851"/>
                    <a:pt x="2496" y="20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" name="Google Shape;2453;p47">
              <a:extLst>
                <a:ext uri="{FF2B5EF4-FFF2-40B4-BE49-F238E27FC236}">
                  <a16:creationId xmlns:a16="http://schemas.microsoft.com/office/drawing/2014/main" id="{5AFE137D-3692-2ADB-547F-48A0145C9CD4}"/>
                </a:ext>
              </a:extLst>
            </p:cNvPr>
            <p:cNvSpPr/>
            <p:nvPr/>
          </p:nvSpPr>
          <p:spPr>
            <a:xfrm>
              <a:off x="3314669" y="1153523"/>
              <a:ext cx="45997" cy="36431"/>
            </a:xfrm>
            <a:custGeom>
              <a:avLst/>
              <a:gdLst/>
              <a:ahLst/>
              <a:cxnLst/>
              <a:rect l="l" t="t" r="r" b="b"/>
              <a:pathLst>
                <a:path w="45997" h="36431" extrusionOk="0">
                  <a:moveTo>
                    <a:pt x="29124" y="0"/>
                  </a:moveTo>
                  <a:lnTo>
                    <a:pt x="0" y="0"/>
                  </a:lnTo>
                  <a:lnTo>
                    <a:pt x="0" y="36431"/>
                  </a:lnTo>
                  <a:lnTo>
                    <a:pt x="29124" y="36431"/>
                  </a:lnTo>
                  <a:cubicBezTo>
                    <a:pt x="51622" y="36431"/>
                    <a:pt x="51622" y="0"/>
                    <a:pt x="291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" name="Google Shape;2454;p47">
              <a:extLst>
                <a:ext uri="{FF2B5EF4-FFF2-40B4-BE49-F238E27FC236}">
                  <a16:creationId xmlns:a16="http://schemas.microsoft.com/office/drawing/2014/main" id="{020BE933-676F-1277-AFB6-C8616DFA0139}"/>
                </a:ext>
              </a:extLst>
            </p:cNvPr>
            <p:cNvSpPr/>
            <p:nvPr/>
          </p:nvSpPr>
          <p:spPr>
            <a:xfrm>
              <a:off x="3303420" y="1138910"/>
              <a:ext cx="18827" cy="63278"/>
            </a:xfrm>
            <a:custGeom>
              <a:avLst/>
              <a:gdLst/>
              <a:ahLst/>
              <a:cxnLst/>
              <a:rect l="l" t="t" r="r" b="b"/>
              <a:pathLst>
                <a:path w="18827" h="63278" extrusionOk="0">
                  <a:moveTo>
                    <a:pt x="9414" y="0"/>
                  </a:moveTo>
                  <a:lnTo>
                    <a:pt x="9414" y="0"/>
                  </a:lnTo>
                  <a:cubicBezTo>
                    <a:pt x="4214" y="0"/>
                    <a:pt x="0" y="4248"/>
                    <a:pt x="0" y="9414"/>
                  </a:cubicBezTo>
                  <a:lnTo>
                    <a:pt x="0" y="53865"/>
                  </a:lnTo>
                  <a:cubicBezTo>
                    <a:pt x="0" y="59030"/>
                    <a:pt x="4214" y="63278"/>
                    <a:pt x="9414" y="63278"/>
                  </a:cubicBezTo>
                  <a:lnTo>
                    <a:pt x="9414" y="63278"/>
                  </a:lnTo>
                  <a:cubicBezTo>
                    <a:pt x="14579" y="63278"/>
                    <a:pt x="18827" y="59030"/>
                    <a:pt x="18827" y="53865"/>
                  </a:cubicBezTo>
                  <a:lnTo>
                    <a:pt x="18827" y="9414"/>
                  </a:lnTo>
                  <a:cubicBezTo>
                    <a:pt x="18827" y="4214"/>
                    <a:pt x="14613" y="0"/>
                    <a:pt x="94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" name="Google Shape;2455;p47">
              <a:extLst>
                <a:ext uri="{FF2B5EF4-FFF2-40B4-BE49-F238E27FC236}">
                  <a16:creationId xmlns:a16="http://schemas.microsoft.com/office/drawing/2014/main" id="{6D446367-EE78-3936-3B9A-58B570565DF9}"/>
                </a:ext>
              </a:extLst>
            </p:cNvPr>
            <p:cNvSpPr/>
            <p:nvPr/>
          </p:nvSpPr>
          <p:spPr>
            <a:xfrm>
              <a:off x="2984751" y="1015480"/>
              <a:ext cx="143617" cy="99165"/>
            </a:xfrm>
            <a:custGeom>
              <a:avLst/>
              <a:gdLst/>
              <a:ahLst/>
              <a:cxnLst/>
              <a:rect l="l" t="t" r="r" b="b"/>
              <a:pathLst>
                <a:path w="143617" h="99165" extrusionOk="0">
                  <a:moveTo>
                    <a:pt x="118367" y="0"/>
                  </a:moveTo>
                  <a:lnTo>
                    <a:pt x="143617" y="53661"/>
                  </a:lnTo>
                  <a:lnTo>
                    <a:pt x="12302" y="99166"/>
                  </a:lnTo>
                  <a:lnTo>
                    <a:pt x="0" y="73032"/>
                  </a:lnTo>
                  <a:lnTo>
                    <a:pt x="1183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" name="Google Shape;2456;p47">
              <a:extLst>
                <a:ext uri="{FF2B5EF4-FFF2-40B4-BE49-F238E27FC236}">
                  <a16:creationId xmlns:a16="http://schemas.microsoft.com/office/drawing/2014/main" id="{1C6156C2-CBFF-8393-AB81-1F6FA2EC3A97}"/>
                </a:ext>
              </a:extLst>
            </p:cNvPr>
            <p:cNvSpPr/>
            <p:nvPr/>
          </p:nvSpPr>
          <p:spPr>
            <a:xfrm>
              <a:off x="3085488" y="1012911"/>
              <a:ext cx="59415" cy="59401"/>
            </a:xfrm>
            <a:custGeom>
              <a:avLst/>
              <a:gdLst/>
              <a:ahLst/>
              <a:cxnLst/>
              <a:rect l="l" t="t" r="r" b="b"/>
              <a:pathLst>
                <a:path w="59415" h="59401" extrusionOk="0">
                  <a:moveTo>
                    <a:pt x="2847" y="42365"/>
                  </a:moveTo>
                  <a:cubicBezTo>
                    <a:pt x="9847" y="57216"/>
                    <a:pt x="27519" y="63537"/>
                    <a:pt x="42336" y="56570"/>
                  </a:cubicBezTo>
                  <a:cubicBezTo>
                    <a:pt x="57187" y="49569"/>
                    <a:pt x="63576" y="31897"/>
                    <a:pt x="56576" y="17046"/>
                  </a:cubicBezTo>
                  <a:cubicBezTo>
                    <a:pt x="49575" y="2229"/>
                    <a:pt x="31869" y="-4160"/>
                    <a:pt x="17052" y="2841"/>
                  </a:cubicBezTo>
                  <a:cubicBezTo>
                    <a:pt x="2201" y="9808"/>
                    <a:pt x="-4154" y="27513"/>
                    <a:pt x="2847" y="4236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" name="Google Shape;2457;p47">
              <a:extLst>
                <a:ext uri="{FF2B5EF4-FFF2-40B4-BE49-F238E27FC236}">
                  <a16:creationId xmlns:a16="http://schemas.microsoft.com/office/drawing/2014/main" id="{DFADA107-EA3D-E820-D7F2-EEBBDEEB5EF4}"/>
                </a:ext>
              </a:extLst>
            </p:cNvPr>
            <p:cNvSpPr/>
            <p:nvPr/>
          </p:nvSpPr>
          <p:spPr>
            <a:xfrm>
              <a:off x="2974488" y="1098775"/>
              <a:ext cx="48937" cy="61137"/>
            </a:xfrm>
            <a:custGeom>
              <a:avLst/>
              <a:gdLst/>
              <a:ahLst/>
              <a:cxnLst/>
              <a:rect l="l" t="t" r="r" b="b"/>
              <a:pathLst>
                <a:path w="48937" h="61137" extrusionOk="0">
                  <a:moveTo>
                    <a:pt x="0" y="0"/>
                  </a:moveTo>
                  <a:lnTo>
                    <a:pt x="48937" y="1121"/>
                  </a:lnTo>
                  <a:lnTo>
                    <a:pt x="37416" y="61137"/>
                  </a:lnTo>
                  <a:lnTo>
                    <a:pt x="13560" y="605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" name="Google Shape;2458;p47">
              <a:extLst>
                <a:ext uri="{FF2B5EF4-FFF2-40B4-BE49-F238E27FC236}">
                  <a16:creationId xmlns:a16="http://schemas.microsoft.com/office/drawing/2014/main" id="{80E9E3B9-3FDE-3767-88B6-3A6459DDF617}"/>
                </a:ext>
              </a:extLst>
            </p:cNvPr>
            <p:cNvSpPr/>
            <p:nvPr/>
          </p:nvSpPr>
          <p:spPr>
            <a:xfrm>
              <a:off x="2974447" y="1075353"/>
              <a:ext cx="49051" cy="49045"/>
            </a:xfrm>
            <a:custGeom>
              <a:avLst/>
              <a:gdLst/>
              <a:ahLst/>
              <a:cxnLst/>
              <a:rect l="l" t="t" r="r" b="b"/>
              <a:pathLst>
                <a:path w="49051" h="49045" extrusionOk="0">
                  <a:moveTo>
                    <a:pt x="23965" y="49012"/>
                  </a:moveTo>
                  <a:cubicBezTo>
                    <a:pt x="37491" y="49317"/>
                    <a:pt x="48740" y="38612"/>
                    <a:pt x="49045" y="25087"/>
                  </a:cubicBezTo>
                  <a:cubicBezTo>
                    <a:pt x="49351" y="11527"/>
                    <a:pt x="38646" y="312"/>
                    <a:pt x="25087" y="6"/>
                  </a:cubicBezTo>
                  <a:cubicBezTo>
                    <a:pt x="11561" y="-299"/>
                    <a:pt x="312" y="10406"/>
                    <a:pt x="6" y="23965"/>
                  </a:cubicBezTo>
                  <a:cubicBezTo>
                    <a:pt x="-299" y="37491"/>
                    <a:pt x="10440" y="48706"/>
                    <a:pt x="23965" y="490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" name="Google Shape;2459;p47">
              <a:extLst>
                <a:ext uri="{FF2B5EF4-FFF2-40B4-BE49-F238E27FC236}">
                  <a16:creationId xmlns:a16="http://schemas.microsoft.com/office/drawing/2014/main" id="{0AE74C22-9AC4-12C2-D6B5-420BB5EFA3FF}"/>
                </a:ext>
              </a:extLst>
            </p:cNvPr>
            <p:cNvSpPr/>
            <p:nvPr/>
          </p:nvSpPr>
          <p:spPr>
            <a:xfrm>
              <a:off x="3096134" y="1024452"/>
              <a:ext cx="152045" cy="36431"/>
            </a:xfrm>
            <a:custGeom>
              <a:avLst/>
              <a:gdLst/>
              <a:ahLst/>
              <a:cxnLst/>
              <a:rect l="l" t="t" r="r" b="b"/>
              <a:pathLst>
                <a:path w="152045" h="36431" extrusionOk="0">
                  <a:moveTo>
                    <a:pt x="16873" y="0"/>
                  </a:moveTo>
                  <a:lnTo>
                    <a:pt x="135172" y="0"/>
                  </a:lnTo>
                  <a:cubicBezTo>
                    <a:pt x="157670" y="0"/>
                    <a:pt x="157670" y="36431"/>
                    <a:pt x="135172" y="36431"/>
                  </a:cubicBezTo>
                  <a:lnTo>
                    <a:pt x="16873" y="36431"/>
                  </a:lnTo>
                  <a:cubicBezTo>
                    <a:pt x="-5624" y="36431"/>
                    <a:pt x="-5624" y="0"/>
                    <a:pt x="168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" name="Google Shape;2460;p47">
              <a:extLst>
                <a:ext uri="{FF2B5EF4-FFF2-40B4-BE49-F238E27FC236}">
                  <a16:creationId xmlns:a16="http://schemas.microsoft.com/office/drawing/2014/main" id="{F4F00640-7BD8-34AF-D196-9FE4E771D41E}"/>
                </a:ext>
              </a:extLst>
            </p:cNvPr>
            <p:cNvSpPr/>
            <p:nvPr/>
          </p:nvSpPr>
          <p:spPr>
            <a:xfrm>
              <a:off x="2984317" y="1085189"/>
              <a:ext cx="29332" cy="29345"/>
            </a:xfrm>
            <a:custGeom>
              <a:avLst/>
              <a:gdLst/>
              <a:ahLst/>
              <a:cxnLst/>
              <a:rect l="l" t="t" r="r" b="b"/>
              <a:pathLst>
                <a:path w="29332" h="29345" extrusionOk="0">
                  <a:moveTo>
                    <a:pt x="24596" y="3866"/>
                  </a:moveTo>
                  <a:cubicBezTo>
                    <a:pt x="30577" y="9337"/>
                    <a:pt x="30917" y="18649"/>
                    <a:pt x="25480" y="24596"/>
                  </a:cubicBezTo>
                  <a:cubicBezTo>
                    <a:pt x="20008" y="30577"/>
                    <a:pt x="10697" y="30951"/>
                    <a:pt x="4749" y="25480"/>
                  </a:cubicBezTo>
                  <a:cubicBezTo>
                    <a:pt x="-1232" y="19974"/>
                    <a:pt x="-1606" y="10697"/>
                    <a:pt x="3866" y="4749"/>
                  </a:cubicBezTo>
                  <a:cubicBezTo>
                    <a:pt x="9337" y="-1232"/>
                    <a:pt x="18683" y="-1606"/>
                    <a:pt x="24630" y="386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" name="Google Shape;2461;p47">
              <a:extLst>
                <a:ext uri="{FF2B5EF4-FFF2-40B4-BE49-F238E27FC236}">
                  <a16:creationId xmlns:a16="http://schemas.microsoft.com/office/drawing/2014/main" id="{1ACF74D9-5230-EA95-60BB-CDE10127A80B}"/>
                </a:ext>
              </a:extLst>
            </p:cNvPr>
            <p:cNvSpPr/>
            <p:nvPr/>
          </p:nvSpPr>
          <p:spPr>
            <a:xfrm>
              <a:off x="2991209" y="1092093"/>
              <a:ext cx="15497" cy="15482"/>
            </a:xfrm>
            <a:custGeom>
              <a:avLst/>
              <a:gdLst/>
              <a:ahLst/>
              <a:cxnLst/>
              <a:rect l="l" t="t" r="r" b="b"/>
              <a:pathLst>
                <a:path w="15497" h="15482" extrusionOk="0">
                  <a:moveTo>
                    <a:pt x="13015" y="2026"/>
                  </a:moveTo>
                  <a:cubicBezTo>
                    <a:pt x="16141" y="4948"/>
                    <a:pt x="16345" y="9842"/>
                    <a:pt x="13456" y="12969"/>
                  </a:cubicBezTo>
                  <a:cubicBezTo>
                    <a:pt x="10534" y="16129"/>
                    <a:pt x="5640" y="16333"/>
                    <a:pt x="2514" y="13444"/>
                  </a:cubicBezTo>
                  <a:cubicBezTo>
                    <a:pt x="-647" y="10556"/>
                    <a:pt x="-851" y="5628"/>
                    <a:pt x="2038" y="2501"/>
                  </a:cubicBezTo>
                  <a:cubicBezTo>
                    <a:pt x="4926" y="-625"/>
                    <a:pt x="9820" y="-863"/>
                    <a:pt x="13015" y="20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" name="Google Shape;2462;p47">
              <a:extLst>
                <a:ext uri="{FF2B5EF4-FFF2-40B4-BE49-F238E27FC236}">
                  <a16:creationId xmlns:a16="http://schemas.microsoft.com/office/drawing/2014/main" id="{E193D335-9CB3-4889-69F4-6DCFBED6C21C}"/>
                </a:ext>
              </a:extLst>
            </p:cNvPr>
            <p:cNvSpPr/>
            <p:nvPr/>
          </p:nvSpPr>
          <p:spPr>
            <a:xfrm>
              <a:off x="3102538" y="1029921"/>
              <a:ext cx="25356" cy="25390"/>
            </a:xfrm>
            <a:custGeom>
              <a:avLst/>
              <a:gdLst/>
              <a:ahLst/>
              <a:cxnLst/>
              <a:rect l="l" t="t" r="r" b="b"/>
              <a:pathLst>
                <a:path w="25356" h="25390" extrusionOk="0">
                  <a:moveTo>
                    <a:pt x="17402" y="920"/>
                  </a:moveTo>
                  <a:cubicBezTo>
                    <a:pt x="23893" y="3536"/>
                    <a:pt x="27053" y="10945"/>
                    <a:pt x="24437" y="17436"/>
                  </a:cubicBezTo>
                  <a:cubicBezTo>
                    <a:pt x="21820" y="23927"/>
                    <a:pt x="14445" y="27087"/>
                    <a:pt x="7954" y="24471"/>
                  </a:cubicBezTo>
                  <a:cubicBezTo>
                    <a:pt x="1463" y="21854"/>
                    <a:pt x="-1697" y="14479"/>
                    <a:pt x="920" y="7954"/>
                  </a:cubicBezTo>
                  <a:cubicBezTo>
                    <a:pt x="3536" y="1463"/>
                    <a:pt x="10945" y="-1697"/>
                    <a:pt x="17436" y="9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" name="Google Shape;2463;p47">
              <a:extLst>
                <a:ext uri="{FF2B5EF4-FFF2-40B4-BE49-F238E27FC236}">
                  <a16:creationId xmlns:a16="http://schemas.microsoft.com/office/drawing/2014/main" id="{F81B8294-B1F0-28A1-9D88-F5088C7C2AA2}"/>
                </a:ext>
              </a:extLst>
            </p:cNvPr>
            <p:cNvSpPr/>
            <p:nvPr/>
          </p:nvSpPr>
          <p:spPr>
            <a:xfrm>
              <a:off x="3109334" y="1036105"/>
              <a:ext cx="12172" cy="12166"/>
            </a:xfrm>
            <a:custGeom>
              <a:avLst/>
              <a:gdLst/>
              <a:ahLst/>
              <a:cxnLst/>
              <a:rect l="l" t="t" r="r" b="b"/>
              <a:pathLst>
                <a:path w="12172" h="12166" extrusionOk="0">
                  <a:moveTo>
                    <a:pt x="580" y="8669"/>
                  </a:moveTo>
                  <a:cubicBezTo>
                    <a:pt x="2008" y="11693"/>
                    <a:pt x="5644" y="13019"/>
                    <a:pt x="8703" y="11591"/>
                  </a:cubicBezTo>
                  <a:cubicBezTo>
                    <a:pt x="11727" y="10164"/>
                    <a:pt x="13019" y="6528"/>
                    <a:pt x="11591" y="3503"/>
                  </a:cubicBezTo>
                  <a:cubicBezTo>
                    <a:pt x="10164" y="445"/>
                    <a:pt x="6528" y="-847"/>
                    <a:pt x="3503" y="580"/>
                  </a:cubicBezTo>
                  <a:cubicBezTo>
                    <a:pt x="445" y="2008"/>
                    <a:pt x="-847" y="5644"/>
                    <a:pt x="580" y="86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" name="Google Shape;2464;p47">
              <a:extLst>
                <a:ext uri="{FF2B5EF4-FFF2-40B4-BE49-F238E27FC236}">
                  <a16:creationId xmlns:a16="http://schemas.microsoft.com/office/drawing/2014/main" id="{4F12A8C8-A6AE-413E-33C8-167D093C4D6B}"/>
                </a:ext>
              </a:extLst>
            </p:cNvPr>
            <p:cNvSpPr/>
            <p:nvPr/>
          </p:nvSpPr>
          <p:spPr>
            <a:xfrm>
              <a:off x="2983816" y="1154033"/>
              <a:ext cx="45997" cy="36431"/>
            </a:xfrm>
            <a:custGeom>
              <a:avLst/>
              <a:gdLst/>
              <a:ahLst/>
              <a:cxnLst/>
              <a:rect l="l" t="t" r="r" b="b"/>
              <a:pathLst>
                <a:path w="45997" h="36431" extrusionOk="0">
                  <a:moveTo>
                    <a:pt x="16873" y="0"/>
                  </a:moveTo>
                  <a:lnTo>
                    <a:pt x="45998" y="0"/>
                  </a:lnTo>
                  <a:lnTo>
                    <a:pt x="45998" y="36431"/>
                  </a:lnTo>
                  <a:lnTo>
                    <a:pt x="16873" y="36431"/>
                  </a:lnTo>
                  <a:cubicBezTo>
                    <a:pt x="-5624" y="36431"/>
                    <a:pt x="-5624" y="0"/>
                    <a:pt x="168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2" name="Google Shape;2465;p47">
              <a:extLst>
                <a:ext uri="{FF2B5EF4-FFF2-40B4-BE49-F238E27FC236}">
                  <a16:creationId xmlns:a16="http://schemas.microsoft.com/office/drawing/2014/main" id="{9559FBE5-477B-E51B-6684-6088B7B4A3B4}"/>
                </a:ext>
              </a:extLst>
            </p:cNvPr>
            <p:cNvSpPr/>
            <p:nvPr/>
          </p:nvSpPr>
          <p:spPr>
            <a:xfrm>
              <a:off x="3022235" y="1139454"/>
              <a:ext cx="18827" cy="63278"/>
            </a:xfrm>
            <a:custGeom>
              <a:avLst/>
              <a:gdLst/>
              <a:ahLst/>
              <a:cxnLst/>
              <a:rect l="l" t="t" r="r" b="b"/>
              <a:pathLst>
                <a:path w="18827" h="63278" extrusionOk="0">
                  <a:moveTo>
                    <a:pt x="9414" y="0"/>
                  </a:moveTo>
                  <a:lnTo>
                    <a:pt x="9414" y="0"/>
                  </a:lnTo>
                  <a:cubicBezTo>
                    <a:pt x="14579" y="0"/>
                    <a:pt x="18793" y="4248"/>
                    <a:pt x="18827" y="9414"/>
                  </a:cubicBezTo>
                  <a:lnTo>
                    <a:pt x="18827" y="53865"/>
                  </a:lnTo>
                  <a:cubicBezTo>
                    <a:pt x="18827" y="59030"/>
                    <a:pt x="14579" y="63278"/>
                    <a:pt x="9414" y="63278"/>
                  </a:cubicBezTo>
                  <a:lnTo>
                    <a:pt x="9414" y="63278"/>
                  </a:lnTo>
                  <a:cubicBezTo>
                    <a:pt x="4214" y="63278"/>
                    <a:pt x="0" y="59064"/>
                    <a:pt x="0" y="53865"/>
                  </a:cubicBezTo>
                  <a:lnTo>
                    <a:pt x="0" y="9414"/>
                  </a:lnTo>
                  <a:cubicBezTo>
                    <a:pt x="0" y="4248"/>
                    <a:pt x="4214" y="0"/>
                    <a:pt x="94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3" name="Google Shape;2466;p47">
              <a:extLst>
                <a:ext uri="{FF2B5EF4-FFF2-40B4-BE49-F238E27FC236}">
                  <a16:creationId xmlns:a16="http://schemas.microsoft.com/office/drawing/2014/main" id="{559E2282-9DC6-E9E8-49BC-6413832D48BE}"/>
                </a:ext>
              </a:extLst>
            </p:cNvPr>
            <p:cNvSpPr/>
            <p:nvPr/>
          </p:nvSpPr>
          <p:spPr>
            <a:xfrm>
              <a:off x="3127008" y="973475"/>
              <a:ext cx="90295" cy="51315"/>
            </a:xfrm>
            <a:custGeom>
              <a:avLst/>
              <a:gdLst/>
              <a:ahLst/>
              <a:cxnLst/>
              <a:rect l="l" t="t" r="r" b="b"/>
              <a:pathLst>
                <a:path w="90295" h="51315" extrusionOk="0">
                  <a:moveTo>
                    <a:pt x="0" y="51316"/>
                  </a:moveTo>
                  <a:lnTo>
                    <a:pt x="90296" y="51316"/>
                  </a:lnTo>
                  <a:lnTo>
                    <a:pt x="90296" y="7307"/>
                  </a:lnTo>
                  <a:cubicBezTo>
                    <a:pt x="90296" y="3262"/>
                    <a:pt x="87033" y="0"/>
                    <a:pt x="82989" y="0"/>
                  </a:cubicBezTo>
                  <a:lnTo>
                    <a:pt x="7307" y="0"/>
                  </a:lnTo>
                  <a:cubicBezTo>
                    <a:pt x="3296" y="0"/>
                    <a:pt x="0" y="3296"/>
                    <a:pt x="0" y="7307"/>
                  </a:cubicBezTo>
                  <a:lnTo>
                    <a:pt x="0" y="513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4" name="Google Shape;2467;p47">
              <a:extLst>
                <a:ext uri="{FF2B5EF4-FFF2-40B4-BE49-F238E27FC236}">
                  <a16:creationId xmlns:a16="http://schemas.microsoft.com/office/drawing/2014/main" id="{1415345A-DD57-4A33-3FD4-D3DC0F81E63B}"/>
                </a:ext>
              </a:extLst>
            </p:cNvPr>
            <p:cNvSpPr/>
            <p:nvPr/>
          </p:nvSpPr>
          <p:spPr>
            <a:xfrm>
              <a:off x="3127144" y="973475"/>
              <a:ext cx="90091" cy="6083"/>
            </a:xfrm>
            <a:custGeom>
              <a:avLst/>
              <a:gdLst/>
              <a:ahLst/>
              <a:cxnLst/>
              <a:rect l="l" t="t" r="r" b="b"/>
              <a:pathLst>
                <a:path w="90091" h="6083" extrusionOk="0">
                  <a:moveTo>
                    <a:pt x="90058" y="6083"/>
                  </a:moveTo>
                  <a:cubicBezTo>
                    <a:pt x="89480" y="2651"/>
                    <a:pt x="86456" y="0"/>
                    <a:pt x="82887" y="0"/>
                  </a:cubicBezTo>
                  <a:lnTo>
                    <a:pt x="7205" y="0"/>
                  </a:lnTo>
                  <a:cubicBezTo>
                    <a:pt x="3602" y="0"/>
                    <a:pt x="578" y="2651"/>
                    <a:pt x="0" y="6083"/>
                  </a:cubicBezTo>
                  <a:lnTo>
                    <a:pt x="90092" y="608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5" name="Google Shape;2468;p47">
              <a:extLst>
                <a:ext uri="{FF2B5EF4-FFF2-40B4-BE49-F238E27FC236}">
                  <a16:creationId xmlns:a16="http://schemas.microsoft.com/office/drawing/2014/main" id="{83162626-4058-128E-D429-DA729CB6B857}"/>
                </a:ext>
              </a:extLst>
            </p:cNvPr>
            <p:cNvSpPr/>
            <p:nvPr/>
          </p:nvSpPr>
          <p:spPr>
            <a:xfrm>
              <a:off x="3216589" y="1029411"/>
              <a:ext cx="25390" cy="25390"/>
            </a:xfrm>
            <a:custGeom>
              <a:avLst/>
              <a:gdLst/>
              <a:ahLst/>
              <a:cxnLst/>
              <a:rect l="l" t="t" r="r" b="b"/>
              <a:pathLst>
                <a:path w="25390" h="25390" extrusionOk="0">
                  <a:moveTo>
                    <a:pt x="7954" y="920"/>
                  </a:moveTo>
                  <a:cubicBezTo>
                    <a:pt x="1463" y="3536"/>
                    <a:pt x="-1697" y="10945"/>
                    <a:pt x="920" y="17436"/>
                  </a:cubicBezTo>
                  <a:cubicBezTo>
                    <a:pt x="3536" y="23927"/>
                    <a:pt x="10945" y="27087"/>
                    <a:pt x="17436" y="24471"/>
                  </a:cubicBezTo>
                  <a:cubicBezTo>
                    <a:pt x="23927" y="21854"/>
                    <a:pt x="27087" y="14445"/>
                    <a:pt x="24471" y="7954"/>
                  </a:cubicBezTo>
                  <a:cubicBezTo>
                    <a:pt x="21854" y="1463"/>
                    <a:pt x="14479" y="-1697"/>
                    <a:pt x="7954" y="9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6" name="Google Shape;2469;p47">
              <a:extLst>
                <a:ext uri="{FF2B5EF4-FFF2-40B4-BE49-F238E27FC236}">
                  <a16:creationId xmlns:a16="http://schemas.microsoft.com/office/drawing/2014/main" id="{3514CB4A-0B14-1F7A-A801-B544A1DB9CFE}"/>
                </a:ext>
              </a:extLst>
            </p:cNvPr>
            <p:cNvSpPr/>
            <p:nvPr/>
          </p:nvSpPr>
          <p:spPr>
            <a:xfrm>
              <a:off x="3222982" y="1035595"/>
              <a:ext cx="12166" cy="12151"/>
            </a:xfrm>
            <a:custGeom>
              <a:avLst/>
              <a:gdLst/>
              <a:ahLst/>
              <a:cxnLst/>
              <a:rect l="l" t="t" r="r" b="b"/>
              <a:pathLst>
                <a:path w="12166" h="12151" extrusionOk="0">
                  <a:moveTo>
                    <a:pt x="11586" y="8669"/>
                  </a:moveTo>
                  <a:cubicBezTo>
                    <a:pt x="10158" y="11693"/>
                    <a:pt x="6556" y="12985"/>
                    <a:pt x="3498" y="11591"/>
                  </a:cubicBezTo>
                  <a:cubicBezTo>
                    <a:pt x="473" y="10164"/>
                    <a:pt x="-852" y="6528"/>
                    <a:pt x="575" y="3503"/>
                  </a:cubicBezTo>
                  <a:cubicBezTo>
                    <a:pt x="2002" y="445"/>
                    <a:pt x="5639" y="-847"/>
                    <a:pt x="8663" y="581"/>
                  </a:cubicBezTo>
                  <a:cubicBezTo>
                    <a:pt x="11722" y="2008"/>
                    <a:pt x="13013" y="5644"/>
                    <a:pt x="11586" y="86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417" name="Google Shape;1386;p30">
            <a:extLst>
              <a:ext uri="{FF2B5EF4-FFF2-40B4-BE49-F238E27FC236}">
                <a16:creationId xmlns:a16="http://schemas.microsoft.com/office/drawing/2014/main" id="{AE69AA11-0394-64FC-3590-B8825FCA6678}"/>
              </a:ext>
            </a:extLst>
          </p:cNvPr>
          <p:cNvGrpSpPr/>
          <p:nvPr/>
        </p:nvGrpSpPr>
        <p:grpSpPr>
          <a:xfrm>
            <a:off x="417109" y="-76097"/>
            <a:ext cx="1392653" cy="3806820"/>
            <a:chOff x="7569444" y="2914051"/>
            <a:chExt cx="456473" cy="1247769"/>
          </a:xfrm>
        </p:grpSpPr>
        <p:sp>
          <p:nvSpPr>
            <p:cNvPr id="1418" name="Google Shape;1387;p30">
              <a:extLst>
                <a:ext uri="{FF2B5EF4-FFF2-40B4-BE49-F238E27FC236}">
                  <a16:creationId xmlns:a16="http://schemas.microsoft.com/office/drawing/2014/main" id="{F6508CE7-985B-F808-A087-A2E520F43C5B}"/>
                </a:ext>
              </a:extLst>
            </p:cNvPr>
            <p:cNvSpPr/>
            <p:nvPr/>
          </p:nvSpPr>
          <p:spPr>
            <a:xfrm>
              <a:off x="7774605" y="2946357"/>
              <a:ext cx="43737" cy="824553"/>
            </a:xfrm>
            <a:custGeom>
              <a:avLst/>
              <a:gdLst/>
              <a:ahLst/>
              <a:cxnLst/>
              <a:rect l="l" t="t" r="r" b="b"/>
              <a:pathLst>
                <a:path w="43737" h="349017" extrusionOk="0">
                  <a:moveTo>
                    <a:pt x="0" y="0"/>
                  </a:moveTo>
                  <a:lnTo>
                    <a:pt x="43738" y="0"/>
                  </a:lnTo>
                  <a:lnTo>
                    <a:pt x="43738" y="349017"/>
                  </a:lnTo>
                  <a:lnTo>
                    <a:pt x="0" y="34901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9" name="Google Shape;1388;p30">
              <a:extLst>
                <a:ext uri="{FF2B5EF4-FFF2-40B4-BE49-F238E27FC236}">
                  <a16:creationId xmlns:a16="http://schemas.microsoft.com/office/drawing/2014/main" id="{AA13D371-F9DD-492F-D2B4-F0DFEDFD1F79}"/>
                </a:ext>
              </a:extLst>
            </p:cNvPr>
            <p:cNvSpPr/>
            <p:nvPr/>
          </p:nvSpPr>
          <p:spPr>
            <a:xfrm>
              <a:off x="7705754" y="2914051"/>
              <a:ext cx="181440" cy="72386"/>
            </a:xfrm>
            <a:custGeom>
              <a:avLst/>
              <a:gdLst/>
              <a:ahLst/>
              <a:cxnLst/>
              <a:rect l="l" t="t" r="r" b="b"/>
              <a:pathLst>
                <a:path w="181440" h="72386" extrusionOk="0">
                  <a:moveTo>
                    <a:pt x="36193" y="0"/>
                  </a:moveTo>
                  <a:lnTo>
                    <a:pt x="145248" y="0"/>
                  </a:lnTo>
                  <a:cubicBezTo>
                    <a:pt x="165162" y="0"/>
                    <a:pt x="181441" y="16278"/>
                    <a:pt x="181441" y="36193"/>
                  </a:cubicBezTo>
                  <a:lnTo>
                    <a:pt x="181441" y="36193"/>
                  </a:lnTo>
                  <a:cubicBezTo>
                    <a:pt x="181441" y="56108"/>
                    <a:pt x="165162" y="72386"/>
                    <a:pt x="145248" y="72386"/>
                  </a:cubicBezTo>
                  <a:lnTo>
                    <a:pt x="36193" y="72386"/>
                  </a:lnTo>
                  <a:cubicBezTo>
                    <a:pt x="16279" y="72386"/>
                    <a:pt x="0" y="56108"/>
                    <a:pt x="0" y="36193"/>
                  </a:cubicBezTo>
                  <a:lnTo>
                    <a:pt x="0" y="36193"/>
                  </a:lnTo>
                  <a:cubicBezTo>
                    <a:pt x="0" y="16278"/>
                    <a:pt x="16279" y="0"/>
                    <a:pt x="36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0" name="Google Shape;1389;p30">
              <a:extLst>
                <a:ext uri="{FF2B5EF4-FFF2-40B4-BE49-F238E27FC236}">
                  <a16:creationId xmlns:a16="http://schemas.microsoft.com/office/drawing/2014/main" id="{C4977DF1-10C5-43B8-E1A1-91C58379580C}"/>
                </a:ext>
              </a:extLst>
            </p:cNvPr>
            <p:cNvSpPr/>
            <p:nvPr/>
          </p:nvSpPr>
          <p:spPr>
            <a:xfrm>
              <a:off x="7735761" y="3795302"/>
              <a:ext cx="122717" cy="69735"/>
            </a:xfrm>
            <a:custGeom>
              <a:avLst/>
              <a:gdLst/>
              <a:ahLst/>
              <a:cxnLst/>
              <a:rect l="l" t="t" r="r" b="b"/>
              <a:pathLst>
                <a:path w="122717" h="69735" extrusionOk="0">
                  <a:moveTo>
                    <a:pt x="0" y="69736"/>
                  </a:moveTo>
                  <a:lnTo>
                    <a:pt x="122717" y="69736"/>
                  </a:lnTo>
                  <a:lnTo>
                    <a:pt x="122717" y="9924"/>
                  </a:lnTo>
                  <a:cubicBezTo>
                    <a:pt x="122717" y="4452"/>
                    <a:pt x="118231" y="0"/>
                    <a:pt x="112794" y="0"/>
                  </a:cubicBezTo>
                  <a:lnTo>
                    <a:pt x="9924" y="0"/>
                  </a:lnTo>
                  <a:cubicBezTo>
                    <a:pt x="4452" y="0"/>
                    <a:pt x="0" y="4486"/>
                    <a:pt x="0" y="9924"/>
                  </a:cubicBezTo>
                  <a:lnTo>
                    <a:pt x="0" y="697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1" name="Google Shape;1390;p30">
              <a:extLst>
                <a:ext uri="{FF2B5EF4-FFF2-40B4-BE49-F238E27FC236}">
                  <a16:creationId xmlns:a16="http://schemas.microsoft.com/office/drawing/2014/main" id="{5F8245EB-C3FD-B2A8-2AC0-3F3A9BA89847}"/>
                </a:ext>
              </a:extLst>
            </p:cNvPr>
            <p:cNvSpPr/>
            <p:nvPr/>
          </p:nvSpPr>
          <p:spPr>
            <a:xfrm>
              <a:off x="7735897" y="3795268"/>
              <a:ext cx="122444" cy="8292"/>
            </a:xfrm>
            <a:custGeom>
              <a:avLst/>
              <a:gdLst/>
              <a:ahLst/>
              <a:cxnLst/>
              <a:rect l="l" t="t" r="r" b="b"/>
              <a:pathLst>
                <a:path w="122444" h="8292" extrusionOk="0">
                  <a:moveTo>
                    <a:pt x="122445" y="8292"/>
                  </a:moveTo>
                  <a:cubicBezTo>
                    <a:pt x="121663" y="3603"/>
                    <a:pt x="117551" y="0"/>
                    <a:pt x="112658" y="0"/>
                  </a:cubicBezTo>
                  <a:lnTo>
                    <a:pt x="9788" y="0"/>
                  </a:lnTo>
                  <a:cubicBezTo>
                    <a:pt x="4894" y="0"/>
                    <a:pt x="782" y="3603"/>
                    <a:pt x="0" y="8292"/>
                  </a:cubicBezTo>
                  <a:lnTo>
                    <a:pt x="122445" y="82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2" name="Google Shape;1391;p30">
              <a:extLst>
                <a:ext uri="{FF2B5EF4-FFF2-40B4-BE49-F238E27FC236}">
                  <a16:creationId xmlns:a16="http://schemas.microsoft.com/office/drawing/2014/main" id="{DB7DCCC9-EEF1-A074-A1FE-47EE8B9BDEB9}"/>
                </a:ext>
              </a:extLst>
            </p:cNvPr>
            <p:cNvSpPr/>
            <p:nvPr/>
          </p:nvSpPr>
          <p:spPr>
            <a:xfrm>
              <a:off x="7761249" y="3757172"/>
              <a:ext cx="71740" cy="39727"/>
            </a:xfrm>
            <a:custGeom>
              <a:avLst/>
              <a:gdLst/>
              <a:ahLst/>
              <a:cxnLst/>
              <a:rect l="l" t="t" r="r" b="b"/>
              <a:pathLst>
                <a:path w="71740" h="39727" extrusionOk="0">
                  <a:moveTo>
                    <a:pt x="0" y="39727"/>
                  </a:moveTo>
                  <a:lnTo>
                    <a:pt x="71741" y="39727"/>
                  </a:lnTo>
                  <a:lnTo>
                    <a:pt x="71741" y="9923"/>
                  </a:lnTo>
                  <a:cubicBezTo>
                    <a:pt x="71741" y="4452"/>
                    <a:pt x="67289" y="0"/>
                    <a:pt x="61818" y="0"/>
                  </a:cubicBezTo>
                  <a:lnTo>
                    <a:pt x="9958" y="0"/>
                  </a:lnTo>
                  <a:cubicBezTo>
                    <a:pt x="4486" y="0"/>
                    <a:pt x="34" y="4452"/>
                    <a:pt x="34" y="9923"/>
                  </a:cubicBezTo>
                  <a:lnTo>
                    <a:pt x="34" y="397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3" name="Google Shape;1392;p30">
              <a:extLst>
                <a:ext uri="{FF2B5EF4-FFF2-40B4-BE49-F238E27FC236}">
                  <a16:creationId xmlns:a16="http://schemas.microsoft.com/office/drawing/2014/main" id="{67BD818A-B4B3-6D89-D46D-0AC72E0495B5}"/>
                </a:ext>
              </a:extLst>
            </p:cNvPr>
            <p:cNvSpPr/>
            <p:nvPr/>
          </p:nvSpPr>
          <p:spPr>
            <a:xfrm>
              <a:off x="7761556" y="3757138"/>
              <a:ext cx="71196" cy="7646"/>
            </a:xfrm>
            <a:custGeom>
              <a:avLst/>
              <a:gdLst/>
              <a:ahLst/>
              <a:cxnLst/>
              <a:rect l="l" t="t" r="r" b="b"/>
              <a:pathLst>
                <a:path w="71196" h="7646" extrusionOk="0">
                  <a:moveTo>
                    <a:pt x="71163" y="7646"/>
                  </a:moveTo>
                  <a:cubicBezTo>
                    <a:pt x="70110" y="3262"/>
                    <a:pt x="66167" y="0"/>
                    <a:pt x="61512" y="0"/>
                  </a:cubicBezTo>
                  <a:lnTo>
                    <a:pt x="9652" y="0"/>
                  </a:lnTo>
                  <a:cubicBezTo>
                    <a:pt x="4996" y="0"/>
                    <a:pt x="1020" y="3262"/>
                    <a:pt x="0" y="7646"/>
                  </a:cubicBezTo>
                  <a:lnTo>
                    <a:pt x="71197" y="76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4" name="Google Shape;1393;p30">
              <a:extLst>
                <a:ext uri="{FF2B5EF4-FFF2-40B4-BE49-F238E27FC236}">
                  <a16:creationId xmlns:a16="http://schemas.microsoft.com/office/drawing/2014/main" id="{EC07490B-33C3-45EA-A404-FA296970BB17}"/>
                </a:ext>
              </a:extLst>
            </p:cNvPr>
            <p:cNvSpPr/>
            <p:nvPr/>
          </p:nvSpPr>
          <p:spPr>
            <a:xfrm>
              <a:off x="7578755" y="3861231"/>
              <a:ext cx="171280" cy="178790"/>
            </a:xfrm>
            <a:custGeom>
              <a:avLst/>
              <a:gdLst/>
              <a:ahLst/>
              <a:cxnLst/>
              <a:rect l="l" t="t" r="r" b="b"/>
              <a:pathLst>
                <a:path w="171280" h="178790" extrusionOk="0">
                  <a:moveTo>
                    <a:pt x="112216" y="0"/>
                  </a:moveTo>
                  <a:lnTo>
                    <a:pt x="171281" y="54850"/>
                  </a:lnTo>
                  <a:lnTo>
                    <a:pt x="28750" y="178791"/>
                  </a:lnTo>
                  <a:lnTo>
                    <a:pt x="0" y="152079"/>
                  </a:lnTo>
                  <a:lnTo>
                    <a:pt x="112250" y="0"/>
                  </a:lnTo>
                  <a:lnTo>
                    <a:pt x="112250" y="0"/>
                  </a:lnTo>
                  <a:close/>
                  <a:moveTo>
                    <a:pt x="108410" y="63312"/>
                  </a:moveTo>
                  <a:cubicBezTo>
                    <a:pt x="105419" y="60458"/>
                    <a:pt x="100593" y="60594"/>
                    <a:pt x="97738" y="63584"/>
                  </a:cubicBezTo>
                  <a:lnTo>
                    <a:pt x="51996" y="111910"/>
                  </a:lnTo>
                  <a:cubicBezTo>
                    <a:pt x="49141" y="114900"/>
                    <a:pt x="49277" y="119726"/>
                    <a:pt x="52302" y="122581"/>
                  </a:cubicBezTo>
                  <a:lnTo>
                    <a:pt x="52302" y="122581"/>
                  </a:lnTo>
                  <a:cubicBezTo>
                    <a:pt x="55326" y="125436"/>
                    <a:pt x="60119" y="125300"/>
                    <a:pt x="62973" y="122309"/>
                  </a:cubicBezTo>
                  <a:lnTo>
                    <a:pt x="108715" y="73984"/>
                  </a:lnTo>
                  <a:cubicBezTo>
                    <a:pt x="111570" y="70959"/>
                    <a:pt x="111434" y="66167"/>
                    <a:pt x="108444" y="63312"/>
                  </a:cubicBezTo>
                  <a:lnTo>
                    <a:pt x="108444" y="633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5" name="Google Shape;1394;p30">
              <a:extLst>
                <a:ext uri="{FF2B5EF4-FFF2-40B4-BE49-F238E27FC236}">
                  <a16:creationId xmlns:a16="http://schemas.microsoft.com/office/drawing/2014/main" id="{BE1F5789-48AE-C79B-1162-57D05594F5A4}"/>
                </a:ext>
              </a:extLst>
            </p:cNvPr>
            <p:cNvSpPr/>
            <p:nvPr/>
          </p:nvSpPr>
          <p:spPr>
            <a:xfrm>
              <a:off x="7845327" y="3860042"/>
              <a:ext cx="171279" cy="178824"/>
            </a:xfrm>
            <a:custGeom>
              <a:avLst/>
              <a:gdLst/>
              <a:ahLst/>
              <a:cxnLst/>
              <a:rect l="l" t="t" r="r" b="b"/>
              <a:pathLst>
                <a:path w="171279" h="178824" extrusionOk="0">
                  <a:moveTo>
                    <a:pt x="59064" y="0"/>
                  </a:moveTo>
                  <a:lnTo>
                    <a:pt x="0" y="54850"/>
                  </a:lnTo>
                  <a:lnTo>
                    <a:pt x="142529" y="178825"/>
                  </a:lnTo>
                  <a:lnTo>
                    <a:pt x="171280" y="152113"/>
                  </a:lnTo>
                  <a:lnTo>
                    <a:pt x="59030" y="34"/>
                  </a:lnTo>
                  <a:lnTo>
                    <a:pt x="59030" y="34"/>
                  </a:lnTo>
                  <a:close/>
                  <a:moveTo>
                    <a:pt x="62871" y="63312"/>
                  </a:moveTo>
                  <a:cubicBezTo>
                    <a:pt x="65895" y="60458"/>
                    <a:pt x="70686" y="60594"/>
                    <a:pt x="73541" y="63584"/>
                  </a:cubicBezTo>
                  <a:lnTo>
                    <a:pt x="119284" y="111910"/>
                  </a:lnTo>
                  <a:cubicBezTo>
                    <a:pt x="122139" y="114934"/>
                    <a:pt x="122003" y="119726"/>
                    <a:pt x="119012" y="122581"/>
                  </a:cubicBezTo>
                  <a:lnTo>
                    <a:pt x="119012" y="122581"/>
                  </a:lnTo>
                  <a:cubicBezTo>
                    <a:pt x="115987" y="125435"/>
                    <a:pt x="111196" y="125300"/>
                    <a:pt x="108341" y="122309"/>
                  </a:cubicBezTo>
                  <a:lnTo>
                    <a:pt x="62599" y="73983"/>
                  </a:lnTo>
                  <a:cubicBezTo>
                    <a:pt x="59744" y="70959"/>
                    <a:pt x="59880" y="66167"/>
                    <a:pt x="62904" y="63312"/>
                  </a:cubicBezTo>
                  <a:lnTo>
                    <a:pt x="62904" y="633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6" name="Google Shape;1395;p30">
              <a:extLst>
                <a:ext uri="{FF2B5EF4-FFF2-40B4-BE49-F238E27FC236}">
                  <a16:creationId xmlns:a16="http://schemas.microsoft.com/office/drawing/2014/main" id="{07FCE527-6809-1C06-17B9-F73A7F9DBDE4}"/>
                </a:ext>
              </a:extLst>
            </p:cNvPr>
            <p:cNvSpPr/>
            <p:nvPr/>
          </p:nvSpPr>
          <p:spPr>
            <a:xfrm>
              <a:off x="7679538" y="3848961"/>
              <a:ext cx="80741" cy="80717"/>
            </a:xfrm>
            <a:custGeom>
              <a:avLst/>
              <a:gdLst/>
              <a:ahLst/>
              <a:cxnLst/>
              <a:rect l="l" t="t" r="r" b="b"/>
              <a:pathLst>
                <a:path w="80741" h="80717" extrusionOk="0">
                  <a:moveTo>
                    <a:pt x="12928" y="69942"/>
                  </a:moveTo>
                  <a:cubicBezTo>
                    <a:pt x="29241" y="85099"/>
                    <a:pt x="54797" y="84147"/>
                    <a:pt x="69953" y="67835"/>
                  </a:cubicBezTo>
                  <a:cubicBezTo>
                    <a:pt x="85110" y="51488"/>
                    <a:pt x="84193" y="25966"/>
                    <a:pt x="67847" y="10775"/>
                  </a:cubicBezTo>
                  <a:cubicBezTo>
                    <a:pt x="51534" y="-4382"/>
                    <a:pt x="25978" y="-3430"/>
                    <a:pt x="10787" y="12882"/>
                  </a:cubicBezTo>
                  <a:cubicBezTo>
                    <a:pt x="-4369" y="29229"/>
                    <a:pt x="-3452" y="54751"/>
                    <a:pt x="12894" y="6994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7" name="Google Shape;1396;p30">
              <a:extLst>
                <a:ext uri="{FF2B5EF4-FFF2-40B4-BE49-F238E27FC236}">
                  <a16:creationId xmlns:a16="http://schemas.microsoft.com/office/drawing/2014/main" id="{B415391D-1868-31AA-55D4-146CA99C34BE}"/>
                </a:ext>
              </a:extLst>
            </p:cNvPr>
            <p:cNvSpPr/>
            <p:nvPr/>
          </p:nvSpPr>
          <p:spPr>
            <a:xfrm>
              <a:off x="7835027" y="3847805"/>
              <a:ext cx="80683" cy="80683"/>
            </a:xfrm>
            <a:custGeom>
              <a:avLst/>
              <a:gdLst/>
              <a:ahLst/>
              <a:cxnLst/>
              <a:rect l="l" t="t" r="r" b="b"/>
              <a:pathLst>
                <a:path w="80683" h="80683" extrusionOk="0">
                  <a:moveTo>
                    <a:pt x="67835" y="69908"/>
                  </a:moveTo>
                  <a:cubicBezTo>
                    <a:pt x="51488" y="85065"/>
                    <a:pt x="25966" y="84113"/>
                    <a:pt x="10775" y="67801"/>
                  </a:cubicBezTo>
                  <a:cubicBezTo>
                    <a:pt x="-4382" y="51488"/>
                    <a:pt x="-3430" y="25932"/>
                    <a:pt x="12882" y="10775"/>
                  </a:cubicBezTo>
                  <a:cubicBezTo>
                    <a:pt x="29194" y="-4381"/>
                    <a:pt x="54751" y="-3430"/>
                    <a:pt x="69907" y="12882"/>
                  </a:cubicBezTo>
                  <a:cubicBezTo>
                    <a:pt x="85065" y="29229"/>
                    <a:pt x="84113" y="54751"/>
                    <a:pt x="67801" y="6994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8" name="Google Shape;1397;p30">
              <a:extLst>
                <a:ext uri="{FF2B5EF4-FFF2-40B4-BE49-F238E27FC236}">
                  <a16:creationId xmlns:a16="http://schemas.microsoft.com/office/drawing/2014/main" id="{6B5A2C53-5FEB-3319-9AA7-BEDD25D881DF}"/>
                </a:ext>
              </a:extLst>
            </p:cNvPr>
            <p:cNvSpPr/>
            <p:nvPr/>
          </p:nvSpPr>
          <p:spPr>
            <a:xfrm>
              <a:off x="7577226" y="3998731"/>
              <a:ext cx="139844" cy="148884"/>
            </a:xfrm>
            <a:custGeom>
              <a:avLst/>
              <a:gdLst/>
              <a:ahLst/>
              <a:cxnLst/>
              <a:rect l="l" t="t" r="r" b="b"/>
              <a:pathLst>
                <a:path w="139844" h="148884" extrusionOk="0">
                  <a:moveTo>
                    <a:pt x="0" y="43874"/>
                  </a:moveTo>
                  <a:lnTo>
                    <a:pt x="50025" y="0"/>
                  </a:lnTo>
                  <a:lnTo>
                    <a:pt x="139844" y="127509"/>
                  </a:lnTo>
                  <a:lnTo>
                    <a:pt x="115478" y="148885"/>
                  </a:lnTo>
                  <a:lnTo>
                    <a:pt x="0" y="43874"/>
                  </a:lnTo>
                  <a:lnTo>
                    <a:pt x="0" y="43874"/>
                  </a:lnTo>
                  <a:close/>
                  <a:moveTo>
                    <a:pt x="94917" y="101884"/>
                  </a:moveTo>
                  <a:lnTo>
                    <a:pt x="94917" y="101884"/>
                  </a:lnTo>
                  <a:cubicBezTo>
                    <a:pt x="97500" y="99709"/>
                    <a:pt x="97772" y="95802"/>
                    <a:pt x="95564" y="93253"/>
                  </a:cubicBezTo>
                  <a:lnTo>
                    <a:pt x="60322" y="52234"/>
                  </a:lnTo>
                  <a:cubicBezTo>
                    <a:pt x="58113" y="49685"/>
                    <a:pt x="54239" y="49379"/>
                    <a:pt x="51656" y="51588"/>
                  </a:cubicBezTo>
                  <a:lnTo>
                    <a:pt x="51656" y="51588"/>
                  </a:lnTo>
                  <a:cubicBezTo>
                    <a:pt x="49107" y="53797"/>
                    <a:pt x="48802" y="57671"/>
                    <a:pt x="51010" y="60220"/>
                  </a:cubicBezTo>
                  <a:lnTo>
                    <a:pt x="86252" y="101239"/>
                  </a:lnTo>
                  <a:cubicBezTo>
                    <a:pt x="88427" y="103788"/>
                    <a:pt x="92335" y="104093"/>
                    <a:pt x="94883" y="1018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9" name="Google Shape;1398;p30">
              <a:extLst>
                <a:ext uri="{FF2B5EF4-FFF2-40B4-BE49-F238E27FC236}">
                  <a16:creationId xmlns:a16="http://schemas.microsoft.com/office/drawing/2014/main" id="{ECD5040A-FAB2-DC4E-B8B8-BFB18ADFA74C}"/>
                </a:ext>
              </a:extLst>
            </p:cNvPr>
            <p:cNvSpPr/>
            <p:nvPr/>
          </p:nvSpPr>
          <p:spPr>
            <a:xfrm>
              <a:off x="7878257" y="3997576"/>
              <a:ext cx="139844" cy="148884"/>
            </a:xfrm>
            <a:custGeom>
              <a:avLst/>
              <a:gdLst/>
              <a:ahLst/>
              <a:cxnLst/>
              <a:rect l="l" t="t" r="r" b="b"/>
              <a:pathLst>
                <a:path w="139844" h="148884" extrusionOk="0">
                  <a:moveTo>
                    <a:pt x="139844" y="43874"/>
                  </a:moveTo>
                  <a:lnTo>
                    <a:pt x="89820" y="0"/>
                  </a:lnTo>
                  <a:lnTo>
                    <a:pt x="0" y="127509"/>
                  </a:lnTo>
                  <a:lnTo>
                    <a:pt x="24366" y="148884"/>
                  </a:lnTo>
                  <a:lnTo>
                    <a:pt x="139844" y="43874"/>
                  </a:lnTo>
                  <a:lnTo>
                    <a:pt x="139844" y="43874"/>
                  </a:lnTo>
                  <a:close/>
                  <a:moveTo>
                    <a:pt x="44927" y="101884"/>
                  </a:moveTo>
                  <a:lnTo>
                    <a:pt x="44927" y="101884"/>
                  </a:lnTo>
                  <a:cubicBezTo>
                    <a:pt x="42378" y="99709"/>
                    <a:pt x="42072" y="95801"/>
                    <a:pt x="44281" y="93252"/>
                  </a:cubicBezTo>
                  <a:lnTo>
                    <a:pt x="79523" y="52268"/>
                  </a:lnTo>
                  <a:cubicBezTo>
                    <a:pt x="81732" y="49685"/>
                    <a:pt x="85606" y="49413"/>
                    <a:pt x="88155" y="51622"/>
                  </a:cubicBezTo>
                  <a:lnTo>
                    <a:pt x="88155" y="51622"/>
                  </a:lnTo>
                  <a:cubicBezTo>
                    <a:pt x="90703" y="53831"/>
                    <a:pt x="91010" y="57705"/>
                    <a:pt x="88800" y="60254"/>
                  </a:cubicBezTo>
                  <a:lnTo>
                    <a:pt x="53559" y="101273"/>
                  </a:lnTo>
                  <a:cubicBezTo>
                    <a:pt x="51350" y="103821"/>
                    <a:pt x="47476" y="104127"/>
                    <a:pt x="44893" y="1019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0" name="Google Shape;1399;p30">
              <a:extLst>
                <a:ext uri="{FF2B5EF4-FFF2-40B4-BE49-F238E27FC236}">
                  <a16:creationId xmlns:a16="http://schemas.microsoft.com/office/drawing/2014/main" id="{34037D4F-30A2-51CA-38D7-5AD42CCB2D92}"/>
                </a:ext>
              </a:extLst>
            </p:cNvPr>
            <p:cNvSpPr/>
            <p:nvPr/>
          </p:nvSpPr>
          <p:spPr>
            <a:xfrm>
              <a:off x="7569444" y="3987823"/>
              <a:ext cx="66646" cy="66675"/>
            </a:xfrm>
            <a:custGeom>
              <a:avLst/>
              <a:gdLst/>
              <a:ahLst/>
              <a:cxnLst/>
              <a:rect l="l" t="t" r="r" b="b"/>
              <a:pathLst>
                <a:path w="66646" h="66675" extrusionOk="0">
                  <a:moveTo>
                    <a:pt x="55291" y="58384"/>
                  </a:moveTo>
                  <a:cubicBezTo>
                    <a:pt x="69123" y="46252"/>
                    <a:pt x="70516" y="25182"/>
                    <a:pt x="58384" y="11350"/>
                  </a:cubicBezTo>
                  <a:cubicBezTo>
                    <a:pt x="46252" y="-2482"/>
                    <a:pt x="25182" y="-3875"/>
                    <a:pt x="11350" y="8291"/>
                  </a:cubicBezTo>
                  <a:cubicBezTo>
                    <a:pt x="-2482" y="20424"/>
                    <a:pt x="-3875" y="41494"/>
                    <a:pt x="8291" y="55325"/>
                  </a:cubicBezTo>
                  <a:cubicBezTo>
                    <a:pt x="20424" y="69157"/>
                    <a:pt x="41494" y="70550"/>
                    <a:pt x="55325" y="583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1" name="Google Shape;1400;p30">
              <a:extLst>
                <a:ext uri="{FF2B5EF4-FFF2-40B4-BE49-F238E27FC236}">
                  <a16:creationId xmlns:a16="http://schemas.microsoft.com/office/drawing/2014/main" id="{66A0D109-4FD5-8BC2-8DC9-FA53BD631687}"/>
                </a:ext>
              </a:extLst>
            </p:cNvPr>
            <p:cNvSpPr/>
            <p:nvPr/>
          </p:nvSpPr>
          <p:spPr>
            <a:xfrm>
              <a:off x="7959242" y="3986668"/>
              <a:ext cx="66675" cy="66680"/>
            </a:xfrm>
            <a:custGeom>
              <a:avLst/>
              <a:gdLst/>
              <a:ahLst/>
              <a:cxnLst/>
              <a:rect l="l" t="t" r="r" b="b"/>
              <a:pathLst>
                <a:path w="66675" h="66680" extrusionOk="0">
                  <a:moveTo>
                    <a:pt x="55325" y="58384"/>
                  </a:moveTo>
                  <a:cubicBezTo>
                    <a:pt x="69157" y="46252"/>
                    <a:pt x="70550" y="25181"/>
                    <a:pt x="58384" y="11350"/>
                  </a:cubicBezTo>
                  <a:cubicBezTo>
                    <a:pt x="46252" y="-2482"/>
                    <a:pt x="25182" y="-3875"/>
                    <a:pt x="11350" y="8291"/>
                  </a:cubicBezTo>
                  <a:cubicBezTo>
                    <a:pt x="-2482" y="20423"/>
                    <a:pt x="-3875" y="41494"/>
                    <a:pt x="8292" y="55325"/>
                  </a:cubicBezTo>
                  <a:cubicBezTo>
                    <a:pt x="20423" y="69157"/>
                    <a:pt x="41494" y="70550"/>
                    <a:pt x="55325" y="584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2" name="Google Shape;1401;p30">
              <a:extLst>
                <a:ext uri="{FF2B5EF4-FFF2-40B4-BE49-F238E27FC236}">
                  <a16:creationId xmlns:a16="http://schemas.microsoft.com/office/drawing/2014/main" id="{916C71B7-1515-5A6C-BA4E-1B88120CC60D}"/>
                </a:ext>
              </a:extLst>
            </p:cNvPr>
            <p:cNvSpPr/>
            <p:nvPr/>
          </p:nvSpPr>
          <p:spPr>
            <a:xfrm>
              <a:off x="7693791" y="3864562"/>
              <a:ext cx="206598" cy="49514"/>
            </a:xfrm>
            <a:custGeom>
              <a:avLst/>
              <a:gdLst/>
              <a:ahLst/>
              <a:cxnLst/>
              <a:rect l="l" t="t" r="r" b="b"/>
              <a:pathLst>
                <a:path w="206598" h="49514" extrusionOk="0">
                  <a:moveTo>
                    <a:pt x="22939" y="0"/>
                  </a:moveTo>
                  <a:lnTo>
                    <a:pt x="183684" y="0"/>
                  </a:lnTo>
                  <a:cubicBezTo>
                    <a:pt x="214236" y="0"/>
                    <a:pt x="214236" y="49515"/>
                    <a:pt x="183684" y="49515"/>
                  </a:cubicBezTo>
                  <a:lnTo>
                    <a:pt x="22939" y="49515"/>
                  </a:lnTo>
                  <a:cubicBezTo>
                    <a:pt x="-7646" y="49515"/>
                    <a:pt x="-7646" y="0"/>
                    <a:pt x="229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3" name="Google Shape;1402;p30">
              <a:extLst>
                <a:ext uri="{FF2B5EF4-FFF2-40B4-BE49-F238E27FC236}">
                  <a16:creationId xmlns:a16="http://schemas.microsoft.com/office/drawing/2014/main" id="{4EDC28F4-4FE9-06A9-6101-0215FC01786B}"/>
                </a:ext>
              </a:extLst>
            </p:cNvPr>
            <p:cNvSpPr/>
            <p:nvPr/>
          </p:nvSpPr>
          <p:spPr>
            <a:xfrm>
              <a:off x="7696544" y="4116996"/>
              <a:ext cx="77585" cy="32556"/>
            </a:xfrm>
            <a:custGeom>
              <a:avLst/>
              <a:gdLst/>
              <a:ahLst/>
              <a:cxnLst/>
              <a:rect l="l" t="t" r="r" b="b"/>
              <a:pathLst>
                <a:path w="77585" h="32556" extrusionOk="0">
                  <a:moveTo>
                    <a:pt x="0" y="32557"/>
                  </a:moveTo>
                  <a:lnTo>
                    <a:pt x="2447" y="0"/>
                  </a:lnTo>
                  <a:lnTo>
                    <a:pt x="77585" y="20526"/>
                  </a:lnTo>
                  <a:lnTo>
                    <a:pt x="77314" y="24468"/>
                  </a:lnTo>
                  <a:lnTo>
                    <a:pt x="0" y="3255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4" name="Google Shape;1403;p30">
              <a:extLst>
                <a:ext uri="{FF2B5EF4-FFF2-40B4-BE49-F238E27FC236}">
                  <a16:creationId xmlns:a16="http://schemas.microsoft.com/office/drawing/2014/main" id="{A5AC30F8-8342-0C8E-A246-B0C0EE5EFDA9}"/>
                </a:ext>
              </a:extLst>
            </p:cNvPr>
            <p:cNvSpPr/>
            <p:nvPr/>
          </p:nvSpPr>
          <p:spPr>
            <a:xfrm>
              <a:off x="7821198" y="4115840"/>
              <a:ext cx="77620" cy="32523"/>
            </a:xfrm>
            <a:custGeom>
              <a:avLst/>
              <a:gdLst/>
              <a:ahLst/>
              <a:cxnLst/>
              <a:rect l="l" t="t" r="r" b="b"/>
              <a:pathLst>
                <a:path w="77620" h="32523" extrusionOk="0">
                  <a:moveTo>
                    <a:pt x="77620" y="32523"/>
                  </a:moveTo>
                  <a:lnTo>
                    <a:pt x="75172" y="0"/>
                  </a:lnTo>
                  <a:lnTo>
                    <a:pt x="0" y="20493"/>
                  </a:lnTo>
                  <a:lnTo>
                    <a:pt x="306" y="24435"/>
                  </a:lnTo>
                  <a:lnTo>
                    <a:pt x="77620" y="3252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5" name="Google Shape;1404;p30">
              <a:extLst>
                <a:ext uri="{FF2B5EF4-FFF2-40B4-BE49-F238E27FC236}">
                  <a16:creationId xmlns:a16="http://schemas.microsoft.com/office/drawing/2014/main" id="{16DE56DE-0F78-EEBB-DB3B-6A10B344911B}"/>
                </a:ext>
              </a:extLst>
            </p:cNvPr>
            <p:cNvSpPr/>
            <p:nvPr/>
          </p:nvSpPr>
          <p:spPr>
            <a:xfrm>
              <a:off x="7670017" y="4095145"/>
              <a:ext cx="66633" cy="66675"/>
            </a:xfrm>
            <a:custGeom>
              <a:avLst/>
              <a:gdLst/>
              <a:ahLst/>
              <a:cxnLst/>
              <a:rect l="l" t="t" r="r" b="b"/>
              <a:pathLst>
                <a:path w="66633" h="66675" extrusionOk="0">
                  <a:moveTo>
                    <a:pt x="55278" y="58384"/>
                  </a:moveTo>
                  <a:cubicBezTo>
                    <a:pt x="69110" y="46252"/>
                    <a:pt x="70503" y="25182"/>
                    <a:pt x="58370" y="11350"/>
                  </a:cubicBezTo>
                  <a:cubicBezTo>
                    <a:pt x="46238" y="-2482"/>
                    <a:pt x="25168" y="-3875"/>
                    <a:pt x="11337" y="8291"/>
                  </a:cubicBezTo>
                  <a:cubicBezTo>
                    <a:pt x="-2495" y="20424"/>
                    <a:pt x="-3855" y="41494"/>
                    <a:pt x="8278" y="55325"/>
                  </a:cubicBezTo>
                  <a:cubicBezTo>
                    <a:pt x="20410" y="69157"/>
                    <a:pt x="41480" y="70550"/>
                    <a:pt x="55278" y="583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6" name="Google Shape;1405;p30">
              <a:extLst>
                <a:ext uri="{FF2B5EF4-FFF2-40B4-BE49-F238E27FC236}">
                  <a16:creationId xmlns:a16="http://schemas.microsoft.com/office/drawing/2014/main" id="{7E4B5CD2-360A-5AC9-4291-2943DEA25F9A}"/>
                </a:ext>
              </a:extLst>
            </p:cNvPr>
            <p:cNvSpPr/>
            <p:nvPr/>
          </p:nvSpPr>
          <p:spPr>
            <a:xfrm>
              <a:off x="7858678" y="4093955"/>
              <a:ext cx="66646" cy="66680"/>
            </a:xfrm>
            <a:custGeom>
              <a:avLst/>
              <a:gdLst/>
              <a:ahLst/>
              <a:cxnLst/>
              <a:rect l="l" t="t" r="r" b="b"/>
              <a:pathLst>
                <a:path w="66646" h="66680" extrusionOk="0">
                  <a:moveTo>
                    <a:pt x="11355" y="58384"/>
                  </a:moveTo>
                  <a:cubicBezTo>
                    <a:pt x="-2476" y="46252"/>
                    <a:pt x="-3870" y="25182"/>
                    <a:pt x="8263" y="11350"/>
                  </a:cubicBezTo>
                  <a:cubicBezTo>
                    <a:pt x="20395" y="-2482"/>
                    <a:pt x="41465" y="-3875"/>
                    <a:pt x="55297" y="8291"/>
                  </a:cubicBezTo>
                  <a:cubicBezTo>
                    <a:pt x="69128" y="20424"/>
                    <a:pt x="70522" y="41494"/>
                    <a:pt x="58355" y="55325"/>
                  </a:cubicBezTo>
                  <a:cubicBezTo>
                    <a:pt x="46223" y="69157"/>
                    <a:pt x="25153" y="70550"/>
                    <a:pt x="11321" y="584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7" name="Google Shape;1406;p30">
              <a:extLst>
                <a:ext uri="{FF2B5EF4-FFF2-40B4-BE49-F238E27FC236}">
                  <a16:creationId xmlns:a16="http://schemas.microsoft.com/office/drawing/2014/main" id="{507E5FB8-6271-3AA7-C8D9-BD30246A10C3}"/>
                </a:ext>
              </a:extLst>
            </p:cNvPr>
            <p:cNvSpPr/>
            <p:nvPr/>
          </p:nvSpPr>
          <p:spPr>
            <a:xfrm>
              <a:off x="7582799" y="4001246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8" y="39897"/>
                  </a:moveTo>
                  <a:cubicBezTo>
                    <a:pt x="30959" y="39897"/>
                    <a:pt x="39897" y="30925"/>
                    <a:pt x="39897" y="19949"/>
                  </a:cubicBezTo>
                  <a:cubicBezTo>
                    <a:pt x="39897" y="8972"/>
                    <a:pt x="30925" y="0"/>
                    <a:pt x="19948" y="0"/>
                  </a:cubicBezTo>
                  <a:cubicBezTo>
                    <a:pt x="8971" y="0"/>
                    <a:pt x="0" y="8972"/>
                    <a:pt x="0" y="19949"/>
                  </a:cubicBezTo>
                  <a:cubicBezTo>
                    <a:pt x="0" y="30925"/>
                    <a:pt x="8971" y="39897"/>
                    <a:pt x="19948" y="398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8" name="Google Shape;1407;p30">
              <a:extLst>
                <a:ext uri="{FF2B5EF4-FFF2-40B4-BE49-F238E27FC236}">
                  <a16:creationId xmlns:a16="http://schemas.microsoft.com/office/drawing/2014/main" id="{397618F4-7DB1-39E4-1AAB-7A775C39B77A}"/>
                </a:ext>
              </a:extLst>
            </p:cNvPr>
            <p:cNvSpPr/>
            <p:nvPr/>
          </p:nvSpPr>
          <p:spPr>
            <a:xfrm>
              <a:off x="7972631" y="4000056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8" y="39897"/>
                  </a:moveTo>
                  <a:cubicBezTo>
                    <a:pt x="30959" y="39897"/>
                    <a:pt x="39897" y="30925"/>
                    <a:pt x="39897" y="19949"/>
                  </a:cubicBezTo>
                  <a:cubicBezTo>
                    <a:pt x="39897" y="8972"/>
                    <a:pt x="30925" y="0"/>
                    <a:pt x="19948" y="0"/>
                  </a:cubicBezTo>
                  <a:cubicBezTo>
                    <a:pt x="8971" y="0"/>
                    <a:pt x="0" y="8972"/>
                    <a:pt x="0" y="19949"/>
                  </a:cubicBezTo>
                  <a:cubicBezTo>
                    <a:pt x="0" y="30925"/>
                    <a:pt x="8971" y="39897"/>
                    <a:pt x="19948" y="398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9" name="Google Shape;1408;p30">
              <a:extLst>
                <a:ext uri="{FF2B5EF4-FFF2-40B4-BE49-F238E27FC236}">
                  <a16:creationId xmlns:a16="http://schemas.microsoft.com/office/drawing/2014/main" id="{C5B731EB-78D8-9CE7-5784-7DDB11270634}"/>
                </a:ext>
              </a:extLst>
            </p:cNvPr>
            <p:cNvSpPr/>
            <p:nvPr/>
          </p:nvSpPr>
          <p:spPr>
            <a:xfrm>
              <a:off x="7592212" y="4010625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7" y="21070"/>
                    <a:pt x="21071" y="16347"/>
                    <a:pt x="21071" y="10535"/>
                  </a:cubicBezTo>
                  <a:cubicBezTo>
                    <a:pt x="21071" y="4724"/>
                    <a:pt x="16347" y="0"/>
                    <a:pt x="10535" y="0"/>
                  </a:cubicBezTo>
                  <a:cubicBezTo>
                    <a:pt x="4724" y="0"/>
                    <a:pt x="0" y="4724"/>
                    <a:pt x="0" y="10535"/>
                  </a:cubicBezTo>
                  <a:cubicBezTo>
                    <a:pt x="0" y="16347"/>
                    <a:pt x="4724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0" name="Google Shape;1409;p30">
              <a:extLst>
                <a:ext uri="{FF2B5EF4-FFF2-40B4-BE49-F238E27FC236}">
                  <a16:creationId xmlns:a16="http://schemas.microsoft.com/office/drawing/2014/main" id="{8A77339B-0CD1-18BD-096A-1B05717D836E}"/>
                </a:ext>
              </a:extLst>
            </p:cNvPr>
            <p:cNvSpPr/>
            <p:nvPr/>
          </p:nvSpPr>
          <p:spPr>
            <a:xfrm>
              <a:off x="7982045" y="4009470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6" y="21070"/>
                    <a:pt x="21070" y="16346"/>
                    <a:pt x="21070" y="10535"/>
                  </a:cubicBezTo>
                  <a:cubicBezTo>
                    <a:pt x="21070" y="4724"/>
                    <a:pt x="16346" y="0"/>
                    <a:pt x="10535" y="0"/>
                  </a:cubicBezTo>
                  <a:cubicBezTo>
                    <a:pt x="4723" y="0"/>
                    <a:pt x="0" y="4724"/>
                    <a:pt x="0" y="10535"/>
                  </a:cubicBezTo>
                  <a:cubicBezTo>
                    <a:pt x="0" y="16346"/>
                    <a:pt x="4723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1" name="Google Shape;1410;p30">
              <a:extLst>
                <a:ext uri="{FF2B5EF4-FFF2-40B4-BE49-F238E27FC236}">
                  <a16:creationId xmlns:a16="http://schemas.microsoft.com/office/drawing/2014/main" id="{3D4A3EBD-CCE0-9C35-FC25-437B6296CE1D}"/>
                </a:ext>
              </a:extLst>
            </p:cNvPr>
            <p:cNvSpPr/>
            <p:nvPr/>
          </p:nvSpPr>
          <p:spPr>
            <a:xfrm>
              <a:off x="7683392" y="4108534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9" y="39897"/>
                  </a:moveTo>
                  <a:cubicBezTo>
                    <a:pt x="30926" y="39897"/>
                    <a:pt x="39897" y="30925"/>
                    <a:pt x="39897" y="19949"/>
                  </a:cubicBezTo>
                  <a:cubicBezTo>
                    <a:pt x="39897" y="8972"/>
                    <a:pt x="30926" y="0"/>
                    <a:pt x="19949" y="0"/>
                  </a:cubicBezTo>
                  <a:cubicBezTo>
                    <a:pt x="8972" y="0"/>
                    <a:pt x="0" y="8972"/>
                    <a:pt x="0" y="19949"/>
                  </a:cubicBezTo>
                  <a:cubicBezTo>
                    <a:pt x="0" y="30925"/>
                    <a:pt x="8972" y="39897"/>
                    <a:pt x="19949" y="398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2" name="Google Shape;1411;p30">
              <a:extLst>
                <a:ext uri="{FF2B5EF4-FFF2-40B4-BE49-F238E27FC236}">
                  <a16:creationId xmlns:a16="http://schemas.microsoft.com/office/drawing/2014/main" id="{47277F89-BF1D-EDC4-2CF1-80D556309C8F}"/>
                </a:ext>
              </a:extLst>
            </p:cNvPr>
            <p:cNvSpPr/>
            <p:nvPr/>
          </p:nvSpPr>
          <p:spPr>
            <a:xfrm>
              <a:off x="7872072" y="4107344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9" y="39898"/>
                  </a:moveTo>
                  <a:cubicBezTo>
                    <a:pt x="30926" y="39898"/>
                    <a:pt x="39897" y="30926"/>
                    <a:pt x="39897" y="19949"/>
                  </a:cubicBezTo>
                  <a:cubicBezTo>
                    <a:pt x="39897" y="8972"/>
                    <a:pt x="30926" y="0"/>
                    <a:pt x="19949" y="0"/>
                  </a:cubicBezTo>
                  <a:cubicBezTo>
                    <a:pt x="8971" y="0"/>
                    <a:pt x="0" y="8972"/>
                    <a:pt x="0" y="19949"/>
                  </a:cubicBezTo>
                  <a:cubicBezTo>
                    <a:pt x="0" y="30926"/>
                    <a:pt x="8971" y="39898"/>
                    <a:pt x="19949" y="3989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3" name="Google Shape;1412;p30">
              <a:extLst>
                <a:ext uri="{FF2B5EF4-FFF2-40B4-BE49-F238E27FC236}">
                  <a16:creationId xmlns:a16="http://schemas.microsoft.com/office/drawing/2014/main" id="{0D1D43C8-1563-73FD-E7E9-EE7137138A71}"/>
                </a:ext>
              </a:extLst>
            </p:cNvPr>
            <p:cNvSpPr/>
            <p:nvPr/>
          </p:nvSpPr>
          <p:spPr>
            <a:xfrm>
              <a:off x="7692806" y="4117947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7" y="21070"/>
                    <a:pt x="21070" y="16347"/>
                    <a:pt x="21070" y="10535"/>
                  </a:cubicBezTo>
                  <a:cubicBezTo>
                    <a:pt x="21070" y="4724"/>
                    <a:pt x="16313" y="0"/>
                    <a:pt x="10535" y="0"/>
                  </a:cubicBezTo>
                  <a:cubicBezTo>
                    <a:pt x="4757" y="0"/>
                    <a:pt x="0" y="4724"/>
                    <a:pt x="0" y="10535"/>
                  </a:cubicBezTo>
                  <a:cubicBezTo>
                    <a:pt x="0" y="16347"/>
                    <a:pt x="4723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4" name="Google Shape;1413;p30">
              <a:extLst>
                <a:ext uri="{FF2B5EF4-FFF2-40B4-BE49-F238E27FC236}">
                  <a16:creationId xmlns:a16="http://schemas.microsoft.com/office/drawing/2014/main" id="{9917BB52-C4F4-7F1F-E0CA-F4969608B5CD}"/>
                </a:ext>
              </a:extLst>
            </p:cNvPr>
            <p:cNvSpPr/>
            <p:nvPr/>
          </p:nvSpPr>
          <p:spPr>
            <a:xfrm>
              <a:off x="7881486" y="4116758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7" y="21070"/>
                    <a:pt x="21070" y="16347"/>
                    <a:pt x="21070" y="10535"/>
                  </a:cubicBezTo>
                  <a:cubicBezTo>
                    <a:pt x="21070" y="4724"/>
                    <a:pt x="16347" y="0"/>
                    <a:pt x="10535" y="0"/>
                  </a:cubicBezTo>
                  <a:cubicBezTo>
                    <a:pt x="4723" y="0"/>
                    <a:pt x="0" y="4724"/>
                    <a:pt x="0" y="10535"/>
                  </a:cubicBezTo>
                  <a:cubicBezTo>
                    <a:pt x="0" y="16347"/>
                    <a:pt x="4723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5" name="Google Shape;1414;p30">
              <a:extLst>
                <a:ext uri="{FF2B5EF4-FFF2-40B4-BE49-F238E27FC236}">
                  <a16:creationId xmlns:a16="http://schemas.microsoft.com/office/drawing/2014/main" id="{4AB24B95-CA65-F8AA-95DB-26CA2EE0A146}"/>
                </a:ext>
              </a:extLst>
            </p:cNvPr>
            <p:cNvSpPr/>
            <p:nvPr/>
          </p:nvSpPr>
          <p:spPr>
            <a:xfrm>
              <a:off x="7702695" y="3872106"/>
              <a:ext cx="34494" cy="34459"/>
            </a:xfrm>
            <a:custGeom>
              <a:avLst/>
              <a:gdLst/>
              <a:ahLst/>
              <a:cxnLst/>
              <a:rect l="l" t="t" r="r" b="b"/>
              <a:pathLst>
                <a:path w="34494" h="34459" extrusionOk="0">
                  <a:moveTo>
                    <a:pt x="17264" y="34460"/>
                  </a:moveTo>
                  <a:cubicBezTo>
                    <a:pt x="26746" y="34460"/>
                    <a:pt x="34494" y="26711"/>
                    <a:pt x="34494" y="17230"/>
                  </a:cubicBezTo>
                  <a:cubicBezTo>
                    <a:pt x="34494" y="7748"/>
                    <a:pt x="26746" y="0"/>
                    <a:pt x="17264" y="0"/>
                  </a:cubicBezTo>
                  <a:cubicBezTo>
                    <a:pt x="7783" y="0"/>
                    <a:pt x="0" y="7748"/>
                    <a:pt x="0" y="17230"/>
                  </a:cubicBezTo>
                  <a:cubicBezTo>
                    <a:pt x="0" y="26711"/>
                    <a:pt x="7748" y="34460"/>
                    <a:pt x="17264" y="34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6" name="Google Shape;1415;p30">
              <a:extLst>
                <a:ext uri="{FF2B5EF4-FFF2-40B4-BE49-F238E27FC236}">
                  <a16:creationId xmlns:a16="http://schemas.microsoft.com/office/drawing/2014/main" id="{6ED9AB63-8739-2700-1161-5783F94E2958}"/>
                </a:ext>
              </a:extLst>
            </p:cNvPr>
            <p:cNvSpPr/>
            <p:nvPr/>
          </p:nvSpPr>
          <p:spPr>
            <a:xfrm>
              <a:off x="7858172" y="3870917"/>
              <a:ext cx="34460" cy="34459"/>
            </a:xfrm>
            <a:custGeom>
              <a:avLst/>
              <a:gdLst/>
              <a:ahLst/>
              <a:cxnLst/>
              <a:rect l="l" t="t" r="r" b="b"/>
              <a:pathLst>
                <a:path w="34460" h="34459" extrusionOk="0">
                  <a:moveTo>
                    <a:pt x="17230" y="34460"/>
                  </a:moveTo>
                  <a:cubicBezTo>
                    <a:pt x="26746" y="34460"/>
                    <a:pt x="34460" y="26711"/>
                    <a:pt x="34460" y="17230"/>
                  </a:cubicBezTo>
                  <a:cubicBezTo>
                    <a:pt x="34460" y="7748"/>
                    <a:pt x="26712" y="0"/>
                    <a:pt x="17230" y="0"/>
                  </a:cubicBezTo>
                  <a:cubicBezTo>
                    <a:pt x="7748" y="0"/>
                    <a:pt x="0" y="7748"/>
                    <a:pt x="0" y="17230"/>
                  </a:cubicBezTo>
                  <a:cubicBezTo>
                    <a:pt x="0" y="26711"/>
                    <a:pt x="7748" y="34460"/>
                    <a:pt x="17230" y="34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7" name="Google Shape;1416;p30">
              <a:extLst>
                <a:ext uri="{FF2B5EF4-FFF2-40B4-BE49-F238E27FC236}">
                  <a16:creationId xmlns:a16="http://schemas.microsoft.com/office/drawing/2014/main" id="{BA3045CE-4F1F-5425-A4C9-3A6907D0A126}"/>
                </a:ext>
              </a:extLst>
            </p:cNvPr>
            <p:cNvSpPr/>
            <p:nvPr/>
          </p:nvSpPr>
          <p:spPr>
            <a:xfrm>
              <a:off x="7711772" y="3880384"/>
              <a:ext cx="16509" cy="16544"/>
            </a:xfrm>
            <a:custGeom>
              <a:avLst/>
              <a:gdLst/>
              <a:ahLst/>
              <a:cxnLst/>
              <a:rect l="l" t="t" r="r" b="b"/>
              <a:pathLst>
                <a:path w="16509" h="16544" extrusionOk="0">
                  <a:moveTo>
                    <a:pt x="2614" y="14321"/>
                  </a:moveTo>
                  <a:cubicBezTo>
                    <a:pt x="5944" y="17448"/>
                    <a:pt x="11178" y="17244"/>
                    <a:pt x="14304" y="13913"/>
                  </a:cubicBezTo>
                  <a:cubicBezTo>
                    <a:pt x="17396" y="10583"/>
                    <a:pt x="17226" y="5349"/>
                    <a:pt x="13862" y="2223"/>
                  </a:cubicBezTo>
                  <a:cubicBezTo>
                    <a:pt x="10532" y="-904"/>
                    <a:pt x="5298" y="-700"/>
                    <a:pt x="2206" y="2631"/>
                  </a:cubicBezTo>
                  <a:cubicBezTo>
                    <a:pt x="-887" y="5961"/>
                    <a:pt x="-717" y="11195"/>
                    <a:pt x="2648" y="143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8" name="Google Shape;1417;p30">
              <a:extLst>
                <a:ext uri="{FF2B5EF4-FFF2-40B4-BE49-F238E27FC236}">
                  <a16:creationId xmlns:a16="http://schemas.microsoft.com/office/drawing/2014/main" id="{701B6442-87D4-2C36-A9FD-2D8FB75BC472}"/>
                </a:ext>
              </a:extLst>
            </p:cNvPr>
            <p:cNvSpPr/>
            <p:nvPr/>
          </p:nvSpPr>
          <p:spPr>
            <a:xfrm>
              <a:off x="7867079" y="3879195"/>
              <a:ext cx="16557" cy="16544"/>
            </a:xfrm>
            <a:custGeom>
              <a:avLst/>
              <a:gdLst/>
              <a:ahLst/>
              <a:cxnLst/>
              <a:rect l="l" t="t" r="r" b="b"/>
              <a:pathLst>
                <a:path w="16557" h="16544" extrusionOk="0">
                  <a:moveTo>
                    <a:pt x="13897" y="14321"/>
                  </a:moveTo>
                  <a:cubicBezTo>
                    <a:pt x="10566" y="17448"/>
                    <a:pt x="5333" y="17244"/>
                    <a:pt x="2206" y="13914"/>
                  </a:cubicBezTo>
                  <a:cubicBezTo>
                    <a:pt x="-887" y="10583"/>
                    <a:pt x="-717" y="5349"/>
                    <a:pt x="2648" y="2223"/>
                  </a:cubicBezTo>
                  <a:cubicBezTo>
                    <a:pt x="5978" y="-904"/>
                    <a:pt x="11212" y="-700"/>
                    <a:pt x="14338" y="2631"/>
                  </a:cubicBezTo>
                  <a:cubicBezTo>
                    <a:pt x="17464" y="5961"/>
                    <a:pt x="17261" y="11195"/>
                    <a:pt x="13897" y="143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58188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3">
          <a:extLst>
            <a:ext uri="{FF2B5EF4-FFF2-40B4-BE49-F238E27FC236}">
              <a16:creationId xmlns:a16="http://schemas.microsoft.com/office/drawing/2014/main" id="{02E59729-3598-30D3-3346-6A5C8D5A5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E259920-6408-1F8E-C80D-105D121C29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7376" y="1111642"/>
            <a:ext cx="8026399" cy="2920215"/>
          </a:xfrm>
        </p:spPr>
        <p:txBody>
          <a:bodyPr/>
          <a:lstStyle/>
          <a:p>
            <a:pPr marL="482600" indent="-342900">
              <a:buFont typeface="+mj-lt"/>
              <a:buAutoNum type="arabicPeriod"/>
            </a:pPr>
            <a:r>
              <a:rPr lang="en-GB" sz="1600" b="1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Clear visibility on root causes (90% downtime explained)</a:t>
            </a:r>
          </a:p>
          <a:p>
            <a:pPr marL="482600" indent="-342900">
              <a:buFont typeface="+mj-lt"/>
              <a:buAutoNum type="arabicPeriod"/>
            </a:pPr>
            <a:endParaRPr lang="en-GB" sz="1600" b="1" dirty="0">
              <a:solidFill>
                <a:srgbClr val="0C373E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marL="482600" indent="-342900">
              <a:buFont typeface="+mj-lt"/>
              <a:buAutoNum type="arabicPeriod"/>
            </a:pPr>
            <a:r>
              <a:rPr lang="en-GB" sz="1600" b="1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Automated monitoring instead of manual analysis</a:t>
            </a:r>
          </a:p>
          <a:p>
            <a:pPr marL="482600" indent="-342900">
              <a:buFont typeface="+mj-lt"/>
              <a:buAutoNum type="arabicPeriod"/>
            </a:pPr>
            <a:endParaRPr lang="en-GB" sz="1600" b="1" dirty="0">
              <a:solidFill>
                <a:srgbClr val="0C373E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marL="482600" indent="-342900">
              <a:buFont typeface="+mj-lt"/>
              <a:buAutoNum type="arabicPeriod"/>
            </a:pPr>
            <a:r>
              <a:rPr lang="en-GB" sz="1600" b="1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Predictive thresholds to prevent failures</a:t>
            </a:r>
          </a:p>
          <a:p>
            <a:pPr marL="482600" indent="-342900">
              <a:buFont typeface="+mj-lt"/>
              <a:buAutoNum type="arabicPeriod"/>
            </a:pPr>
            <a:endParaRPr lang="en-GB" sz="1600" b="1" dirty="0">
              <a:solidFill>
                <a:srgbClr val="0C373E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marL="482600" indent="-342900">
              <a:buFont typeface="+mj-lt"/>
              <a:buAutoNum type="arabicPeriod"/>
            </a:pPr>
            <a:r>
              <a:rPr lang="en-GB" sz="1600" b="1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Expected improvement in MTBF</a:t>
            </a:r>
          </a:p>
          <a:p>
            <a:pPr marL="482600" indent="-342900">
              <a:buFont typeface="+mj-lt"/>
              <a:buAutoNum type="arabicPeriod"/>
            </a:pPr>
            <a:endParaRPr lang="en-GB" sz="1600" b="1" dirty="0">
              <a:solidFill>
                <a:srgbClr val="0C373E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  <a:p>
            <a:pPr marL="482600" indent="-342900">
              <a:buFont typeface="+mj-lt"/>
              <a:buAutoNum type="arabicPeriod"/>
            </a:pPr>
            <a:r>
              <a:rPr lang="en-GB" sz="1600" b="1" noProof="0" dirty="0">
                <a:solidFill>
                  <a:srgbClr val="0C373E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Early warnings = lower cost of maintenance</a:t>
            </a:r>
            <a:endParaRPr lang="en-US" sz="1200" noProof="0" dirty="0">
              <a:solidFill>
                <a:srgbClr val="0C373E"/>
              </a:solidFill>
              <a:latin typeface="Montserrat" panose="00000500000000000000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5" name="Google Shape;2446;p47">
            <a:extLst>
              <a:ext uri="{FF2B5EF4-FFF2-40B4-BE49-F238E27FC236}">
                <a16:creationId xmlns:a16="http://schemas.microsoft.com/office/drawing/2014/main" id="{817DE2CE-0519-DA59-7038-3375FAB8849A}"/>
              </a:ext>
            </a:extLst>
          </p:cNvPr>
          <p:cNvGrpSpPr/>
          <p:nvPr/>
        </p:nvGrpSpPr>
        <p:grpSpPr>
          <a:xfrm rot="5400000">
            <a:off x="8092327" y="1905000"/>
            <a:ext cx="1389144" cy="804990"/>
            <a:chOff x="2974447" y="973475"/>
            <a:chExt cx="395621" cy="229257"/>
          </a:xfrm>
        </p:grpSpPr>
        <p:sp>
          <p:nvSpPr>
            <p:cNvPr id="6" name="Google Shape;2447;p47">
              <a:extLst>
                <a:ext uri="{FF2B5EF4-FFF2-40B4-BE49-F238E27FC236}">
                  <a16:creationId xmlns:a16="http://schemas.microsoft.com/office/drawing/2014/main" id="{DB23F37A-0646-24E4-DFC4-2F353AB12D8E}"/>
                </a:ext>
              </a:extLst>
            </p:cNvPr>
            <p:cNvSpPr/>
            <p:nvPr/>
          </p:nvSpPr>
          <p:spPr>
            <a:xfrm>
              <a:off x="3216115" y="1014970"/>
              <a:ext cx="143617" cy="99165"/>
            </a:xfrm>
            <a:custGeom>
              <a:avLst/>
              <a:gdLst/>
              <a:ahLst/>
              <a:cxnLst/>
              <a:rect l="l" t="t" r="r" b="b"/>
              <a:pathLst>
                <a:path w="143617" h="99165" extrusionOk="0">
                  <a:moveTo>
                    <a:pt x="25250" y="0"/>
                  </a:moveTo>
                  <a:lnTo>
                    <a:pt x="0" y="53661"/>
                  </a:lnTo>
                  <a:lnTo>
                    <a:pt x="131315" y="99166"/>
                  </a:lnTo>
                  <a:lnTo>
                    <a:pt x="143617" y="73032"/>
                  </a:lnTo>
                  <a:lnTo>
                    <a:pt x="252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" name="Google Shape;2448;p47">
              <a:extLst>
                <a:ext uri="{FF2B5EF4-FFF2-40B4-BE49-F238E27FC236}">
                  <a16:creationId xmlns:a16="http://schemas.microsoft.com/office/drawing/2014/main" id="{E1982D1A-E78A-3462-B2AB-75F9510C09F0}"/>
                </a:ext>
              </a:extLst>
            </p:cNvPr>
            <p:cNvSpPr/>
            <p:nvPr/>
          </p:nvSpPr>
          <p:spPr>
            <a:xfrm>
              <a:off x="3199573" y="1012361"/>
              <a:ext cx="59416" cy="59416"/>
            </a:xfrm>
            <a:custGeom>
              <a:avLst/>
              <a:gdLst/>
              <a:ahLst/>
              <a:cxnLst/>
              <a:rect l="l" t="t" r="r" b="b"/>
              <a:pathLst>
                <a:path w="59416" h="59416" extrusionOk="0">
                  <a:moveTo>
                    <a:pt x="56576" y="42370"/>
                  </a:moveTo>
                  <a:cubicBezTo>
                    <a:pt x="49609" y="57187"/>
                    <a:pt x="31869" y="63576"/>
                    <a:pt x="17052" y="56576"/>
                  </a:cubicBezTo>
                  <a:cubicBezTo>
                    <a:pt x="2201" y="49575"/>
                    <a:pt x="-4154" y="31903"/>
                    <a:pt x="2847" y="17052"/>
                  </a:cubicBezTo>
                  <a:cubicBezTo>
                    <a:pt x="9847" y="2201"/>
                    <a:pt x="27519" y="-4154"/>
                    <a:pt x="42370" y="2847"/>
                  </a:cubicBezTo>
                  <a:cubicBezTo>
                    <a:pt x="57187" y="9847"/>
                    <a:pt x="63576" y="27519"/>
                    <a:pt x="56576" y="423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" name="Google Shape;2449;p47">
              <a:extLst>
                <a:ext uri="{FF2B5EF4-FFF2-40B4-BE49-F238E27FC236}">
                  <a16:creationId xmlns:a16="http://schemas.microsoft.com/office/drawing/2014/main" id="{A7D1411D-F21B-11A8-0D7B-70EE8165BFE5}"/>
                </a:ext>
              </a:extLst>
            </p:cNvPr>
            <p:cNvSpPr/>
            <p:nvPr/>
          </p:nvSpPr>
          <p:spPr>
            <a:xfrm>
              <a:off x="3321058" y="1098265"/>
              <a:ext cx="48971" cy="61137"/>
            </a:xfrm>
            <a:custGeom>
              <a:avLst/>
              <a:gdLst/>
              <a:ahLst/>
              <a:cxnLst/>
              <a:rect l="l" t="t" r="r" b="b"/>
              <a:pathLst>
                <a:path w="48971" h="61137" extrusionOk="0">
                  <a:moveTo>
                    <a:pt x="48971" y="0"/>
                  </a:moveTo>
                  <a:lnTo>
                    <a:pt x="0" y="1087"/>
                  </a:lnTo>
                  <a:lnTo>
                    <a:pt x="11521" y="61137"/>
                  </a:lnTo>
                  <a:lnTo>
                    <a:pt x="35378" y="60594"/>
                  </a:lnTo>
                  <a:lnTo>
                    <a:pt x="489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" name="Google Shape;2450;p47">
              <a:extLst>
                <a:ext uri="{FF2B5EF4-FFF2-40B4-BE49-F238E27FC236}">
                  <a16:creationId xmlns:a16="http://schemas.microsoft.com/office/drawing/2014/main" id="{3F526305-0BD1-7707-6275-D11B9C82A808}"/>
                </a:ext>
              </a:extLst>
            </p:cNvPr>
            <p:cNvSpPr/>
            <p:nvPr/>
          </p:nvSpPr>
          <p:spPr>
            <a:xfrm>
              <a:off x="3321017" y="1074810"/>
              <a:ext cx="49051" cy="49051"/>
            </a:xfrm>
            <a:custGeom>
              <a:avLst/>
              <a:gdLst/>
              <a:ahLst/>
              <a:cxnLst/>
              <a:rect l="l" t="t" r="r" b="b"/>
              <a:pathLst>
                <a:path w="49051" h="49051" extrusionOk="0">
                  <a:moveTo>
                    <a:pt x="25087" y="49046"/>
                  </a:moveTo>
                  <a:cubicBezTo>
                    <a:pt x="11561" y="49351"/>
                    <a:pt x="312" y="38646"/>
                    <a:pt x="6" y="25087"/>
                  </a:cubicBezTo>
                  <a:cubicBezTo>
                    <a:pt x="-300" y="11561"/>
                    <a:pt x="10406" y="312"/>
                    <a:pt x="23965" y="6"/>
                  </a:cubicBezTo>
                  <a:cubicBezTo>
                    <a:pt x="37491" y="-299"/>
                    <a:pt x="48740" y="10406"/>
                    <a:pt x="49045" y="23965"/>
                  </a:cubicBezTo>
                  <a:cubicBezTo>
                    <a:pt x="49351" y="37491"/>
                    <a:pt x="38646" y="48740"/>
                    <a:pt x="25087" y="490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" name="Google Shape;2451;p47">
              <a:extLst>
                <a:ext uri="{FF2B5EF4-FFF2-40B4-BE49-F238E27FC236}">
                  <a16:creationId xmlns:a16="http://schemas.microsoft.com/office/drawing/2014/main" id="{CEF2CF01-556B-39C9-30CD-D660185CEB89}"/>
                </a:ext>
              </a:extLst>
            </p:cNvPr>
            <p:cNvSpPr/>
            <p:nvPr/>
          </p:nvSpPr>
          <p:spPr>
            <a:xfrm>
              <a:off x="3330854" y="1084680"/>
              <a:ext cx="29350" cy="29345"/>
            </a:xfrm>
            <a:custGeom>
              <a:avLst/>
              <a:gdLst/>
              <a:ahLst/>
              <a:cxnLst/>
              <a:rect l="l" t="t" r="r" b="b"/>
              <a:pathLst>
                <a:path w="29350" h="29345" extrusionOk="0">
                  <a:moveTo>
                    <a:pt x="4749" y="3866"/>
                  </a:moveTo>
                  <a:cubicBezTo>
                    <a:pt x="-1232" y="9337"/>
                    <a:pt x="-1606" y="18649"/>
                    <a:pt x="3866" y="24596"/>
                  </a:cubicBezTo>
                  <a:cubicBezTo>
                    <a:pt x="9337" y="30577"/>
                    <a:pt x="18649" y="30951"/>
                    <a:pt x="24596" y="25480"/>
                  </a:cubicBezTo>
                  <a:cubicBezTo>
                    <a:pt x="30577" y="20008"/>
                    <a:pt x="30951" y="10697"/>
                    <a:pt x="25514" y="4749"/>
                  </a:cubicBezTo>
                  <a:cubicBezTo>
                    <a:pt x="20008" y="-1232"/>
                    <a:pt x="10731" y="-1606"/>
                    <a:pt x="4749" y="386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" name="Google Shape;2452;p47">
              <a:extLst>
                <a:ext uri="{FF2B5EF4-FFF2-40B4-BE49-F238E27FC236}">
                  <a16:creationId xmlns:a16="http://schemas.microsoft.com/office/drawing/2014/main" id="{49907E28-6F2E-3589-9BB4-40500E999959}"/>
                </a:ext>
              </a:extLst>
            </p:cNvPr>
            <p:cNvSpPr/>
            <p:nvPr/>
          </p:nvSpPr>
          <p:spPr>
            <a:xfrm>
              <a:off x="3337762" y="1091572"/>
              <a:ext cx="15511" cy="15494"/>
            </a:xfrm>
            <a:custGeom>
              <a:avLst/>
              <a:gdLst/>
              <a:ahLst/>
              <a:cxnLst/>
              <a:rect l="l" t="t" r="r" b="b"/>
              <a:pathLst>
                <a:path w="15511" h="15494" extrusionOk="0">
                  <a:moveTo>
                    <a:pt x="2496" y="2038"/>
                  </a:moveTo>
                  <a:cubicBezTo>
                    <a:pt x="-630" y="4926"/>
                    <a:pt x="-868" y="9854"/>
                    <a:pt x="2055" y="12981"/>
                  </a:cubicBezTo>
                  <a:cubicBezTo>
                    <a:pt x="4943" y="16141"/>
                    <a:pt x="9837" y="16345"/>
                    <a:pt x="12998" y="13456"/>
                  </a:cubicBezTo>
                  <a:cubicBezTo>
                    <a:pt x="16158" y="10568"/>
                    <a:pt x="16362" y="5640"/>
                    <a:pt x="13473" y="2513"/>
                  </a:cubicBezTo>
                  <a:cubicBezTo>
                    <a:pt x="10551" y="-647"/>
                    <a:pt x="5657" y="-851"/>
                    <a:pt x="2496" y="20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" name="Google Shape;2453;p47">
              <a:extLst>
                <a:ext uri="{FF2B5EF4-FFF2-40B4-BE49-F238E27FC236}">
                  <a16:creationId xmlns:a16="http://schemas.microsoft.com/office/drawing/2014/main" id="{CFDB38CC-7A95-D32F-A271-FB7041C0729E}"/>
                </a:ext>
              </a:extLst>
            </p:cNvPr>
            <p:cNvSpPr/>
            <p:nvPr/>
          </p:nvSpPr>
          <p:spPr>
            <a:xfrm>
              <a:off x="3314669" y="1153523"/>
              <a:ext cx="45997" cy="36431"/>
            </a:xfrm>
            <a:custGeom>
              <a:avLst/>
              <a:gdLst/>
              <a:ahLst/>
              <a:cxnLst/>
              <a:rect l="l" t="t" r="r" b="b"/>
              <a:pathLst>
                <a:path w="45997" h="36431" extrusionOk="0">
                  <a:moveTo>
                    <a:pt x="29124" y="0"/>
                  </a:moveTo>
                  <a:lnTo>
                    <a:pt x="0" y="0"/>
                  </a:lnTo>
                  <a:lnTo>
                    <a:pt x="0" y="36431"/>
                  </a:lnTo>
                  <a:lnTo>
                    <a:pt x="29124" y="36431"/>
                  </a:lnTo>
                  <a:cubicBezTo>
                    <a:pt x="51622" y="36431"/>
                    <a:pt x="51622" y="0"/>
                    <a:pt x="291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" name="Google Shape;2454;p47">
              <a:extLst>
                <a:ext uri="{FF2B5EF4-FFF2-40B4-BE49-F238E27FC236}">
                  <a16:creationId xmlns:a16="http://schemas.microsoft.com/office/drawing/2014/main" id="{4C070FBF-F92B-2F8E-7DC4-A9D233B368E6}"/>
                </a:ext>
              </a:extLst>
            </p:cNvPr>
            <p:cNvSpPr/>
            <p:nvPr/>
          </p:nvSpPr>
          <p:spPr>
            <a:xfrm>
              <a:off x="3303420" y="1138910"/>
              <a:ext cx="18827" cy="63278"/>
            </a:xfrm>
            <a:custGeom>
              <a:avLst/>
              <a:gdLst/>
              <a:ahLst/>
              <a:cxnLst/>
              <a:rect l="l" t="t" r="r" b="b"/>
              <a:pathLst>
                <a:path w="18827" h="63278" extrusionOk="0">
                  <a:moveTo>
                    <a:pt x="9414" y="0"/>
                  </a:moveTo>
                  <a:lnTo>
                    <a:pt x="9414" y="0"/>
                  </a:lnTo>
                  <a:cubicBezTo>
                    <a:pt x="4214" y="0"/>
                    <a:pt x="0" y="4248"/>
                    <a:pt x="0" y="9414"/>
                  </a:cubicBezTo>
                  <a:lnTo>
                    <a:pt x="0" y="53865"/>
                  </a:lnTo>
                  <a:cubicBezTo>
                    <a:pt x="0" y="59030"/>
                    <a:pt x="4214" y="63278"/>
                    <a:pt x="9414" y="63278"/>
                  </a:cubicBezTo>
                  <a:lnTo>
                    <a:pt x="9414" y="63278"/>
                  </a:lnTo>
                  <a:cubicBezTo>
                    <a:pt x="14579" y="63278"/>
                    <a:pt x="18827" y="59030"/>
                    <a:pt x="18827" y="53865"/>
                  </a:cubicBezTo>
                  <a:lnTo>
                    <a:pt x="18827" y="9414"/>
                  </a:lnTo>
                  <a:cubicBezTo>
                    <a:pt x="18827" y="4214"/>
                    <a:pt x="14613" y="0"/>
                    <a:pt x="94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" name="Google Shape;2455;p47">
              <a:extLst>
                <a:ext uri="{FF2B5EF4-FFF2-40B4-BE49-F238E27FC236}">
                  <a16:creationId xmlns:a16="http://schemas.microsoft.com/office/drawing/2014/main" id="{454EFE13-3944-BADD-5CBA-20076E235F99}"/>
                </a:ext>
              </a:extLst>
            </p:cNvPr>
            <p:cNvSpPr/>
            <p:nvPr/>
          </p:nvSpPr>
          <p:spPr>
            <a:xfrm>
              <a:off x="2984751" y="1015480"/>
              <a:ext cx="143617" cy="99165"/>
            </a:xfrm>
            <a:custGeom>
              <a:avLst/>
              <a:gdLst/>
              <a:ahLst/>
              <a:cxnLst/>
              <a:rect l="l" t="t" r="r" b="b"/>
              <a:pathLst>
                <a:path w="143617" h="99165" extrusionOk="0">
                  <a:moveTo>
                    <a:pt x="118367" y="0"/>
                  </a:moveTo>
                  <a:lnTo>
                    <a:pt x="143617" y="53661"/>
                  </a:lnTo>
                  <a:lnTo>
                    <a:pt x="12302" y="99166"/>
                  </a:lnTo>
                  <a:lnTo>
                    <a:pt x="0" y="73032"/>
                  </a:lnTo>
                  <a:lnTo>
                    <a:pt x="1183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" name="Google Shape;2456;p47">
              <a:extLst>
                <a:ext uri="{FF2B5EF4-FFF2-40B4-BE49-F238E27FC236}">
                  <a16:creationId xmlns:a16="http://schemas.microsoft.com/office/drawing/2014/main" id="{FAA7753B-F8A8-D5BD-9017-49FC0A571788}"/>
                </a:ext>
              </a:extLst>
            </p:cNvPr>
            <p:cNvSpPr/>
            <p:nvPr/>
          </p:nvSpPr>
          <p:spPr>
            <a:xfrm>
              <a:off x="3085488" y="1012911"/>
              <a:ext cx="59415" cy="59401"/>
            </a:xfrm>
            <a:custGeom>
              <a:avLst/>
              <a:gdLst/>
              <a:ahLst/>
              <a:cxnLst/>
              <a:rect l="l" t="t" r="r" b="b"/>
              <a:pathLst>
                <a:path w="59415" h="59401" extrusionOk="0">
                  <a:moveTo>
                    <a:pt x="2847" y="42365"/>
                  </a:moveTo>
                  <a:cubicBezTo>
                    <a:pt x="9847" y="57216"/>
                    <a:pt x="27519" y="63537"/>
                    <a:pt x="42336" y="56570"/>
                  </a:cubicBezTo>
                  <a:cubicBezTo>
                    <a:pt x="57187" y="49569"/>
                    <a:pt x="63576" y="31897"/>
                    <a:pt x="56576" y="17046"/>
                  </a:cubicBezTo>
                  <a:cubicBezTo>
                    <a:pt x="49575" y="2229"/>
                    <a:pt x="31869" y="-4160"/>
                    <a:pt x="17052" y="2841"/>
                  </a:cubicBezTo>
                  <a:cubicBezTo>
                    <a:pt x="2201" y="9808"/>
                    <a:pt x="-4154" y="27513"/>
                    <a:pt x="2847" y="4236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6" name="Google Shape;2457;p47">
              <a:extLst>
                <a:ext uri="{FF2B5EF4-FFF2-40B4-BE49-F238E27FC236}">
                  <a16:creationId xmlns:a16="http://schemas.microsoft.com/office/drawing/2014/main" id="{D0FA12CD-D881-2926-D649-E5CF9A2A4BB4}"/>
                </a:ext>
              </a:extLst>
            </p:cNvPr>
            <p:cNvSpPr/>
            <p:nvPr/>
          </p:nvSpPr>
          <p:spPr>
            <a:xfrm>
              <a:off x="2974488" y="1098775"/>
              <a:ext cx="48937" cy="61137"/>
            </a:xfrm>
            <a:custGeom>
              <a:avLst/>
              <a:gdLst/>
              <a:ahLst/>
              <a:cxnLst/>
              <a:rect l="l" t="t" r="r" b="b"/>
              <a:pathLst>
                <a:path w="48937" h="61137" extrusionOk="0">
                  <a:moveTo>
                    <a:pt x="0" y="0"/>
                  </a:moveTo>
                  <a:lnTo>
                    <a:pt x="48937" y="1121"/>
                  </a:lnTo>
                  <a:lnTo>
                    <a:pt x="37416" y="61137"/>
                  </a:lnTo>
                  <a:lnTo>
                    <a:pt x="13560" y="605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7" name="Google Shape;2458;p47">
              <a:extLst>
                <a:ext uri="{FF2B5EF4-FFF2-40B4-BE49-F238E27FC236}">
                  <a16:creationId xmlns:a16="http://schemas.microsoft.com/office/drawing/2014/main" id="{C0AC1B63-0A01-D470-638C-30ADD08E9CF7}"/>
                </a:ext>
              </a:extLst>
            </p:cNvPr>
            <p:cNvSpPr/>
            <p:nvPr/>
          </p:nvSpPr>
          <p:spPr>
            <a:xfrm>
              <a:off x="2974447" y="1075353"/>
              <a:ext cx="49051" cy="49045"/>
            </a:xfrm>
            <a:custGeom>
              <a:avLst/>
              <a:gdLst/>
              <a:ahLst/>
              <a:cxnLst/>
              <a:rect l="l" t="t" r="r" b="b"/>
              <a:pathLst>
                <a:path w="49051" h="49045" extrusionOk="0">
                  <a:moveTo>
                    <a:pt x="23965" y="49012"/>
                  </a:moveTo>
                  <a:cubicBezTo>
                    <a:pt x="37491" y="49317"/>
                    <a:pt x="48740" y="38612"/>
                    <a:pt x="49045" y="25087"/>
                  </a:cubicBezTo>
                  <a:cubicBezTo>
                    <a:pt x="49351" y="11527"/>
                    <a:pt x="38646" y="312"/>
                    <a:pt x="25087" y="6"/>
                  </a:cubicBezTo>
                  <a:cubicBezTo>
                    <a:pt x="11561" y="-299"/>
                    <a:pt x="312" y="10406"/>
                    <a:pt x="6" y="23965"/>
                  </a:cubicBezTo>
                  <a:cubicBezTo>
                    <a:pt x="-299" y="37491"/>
                    <a:pt x="10440" y="48706"/>
                    <a:pt x="23965" y="490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8" name="Google Shape;2459;p47">
              <a:extLst>
                <a:ext uri="{FF2B5EF4-FFF2-40B4-BE49-F238E27FC236}">
                  <a16:creationId xmlns:a16="http://schemas.microsoft.com/office/drawing/2014/main" id="{E2590BEB-6371-C5E5-385F-6D89833101B6}"/>
                </a:ext>
              </a:extLst>
            </p:cNvPr>
            <p:cNvSpPr/>
            <p:nvPr/>
          </p:nvSpPr>
          <p:spPr>
            <a:xfrm>
              <a:off x="3096134" y="1024452"/>
              <a:ext cx="152045" cy="36431"/>
            </a:xfrm>
            <a:custGeom>
              <a:avLst/>
              <a:gdLst/>
              <a:ahLst/>
              <a:cxnLst/>
              <a:rect l="l" t="t" r="r" b="b"/>
              <a:pathLst>
                <a:path w="152045" h="36431" extrusionOk="0">
                  <a:moveTo>
                    <a:pt x="16873" y="0"/>
                  </a:moveTo>
                  <a:lnTo>
                    <a:pt x="135172" y="0"/>
                  </a:lnTo>
                  <a:cubicBezTo>
                    <a:pt x="157670" y="0"/>
                    <a:pt x="157670" y="36431"/>
                    <a:pt x="135172" y="36431"/>
                  </a:cubicBezTo>
                  <a:lnTo>
                    <a:pt x="16873" y="36431"/>
                  </a:lnTo>
                  <a:cubicBezTo>
                    <a:pt x="-5624" y="36431"/>
                    <a:pt x="-5624" y="0"/>
                    <a:pt x="168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" name="Google Shape;2460;p47">
              <a:extLst>
                <a:ext uri="{FF2B5EF4-FFF2-40B4-BE49-F238E27FC236}">
                  <a16:creationId xmlns:a16="http://schemas.microsoft.com/office/drawing/2014/main" id="{112C4A39-D2CA-A656-92B5-27FDD40E20A1}"/>
                </a:ext>
              </a:extLst>
            </p:cNvPr>
            <p:cNvSpPr/>
            <p:nvPr/>
          </p:nvSpPr>
          <p:spPr>
            <a:xfrm>
              <a:off x="2984317" y="1085189"/>
              <a:ext cx="29332" cy="29345"/>
            </a:xfrm>
            <a:custGeom>
              <a:avLst/>
              <a:gdLst/>
              <a:ahLst/>
              <a:cxnLst/>
              <a:rect l="l" t="t" r="r" b="b"/>
              <a:pathLst>
                <a:path w="29332" h="29345" extrusionOk="0">
                  <a:moveTo>
                    <a:pt x="24596" y="3866"/>
                  </a:moveTo>
                  <a:cubicBezTo>
                    <a:pt x="30577" y="9337"/>
                    <a:pt x="30917" y="18649"/>
                    <a:pt x="25480" y="24596"/>
                  </a:cubicBezTo>
                  <a:cubicBezTo>
                    <a:pt x="20008" y="30577"/>
                    <a:pt x="10697" y="30951"/>
                    <a:pt x="4749" y="25480"/>
                  </a:cubicBezTo>
                  <a:cubicBezTo>
                    <a:pt x="-1232" y="19974"/>
                    <a:pt x="-1606" y="10697"/>
                    <a:pt x="3866" y="4749"/>
                  </a:cubicBezTo>
                  <a:cubicBezTo>
                    <a:pt x="9337" y="-1232"/>
                    <a:pt x="18683" y="-1606"/>
                    <a:pt x="24630" y="386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" name="Google Shape;2461;p47">
              <a:extLst>
                <a:ext uri="{FF2B5EF4-FFF2-40B4-BE49-F238E27FC236}">
                  <a16:creationId xmlns:a16="http://schemas.microsoft.com/office/drawing/2014/main" id="{96082374-ED14-ECB2-0832-9DD1C83BB0A5}"/>
                </a:ext>
              </a:extLst>
            </p:cNvPr>
            <p:cNvSpPr/>
            <p:nvPr/>
          </p:nvSpPr>
          <p:spPr>
            <a:xfrm>
              <a:off x="2991209" y="1092093"/>
              <a:ext cx="15497" cy="15482"/>
            </a:xfrm>
            <a:custGeom>
              <a:avLst/>
              <a:gdLst/>
              <a:ahLst/>
              <a:cxnLst/>
              <a:rect l="l" t="t" r="r" b="b"/>
              <a:pathLst>
                <a:path w="15497" h="15482" extrusionOk="0">
                  <a:moveTo>
                    <a:pt x="13015" y="2026"/>
                  </a:moveTo>
                  <a:cubicBezTo>
                    <a:pt x="16141" y="4948"/>
                    <a:pt x="16345" y="9842"/>
                    <a:pt x="13456" y="12969"/>
                  </a:cubicBezTo>
                  <a:cubicBezTo>
                    <a:pt x="10534" y="16129"/>
                    <a:pt x="5640" y="16333"/>
                    <a:pt x="2514" y="13444"/>
                  </a:cubicBezTo>
                  <a:cubicBezTo>
                    <a:pt x="-647" y="10556"/>
                    <a:pt x="-851" y="5628"/>
                    <a:pt x="2038" y="2501"/>
                  </a:cubicBezTo>
                  <a:cubicBezTo>
                    <a:pt x="4926" y="-625"/>
                    <a:pt x="9820" y="-863"/>
                    <a:pt x="13015" y="20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" name="Google Shape;2462;p47">
              <a:extLst>
                <a:ext uri="{FF2B5EF4-FFF2-40B4-BE49-F238E27FC236}">
                  <a16:creationId xmlns:a16="http://schemas.microsoft.com/office/drawing/2014/main" id="{BB23FD39-E640-CFF9-EBC2-E64591B920AA}"/>
                </a:ext>
              </a:extLst>
            </p:cNvPr>
            <p:cNvSpPr/>
            <p:nvPr/>
          </p:nvSpPr>
          <p:spPr>
            <a:xfrm>
              <a:off x="3102538" y="1029921"/>
              <a:ext cx="25356" cy="25390"/>
            </a:xfrm>
            <a:custGeom>
              <a:avLst/>
              <a:gdLst/>
              <a:ahLst/>
              <a:cxnLst/>
              <a:rect l="l" t="t" r="r" b="b"/>
              <a:pathLst>
                <a:path w="25356" h="25390" extrusionOk="0">
                  <a:moveTo>
                    <a:pt x="17402" y="920"/>
                  </a:moveTo>
                  <a:cubicBezTo>
                    <a:pt x="23893" y="3536"/>
                    <a:pt x="27053" y="10945"/>
                    <a:pt x="24437" y="17436"/>
                  </a:cubicBezTo>
                  <a:cubicBezTo>
                    <a:pt x="21820" y="23927"/>
                    <a:pt x="14445" y="27087"/>
                    <a:pt x="7954" y="24471"/>
                  </a:cubicBezTo>
                  <a:cubicBezTo>
                    <a:pt x="1463" y="21854"/>
                    <a:pt x="-1697" y="14479"/>
                    <a:pt x="920" y="7954"/>
                  </a:cubicBezTo>
                  <a:cubicBezTo>
                    <a:pt x="3536" y="1463"/>
                    <a:pt x="10945" y="-1697"/>
                    <a:pt x="17436" y="9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2" name="Google Shape;2463;p47">
              <a:extLst>
                <a:ext uri="{FF2B5EF4-FFF2-40B4-BE49-F238E27FC236}">
                  <a16:creationId xmlns:a16="http://schemas.microsoft.com/office/drawing/2014/main" id="{881638A7-701B-D3D0-258F-2C11328429CE}"/>
                </a:ext>
              </a:extLst>
            </p:cNvPr>
            <p:cNvSpPr/>
            <p:nvPr/>
          </p:nvSpPr>
          <p:spPr>
            <a:xfrm>
              <a:off x="3109334" y="1036105"/>
              <a:ext cx="12172" cy="12166"/>
            </a:xfrm>
            <a:custGeom>
              <a:avLst/>
              <a:gdLst/>
              <a:ahLst/>
              <a:cxnLst/>
              <a:rect l="l" t="t" r="r" b="b"/>
              <a:pathLst>
                <a:path w="12172" h="12166" extrusionOk="0">
                  <a:moveTo>
                    <a:pt x="580" y="8669"/>
                  </a:moveTo>
                  <a:cubicBezTo>
                    <a:pt x="2008" y="11693"/>
                    <a:pt x="5644" y="13019"/>
                    <a:pt x="8703" y="11591"/>
                  </a:cubicBezTo>
                  <a:cubicBezTo>
                    <a:pt x="11727" y="10164"/>
                    <a:pt x="13019" y="6528"/>
                    <a:pt x="11591" y="3503"/>
                  </a:cubicBezTo>
                  <a:cubicBezTo>
                    <a:pt x="10164" y="445"/>
                    <a:pt x="6528" y="-847"/>
                    <a:pt x="3503" y="580"/>
                  </a:cubicBezTo>
                  <a:cubicBezTo>
                    <a:pt x="445" y="2008"/>
                    <a:pt x="-847" y="5644"/>
                    <a:pt x="580" y="86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3" name="Google Shape;2464;p47">
              <a:extLst>
                <a:ext uri="{FF2B5EF4-FFF2-40B4-BE49-F238E27FC236}">
                  <a16:creationId xmlns:a16="http://schemas.microsoft.com/office/drawing/2014/main" id="{2F4EA393-F081-E696-A465-A27F29C0D795}"/>
                </a:ext>
              </a:extLst>
            </p:cNvPr>
            <p:cNvSpPr/>
            <p:nvPr/>
          </p:nvSpPr>
          <p:spPr>
            <a:xfrm>
              <a:off x="2983816" y="1154033"/>
              <a:ext cx="45997" cy="36431"/>
            </a:xfrm>
            <a:custGeom>
              <a:avLst/>
              <a:gdLst/>
              <a:ahLst/>
              <a:cxnLst/>
              <a:rect l="l" t="t" r="r" b="b"/>
              <a:pathLst>
                <a:path w="45997" h="36431" extrusionOk="0">
                  <a:moveTo>
                    <a:pt x="16873" y="0"/>
                  </a:moveTo>
                  <a:lnTo>
                    <a:pt x="45998" y="0"/>
                  </a:lnTo>
                  <a:lnTo>
                    <a:pt x="45998" y="36431"/>
                  </a:lnTo>
                  <a:lnTo>
                    <a:pt x="16873" y="36431"/>
                  </a:lnTo>
                  <a:cubicBezTo>
                    <a:pt x="-5624" y="36431"/>
                    <a:pt x="-5624" y="0"/>
                    <a:pt x="168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4" name="Google Shape;2465;p47">
              <a:extLst>
                <a:ext uri="{FF2B5EF4-FFF2-40B4-BE49-F238E27FC236}">
                  <a16:creationId xmlns:a16="http://schemas.microsoft.com/office/drawing/2014/main" id="{1A73DBAF-3AAC-1F98-AA7F-F0AFAB1BD444}"/>
                </a:ext>
              </a:extLst>
            </p:cNvPr>
            <p:cNvSpPr/>
            <p:nvPr/>
          </p:nvSpPr>
          <p:spPr>
            <a:xfrm>
              <a:off x="3022235" y="1139454"/>
              <a:ext cx="18827" cy="63278"/>
            </a:xfrm>
            <a:custGeom>
              <a:avLst/>
              <a:gdLst/>
              <a:ahLst/>
              <a:cxnLst/>
              <a:rect l="l" t="t" r="r" b="b"/>
              <a:pathLst>
                <a:path w="18827" h="63278" extrusionOk="0">
                  <a:moveTo>
                    <a:pt x="9414" y="0"/>
                  </a:moveTo>
                  <a:lnTo>
                    <a:pt x="9414" y="0"/>
                  </a:lnTo>
                  <a:cubicBezTo>
                    <a:pt x="14579" y="0"/>
                    <a:pt x="18793" y="4248"/>
                    <a:pt x="18827" y="9414"/>
                  </a:cubicBezTo>
                  <a:lnTo>
                    <a:pt x="18827" y="53865"/>
                  </a:lnTo>
                  <a:cubicBezTo>
                    <a:pt x="18827" y="59030"/>
                    <a:pt x="14579" y="63278"/>
                    <a:pt x="9414" y="63278"/>
                  </a:cubicBezTo>
                  <a:lnTo>
                    <a:pt x="9414" y="63278"/>
                  </a:lnTo>
                  <a:cubicBezTo>
                    <a:pt x="4214" y="63278"/>
                    <a:pt x="0" y="59064"/>
                    <a:pt x="0" y="53865"/>
                  </a:cubicBezTo>
                  <a:lnTo>
                    <a:pt x="0" y="9414"/>
                  </a:lnTo>
                  <a:cubicBezTo>
                    <a:pt x="0" y="4248"/>
                    <a:pt x="4214" y="0"/>
                    <a:pt x="94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5" name="Google Shape;2466;p47">
              <a:extLst>
                <a:ext uri="{FF2B5EF4-FFF2-40B4-BE49-F238E27FC236}">
                  <a16:creationId xmlns:a16="http://schemas.microsoft.com/office/drawing/2014/main" id="{424726D1-F8D6-5D7E-3C34-F268EF9D661D}"/>
                </a:ext>
              </a:extLst>
            </p:cNvPr>
            <p:cNvSpPr/>
            <p:nvPr/>
          </p:nvSpPr>
          <p:spPr>
            <a:xfrm>
              <a:off x="3127008" y="973475"/>
              <a:ext cx="90295" cy="51315"/>
            </a:xfrm>
            <a:custGeom>
              <a:avLst/>
              <a:gdLst/>
              <a:ahLst/>
              <a:cxnLst/>
              <a:rect l="l" t="t" r="r" b="b"/>
              <a:pathLst>
                <a:path w="90295" h="51315" extrusionOk="0">
                  <a:moveTo>
                    <a:pt x="0" y="51316"/>
                  </a:moveTo>
                  <a:lnTo>
                    <a:pt x="90296" y="51316"/>
                  </a:lnTo>
                  <a:lnTo>
                    <a:pt x="90296" y="7307"/>
                  </a:lnTo>
                  <a:cubicBezTo>
                    <a:pt x="90296" y="3262"/>
                    <a:pt x="87033" y="0"/>
                    <a:pt x="82989" y="0"/>
                  </a:cubicBezTo>
                  <a:lnTo>
                    <a:pt x="7307" y="0"/>
                  </a:lnTo>
                  <a:cubicBezTo>
                    <a:pt x="3296" y="0"/>
                    <a:pt x="0" y="3296"/>
                    <a:pt x="0" y="7307"/>
                  </a:cubicBezTo>
                  <a:lnTo>
                    <a:pt x="0" y="513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6" name="Google Shape;2467;p47">
              <a:extLst>
                <a:ext uri="{FF2B5EF4-FFF2-40B4-BE49-F238E27FC236}">
                  <a16:creationId xmlns:a16="http://schemas.microsoft.com/office/drawing/2014/main" id="{3390599C-9B39-EFCE-F71A-B4DF842A3F85}"/>
                </a:ext>
              </a:extLst>
            </p:cNvPr>
            <p:cNvSpPr/>
            <p:nvPr/>
          </p:nvSpPr>
          <p:spPr>
            <a:xfrm>
              <a:off x="3127144" y="973475"/>
              <a:ext cx="90091" cy="6083"/>
            </a:xfrm>
            <a:custGeom>
              <a:avLst/>
              <a:gdLst/>
              <a:ahLst/>
              <a:cxnLst/>
              <a:rect l="l" t="t" r="r" b="b"/>
              <a:pathLst>
                <a:path w="90091" h="6083" extrusionOk="0">
                  <a:moveTo>
                    <a:pt x="90058" y="6083"/>
                  </a:moveTo>
                  <a:cubicBezTo>
                    <a:pt x="89480" y="2651"/>
                    <a:pt x="86456" y="0"/>
                    <a:pt x="82887" y="0"/>
                  </a:cubicBezTo>
                  <a:lnTo>
                    <a:pt x="7205" y="0"/>
                  </a:lnTo>
                  <a:cubicBezTo>
                    <a:pt x="3602" y="0"/>
                    <a:pt x="578" y="2651"/>
                    <a:pt x="0" y="6083"/>
                  </a:cubicBezTo>
                  <a:lnTo>
                    <a:pt x="90092" y="608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" name="Google Shape;2468;p47">
              <a:extLst>
                <a:ext uri="{FF2B5EF4-FFF2-40B4-BE49-F238E27FC236}">
                  <a16:creationId xmlns:a16="http://schemas.microsoft.com/office/drawing/2014/main" id="{3F00AE44-8A65-58DD-0BB0-890A5A8EE9BB}"/>
                </a:ext>
              </a:extLst>
            </p:cNvPr>
            <p:cNvSpPr/>
            <p:nvPr/>
          </p:nvSpPr>
          <p:spPr>
            <a:xfrm>
              <a:off x="3216589" y="1029411"/>
              <a:ext cx="25390" cy="25390"/>
            </a:xfrm>
            <a:custGeom>
              <a:avLst/>
              <a:gdLst/>
              <a:ahLst/>
              <a:cxnLst/>
              <a:rect l="l" t="t" r="r" b="b"/>
              <a:pathLst>
                <a:path w="25390" h="25390" extrusionOk="0">
                  <a:moveTo>
                    <a:pt x="7954" y="920"/>
                  </a:moveTo>
                  <a:cubicBezTo>
                    <a:pt x="1463" y="3536"/>
                    <a:pt x="-1697" y="10945"/>
                    <a:pt x="920" y="17436"/>
                  </a:cubicBezTo>
                  <a:cubicBezTo>
                    <a:pt x="3536" y="23927"/>
                    <a:pt x="10945" y="27087"/>
                    <a:pt x="17436" y="24471"/>
                  </a:cubicBezTo>
                  <a:cubicBezTo>
                    <a:pt x="23927" y="21854"/>
                    <a:pt x="27087" y="14445"/>
                    <a:pt x="24471" y="7954"/>
                  </a:cubicBezTo>
                  <a:cubicBezTo>
                    <a:pt x="21854" y="1463"/>
                    <a:pt x="14479" y="-1697"/>
                    <a:pt x="7954" y="9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8" name="Google Shape;2469;p47">
              <a:extLst>
                <a:ext uri="{FF2B5EF4-FFF2-40B4-BE49-F238E27FC236}">
                  <a16:creationId xmlns:a16="http://schemas.microsoft.com/office/drawing/2014/main" id="{419D4EAC-5B4C-4D38-6775-FD8149A5BACD}"/>
                </a:ext>
              </a:extLst>
            </p:cNvPr>
            <p:cNvSpPr/>
            <p:nvPr/>
          </p:nvSpPr>
          <p:spPr>
            <a:xfrm>
              <a:off x="3222982" y="1035595"/>
              <a:ext cx="12166" cy="12151"/>
            </a:xfrm>
            <a:custGeom>
              <a:avLst/>
              <a:gdLst/>
              <a:ahLst/>
              <a:cxnLst/>
              <a:rect l="l" t="t" r="r" b="b"/>
              <a:pathLst>
                <a:path w="12166" h="12151" extrusionOk="0">
                  <a:moveTo>
                    <a:pt x="11586" y="8669"/>
                  </a:moveTo>
                  <a:cubicBezTo>
                    <a:pt x="10158" y="11693"/>
                    <a:pt x="6556" y="12985"/>
                    <a:pt x="3498" y="11591"/>
                  </a:cubicBezTo>
                  <a:cubicBezTo>
                    <a:pt x="473" y="10164"/>
                    <a:pt x="-852" y="6528"/>
                    <a:pt x="575" y="3503"/>
                  </a:cubicBezTo>
                  <a:cubicBezTo>
                    <a:pt x="2002" y="445"/>
                    <a:pt x="5639" y="-847"/>
                    <a:pt x="8663" y="581"/>
                  </a:cubicBezTo>
                  <a:cubicBezTo>
                    <a:pt x="11722" y="2008"/>
                    <a:pt x="13013" y="5644"/>
                    <a:pt x="11586" y="86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4059547"/>
      </p:ext>
    </p:extLst>
  </p:cSld>
  <p:clrMapOvr>
    <a:masterClrMapping/>
  </p:clrMapOvr>
  <p:transition spd="slow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Google Shape;1982;p46"/>
          <p:cNvSpPr txBox="1">
            <a:spLocks noGrp="1"/>
          </p:cNvSpPr>
          <p:nvPr>
            <p:ph type="title"/>
          </p:nvPr>
        </p:nvSpPr>
        <p:spPr>
          <a:xfrm>
            <a:off x="1001529" y="1178826"/>
            <a:ext cx="4118902" cy="17870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noProof="0" dirty="0">
                <a:solidFill>
                  <a:srgbClr val="03515F"/>
                </a:solidFill>
                <a:latin typeface="Montserrat" panose="000005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Thanks!</a:t>
            </a:r>
          </a:p>
        </p:txBody>
      </p:sp>
      <p:sp>
        <p:nvSpPr>
          <p:cNvPr id="1983" name="Google Shape;1983;p46"/>
          <p:cNvSpPr txBox="1">
            <a:spLocks noGrp="1"/>
          </p:cNvSpPr>
          <p:nvPr>
            <p:ph type="subTitle" idx="1"/>
          </p:nvPr>
        </p:nvSpPr>
        <p:spPr>
          <a:xfrm>
            <a:off x="1060144" y="3271554"/>
            <a:ext cx="3223800" cy="109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noProof="0" dirty="0"/>
              <a:t>Do you have any questions?</a:t>
            </a:r>
          </a:p>
        </p:txBody>
      </p:sp>
      <p:grpSp>
        <p:nvGrpSpPr>
          <p:cNvPr id="1997" name="Google Shape;1997;p46"/>
          <p:cNvGrpSpPr/>
          <p:nvPr/>
        </p:nvGrpSpPr>
        <p:grpSpPr>
          <a:xfrm>
            <a:off x="5209486" y="1281751"/>
            <a:ext cx="3032405" cy="3937952"/>
            <a:chOff x="5209486" y="1205551"/>
            <a:chExt cx="3032405" cy="3937952"/>
          </a:xfrm>
        </p:grpSpPr>
        <p:sp>
          <p:nvSpPr>
            <p:cNvPr id="1998" name="Google Shape;1998;p46"/>
            <p:cNvSpPr/>
            <p:nvPr/>
          </p:nvSpPr>
          <p:spPr>
            <a:xfrm>
              <a:off x="6561476" y="3172681"/>
              <a:ext cx="293602" cy="213604"/>
            </a:xfrm>
            <a:custGeom>
              <a:avLst/>
              <a:gdLst/>
              <a:ahLst/>
              <a:cxnLst/>
              <a:rect l="l" t="t" r="r" b="b"/>
              <a:pathLst>
                <a:path w="129955" h="95835" extrusionOk="0">
                  <a:moveTo>
                    <a:pt x="64978" y="95835"/>
                  </a:moveTo>
                  <a:cubicBezTo>
                    <a:pt x="100763" y="95835"/>
                    <a:pt x="129955" y="74323"/>
                    <a:pt x="129955" y="47918"/>
                  </a:cubicBezTo>
                  <a:cubicBezTo>
                    <a:pt x="129955" y="21512"/>
                    <a:pt x="100763" y="0"/>
                    <a:pt x="64978" y="0"/>
                  </a:cubicBezTo>
                  <a:cubicBezTo>
                    <a:pt x="29192" y="0"/>
                    <a:pt x="0" y="21546"/>
                    <a:pt x="0" y="47918"/>
                  </a:cubicBezTo>
                  <a:cubicBezTo>
                    <a:pt x="0" y="74289"/>
                    <a:pt x="29192" y="95835"/>
                    <a:pt x="64978" y="95835"/>
                  </a:cubicBezTo>
                  <a:close/>
                </a:path>
              </a:pathLst>
            </a:custGeom>
            <a:solidFill>
              <a:srgbClr val="0057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999" name="Google Shape;1999;p46"/>
            <p:cNvSpPr/>
            <p:nvPr/>
          </p:nvSpPr>
          <p:spPr>
            <a:xfrm>
              <a:off x="6560554" y="3265916"/>
              <a:ext cx="293525" cy="131722"/>
            </a:xfrm>
            <a:custGeom>
              <a:avLst/>
              <a:gdLst/>
              <a:ahLst/>
              <a:cxnLst/>
              <a:rect l="l" t="t" r="r" b="b"/>
              <a:pathLst>
                <a:path w="129921" h="59098" extrusionOk="0">
                  <a:moveTo>
                    <a:pt x="0" y="0"/>
                  </a:moveTo>
                  <a:lnTo>
                    <a:pt x="129921" y="0"/>
                  </a:lnTo>
                  <a:lnTo>
                    <a:pt x="129921" y="59099"/>
                  </a:lnTo>
                  <a:lnTo>
                    <a:pt x="0" y="5909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00" name="Google Shape;2000;p46"/>
            <p:cNvSpPr/>
            <p:nvPr/>
          </p:nvSpPr>
          <p:spPr>
            <a:xfrm>
              <a:off x="6505003" y="3217555"/>
              <a:ext cx="399249" cy="57792"/>
            </a:xfrm>
            <a:custGeom>
              <a:avLst/>
              <a:gdLst/>
              <a:ahLst/>
              <a:cxnLst/>
              <a:rect l="l" t="t" r="r" b="b"/>
              <a:pathLst>
                <a:path w="176717" h="25929" extrusionOk="0">
                  <a:moveTo>
                    <a:pt x="163736" y="0"/>
                  </a:moveTo>
                  <a:lnTo>
                    <a:pt x="12982" y="0"/>
                  </a:lnTo>
                  <a:cubicBezTo>
                    <a:pt x="5845" y="0"/>
                    <a:pt x="0" y="5845"/>
                    <a:pt x="0" y="12982"/>
                  </a:cubicBezTo>
                  <a:lnTo>
                    <a:pt x="0" y="12982"/>
                  </a:lnTo>
                  <a:cubicBezTo>
                    <a:pt x="0" y="20119"/>
                    <a:pt x="5845" y="25930"/>
                    <a:pt x="12982" y="25930"/>
                  </a:cubicBezTo>
                  <a:lnTo>
                    <a:pt x="163736" y="25930"/>
                  </a:lnTo>
                  <a:cubicBezTo>
                    <a:pt x="170872" y="25930"/>
                    <a:pt x="176718" y="20085"/>
                    <a:pt x="176718" y="12948"/>
                  </a:cubicBezTo>
                  <a:lnTo>
                    <a:pt x="176718" y="12948"/>
                  </a:lnTo>
                  <a:cubicBezTo>
                    <a:pt x="176718" y="5811"/>
                    <a:pt x="170872" y="0"/>
                    <a:pt x="163736" y="0"/>
                  </a:cubicBezTo>
                  <a:close/>
                </a:path>
              </a:pathLst>
            </a:custGeom>
            <a:solidFill>
              <a:srgbClr val="0049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01" name="Google Shape;2001;p46"/>
            <p:cNvSpPr/>
            <p:nvPr/>
          </p:nvSpPr>
          <p:spPr>
            <a:xfrm>
              <a:off x="6585756" y="3275998"/>
              <a:ext cx="19500" cy="73927"/>
            </a:xfrm>
            <a:custGeom>
              <a:avLst/>
              <a:gdLst/>
              <a:ahLst/>
              <a:cxnLst/>
              <a:rect l="l" t="t" r="r" b="b"/>
              <a:pathLst>
                <a:path w="8631" h="33168" extrusionOk="0">
                  <a:moveTo>
                    <a:pt x="0" y="0"/>
                  </a:moveTo>
                  <a:lnTo>
                    <a:pt x="8632" y="0"/>
                  </a:lnTo>
                  <a:lnTo>
                    <a:pt x="8632" y="33169"/>
                  </a:lnTo>
                  <a:lnTo>
                    <a:pt x="0" y="33169"/>
                  </a:lnTo>
                  <a:close/>
                </a:path>
              </a:pathLst>
            </a:custGeom>
            <a:solidFill>
              <a:srgbClr val="EFEFE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02" name="Google Shape;2002;p46"/>
            <p:cNvSpPr/>
            <p:nvPr/>
          </p:nvSpPr>
          <p:spPr>
            <a:xfrm>
              <a:off x="5614098" y="3274029"/>
              <a:ext cx="293602" cy="131722"/>
            </a:xfrm>
            <a:custGeom>
              <a:avLst/>
              <a:gdLst/>
              <a:ahLst/>
              <a:cxnLst/>
              <a:rect l="l" t="t" r="r" b="b"/>
              <a:pathLst>
                <a:path w="129955" h="59098" extrusionOk="0">
                  <a:moveTo>
                    <a:pt x="0" y="0"/>
                  </a:moveTo>
                  <a:lnTo>
                    <a:pt x="129955" y="0"/>
                  </a:lnTo>
                  <a:lnTo>
                    <a:pt x="129955" y="59099"/>
                  </a:lnTo>
                  <a:lnTo>
                    <a:pt x="0" y="5909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03" name="Google Shape;2003;p46"/>
            <p:cNvSpPr/>
            <p:nvPr/>
          </p:nvSpPr>
          <p:spPr>
            <a:xfrm>
              <a:off x="5561313" y="3225667"/>
              <a:ext cx="399096" cy="57792"/>
            </a:xfrm>
            <a:custGeom>
              <a:avLst/>
              <a:gdLst/>
              <a:ahLst/>
              <a:cxnLst/>
              <a:rect l="l" t="t" r="r" b="b"/>
              <a:pathLst>
                <a:path w="176649" h="25929" extrusionOk="0">
                  <a:moveTo>
                    <a:pt x="12948" y="0"/>
                  </a:moveTo>
                  <a:lnTo>
                    <a:pt x="163702" y="0"/>
                  </a:lnTo>
                  <a:cubicBezTo>
                    <a:pt x="170838" y="0"/>
                    <a:pt x="176650" y="5811"/>
                    <a:pt x="176650" y="12948"/>
                  </a:cubicBezTo>
                  <a:lnTo>
                    <a:pt x="176650" y="12948"/>
                  </a:lnTo>
                  <a:cubicBezTo>
                    <a:pt x="176650" y="20085"/>
                    <a:pt x="170838" y="25930"/>
                    <a:pt x="163702" y="25930"/>
                  </a:cubicBezTo>
                  <a:lnTo>
                    <a:pt x="12948" y="25930"/>
                  </a:lnTo>
                  <a:cubicBezTo>
                    <a:pt x="5811" y="25930"/>
                    <a:pt x="0" y="20085"/>
                    <a:pt x="0" y="12948"/>
                  </a:cubicBezTo>
                  <a:lnTo>
                    <a:pt x="0" y="12948"/>
                  </a:lnTo>
                  <a:cubicBezTo>
                    <a:pt x="0" y="5811"/>
                    <a:pt x="5811" y="0"/>
                    <a:pt x="12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04" name="Google Shape;2004;p46"/>
            <p:cNvSpPr/>
            <p:nvPr/>
          </p:nvSpPr>
          <p:spPr>
            <a:xfrm>
              <a:off x="5209486" y="3358016"/>
              <a:ext cx="2082551" cy="864644"/>
            </a:xfrm>
            <a:custGeom>
              <a:avLst/>
              <a:gdLst/>
              <a:ahLst/>
              <a:cxnLst/>
              <a:rect l="l" t="t" r="r" b="b"/>
              <a:pathLst>
                <a:path w="921785" h="387929" extrusionOk="0">
                  <a:moveTo>
                    <a:pt x="38776" y="34"/>
                  </a:moveTo>
                  <a:lnTo>
                    <a:pt x="883010" y="34"/>
                  </a:lnTo>
                  <a:cubicBezTo>
                    <a:pt x="904420" y="34"/>
                    <a:pt x="921786" y="17400"/>
                    <a:pt x="921786" y="38810"/>
                  </a:cubicBezTo>
                  <a:lnTo>
                    <a:pt x="921786" y="349153"/>
                  </a:lnTo>
                  <a:cubicBezTo>
                    <a:pt x="921786" y="370563"/>
                    <a:pt x="904420" y="387929"/>
                    <a:pt x="883010" y="387929"/>
                  </a:cubicBezTo>
                  <a:lnTo>
                    <a:pt x="38776" y="387929"/>
                  </a:lnTo>
                  <a:cubicBezTo>
                    <a:pt x="17366" y="387929"/>
                    <a:pt x="0" y="370563"/>
                    <a:pt x="0" y="349153"/>
                  </a:cubicBezTo>
                  <a:lnTo>
                    <a:pt x="0" y="38776"/>
                  </a:lnTo>
                  <a:cubicBezTo>
                    <a:pt x="0" y="17366"/>
                    <a:pt x="17366" y="0"/>
                    <a:pt x="387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05" name="Google Shape;2005;p46"/>
            <p:cNvSpPr/>
            <p:nvPr/>
          </p:nvSpPr>
          <p:spPr>
            <a:xfrm>
              <a:off x="5209486" y="3766512"/>
              <a:ext cx="2082628" cy="372973"/>
            </a:xfrm>
            <a:custGeom>
              <a:avLst/>
              <a:gdLst/>
              <a:ahLst/>
              <a:cxnLst/>
              <a:rect l="l" t="t" r="r" b="b"/>
              <a:pathLst>
                <a:path w="921819" h="167337" extrusionOk="0">
                  <a:moveTo>
                    <a:pt x="921786" y="0"/>
                  </a:moveTo>
                  <a:lnTo>
                    <a:pt x="921786" y="128528"/>
                  </a:lnTo>
                  <a:cubicBezTo>
                    <a:pt x="921786" y="149870"/>
                    <a:pt x="904318" y="167338"/>
                    <a:pt x="883010" y="167338"/>
                  </a:cubicBezTo>
                  <a:lnTo>
                    <a:pt x="38776" y="167338"/>
                  </a:lnTo>
                  <a:cubicBezTo>
                    <a:pt x="17434" y="167338"/>
                    <a:pt x="0" y="149870"/>
                    <a:pt x="0" y="128528"/>
                  </a:cubicBezTo>
                  <a:lnTo>
                    <a:pt x="0" y="0"/>
                  </a:lnTo>
                  <a:lnTo>
                    <a:pt x="921820" y="0"/>
                  </a:lnTo>
                  <a:close/>
                </a:path>
              </a:pathLst>
            </a:custGeom>
            <a:solidFill>
              <a:srgbClr val="161D1E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06" name="Google Shape;2006;p46"/>
            <p:cNvSpPr/>
            <p:nvPr/>
          </p:nvSpPr>
          <p:spPr>
            <a:xfrm>
              <a:off x="5209486" y="3358092"/>
              <a:ext cx="108411" cy="864644"/>
            </a:xfrm>
            <a:custGeom>
              <a:avLst/>
              <a:gdLst/>
              <a:ahLst/>
              <a:cxnLst/>
              <a:rect l="l" t="t" r="r" b="b"/>
              <a:pathLst>
                <a:path w="47985" h="387929" extrusionOk="0">
                  <a:moveTo>
                    <a:pt x="38776" y="0"/>
                  </a:moveTo>
                  <a:lnTo>
                    <a:pt x="47986" y="0"/>
                  </a:lnTo>
                  <a:lnTo>
                    <a:pt x="47986" y="387929"/>
                  </a:lnTo>
                  <a:lnTo>
                    <a:pt x="38776" y="387929"/>
                  </a:lnTo>
                  <a:cubicBezTo>
                    <a:pt x="17434" y="387929"/>
                    <a:pt x="0" y="370461"/>
                    <a:pt x="0" y="349153"/>
                  </a:cubicBezTo>
                  <a:lnTo>
                    <a:pt x="0" y="38810"/>
                  </a:lnTo>
                  <a:cubicBezTo>
                    <a:pt x="0" y="17468"/>
                    <a:pt x="17434" y="34"/>
                    <a:pt x="38776" y="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07" name="Google Shape;2007;p46"/>
            <p:cNvSpPr/>
            <p:nvPr/>
          </p:nvSpPr>
          <p:spPr>
            <a:xfrm>
              <a:off x="5209486" y="3766512"/>
              <a:ext cx="108487" cy="372899"/>
            </a:xfrm>
            <a:custGeom>
              <a:avLst/>
              <a:gdLst/>
              <a:ahLst/>
              <a:cxnLst/>
              <a:rect l="l" t="t" r="r" b="b"/>
              <a:pathLst>
                <a:path w="48019" h="167304" extrusionOk="0">
                  <a:moveTo>
                    <a:pt x="47986" y="0"/>
                  </a:moveTo>
                  <a:lnTo>
                    <a:pt x="47986" y="167304"/>
                  </a:lnTo>
                  <a:lnTo>
                    <a:pt x="38776" y="167304"/>
                  </a:lnTo>
                  <a:cubicBezTo>
                    <a:pt x="17434" y="167304"/>
                    <a:pt x="0" y="149836"/>
                    <a:pt x="0" y="128528"/>
                  </a:cubicBezTo>
                  <a:lnTo>
                    <a:pt x="0" y="0"/>
                  </a:lnTo>
                  <a:lnTo>
                    <a:pt x="480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08" name="Google Shape;2008;p46"/>
            <p:cNvSpPr/>
            <p:nvPr/>
          </p:nvSpPr>
          <p:spPr>
            <a:xfrm>
              <a:off x="7185069" y="3358092"/>
              <a:ext cx="108411" cy="864644"/>
            </a:xfrm>
            <a:custGeom>
              <a:avLst/>
              <a:gdLst/>
              <a:ahLst/>
              <a:cxnLst/>
              <a:rect l="l" t="t" r="r" b="b"/>
              <a:pathLst>
                <a:path w="47985" h="387929" extrusionOk="0">
                  <a:moveTo>
                    <a:pt x="9210" y="387929"/>
                  </a:moveTo>
                  <a:lnTo>
                    <a:pt x="0" y="387929"/>
                  </a:lnTo>
                  <a:lnTo>
                    <a:pt x="0" y="0"/>
                  </a:lnTo>
                  <a:lnTo>
                    <a:pt x="9210" y="0"/>
                  </a:lnTo>
                  <a:cubicBezTo>
                    <a:pt x="30552" y="0"/>
                    <a:pt x="47986" y="17468"/>
                    <a:pt x="47986" y="38776"/>
                  </a:cubicBezTo>
                  <a:lnTo>
                    <a:pt x="47986" y="349119"/>
                  </a:lnTo>
                  <a:cubicBezTo>
                    <a:pt x="47986" y="370461"/>
                    <a:pt x="30518" y="387895"/>
                    <a:pt x="9210" y="38789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09" name="Google Shape;2009;p46"/>
            <p:cNvSpPr/>
            <p:nvPr/>
          </p:nvSpPr>
          <p:spPr>
            <a:xfrm>
              <a:off x="7185069" y="3766588"/>
              <a:ext cx="108487" cy="372897"/>
            </a:xfrm>
            <a:custGeom>
              <a:avLst/>
              <a:gdLst/>
              <a:ahLst/>
              <a:cxnLst/>
              <a:rect l="l" t="t" r="r" b="b"/>
              <a:pathLst>
                <a:path w="48019" h="167303" extrusionOk="0">
                  <a:moveTo>
                    <a:pt x="9210" y="167304"/>
                  </a:moveTo>
                  <a:lnTo>
                    <a:pt x="0" y="167304"/>
                  </a:lnTo>
                  <a:lnTo>
                    <a:pt x="0" y="0"/>
                  </a:lnTo>
                  <a:lnTo>
                    <a:pt x="48020" y="0"/>
                  </a:lnTo>
                  <a:lnTo>
                    <a:pt x="48020" y="128528"/>
                  </a:lnTo>
                  <a:cubicBezTo>
                    <a:pt x="48020" y="149870"/>
                    <a:pt x="30552" y="167304"/>
                    <a:pt x="9244" y="1673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10" name="Google Shape;2010;p46"/>
            <p:cNvSpPr/>
            <p:nvPr/>
          </p:nvSpPr>
          <p:spPr>
            <a:xfrm>
              <a:off x="5341874" y="3457771"/>
              <a:ext cx="1750713" cy="74988"/>
            </a:xfrm>
            <a:custGeom>
              <a:avLst/>
              <a:gdLst/>
              <a:ahLst/>
              <a:cxnLst/>
              <a:rect l="l" t="t" r="r" b="b"/>
              <a:pathLst>
                <a:path w="774906" h="33644" extrusionOk="0">
                  <a:moveTo>
                    <a:pt x="16822" y="0"/>
                  </a:moveTo>
                  <a:lnTo>
                    <a:pt x="758084" y="0"/>
                  </a:lnTo>
                  <a:cubicBezTo>
                    <a:pt x="767328" y="0"/>
                    <a:pt x="774907" y="7578"/>
                    <a:pt x="774907" y="16822"/>
                  </a:cubicBezTo>
                  <a:lnTo>
                    <a:pt x="774907" y="16822"/>
                  </a:lnTo>
                  <a:cubicBezTo>
                    <a:pt x="774907" y="26066"/>
                    <a:pt x="767328" y="33644"/>
                    <a:pt x="758084" y="33644"/>
                  </a:cubicBezTo>
                  <a:lnTo>
                    <a:pt x="16822" y="33644"/>
                  </a:lnTo>
                  <a:cubicBezTo>
                    <a:pt x="7545" y="33644"/>
                    <a:pt x="0" y="26066"/>
                    <a:pt x="0" y="16822"/>
                  </a:cubicBezTo>
                  <a:lnTo>
                    <a:pt x="0" y="16822"/>
                  </a:lnTo>
                  <a:cubicBezTo>
                    <a:pt x="0" y="7578"/>
                    <a:pt x="7579" y="0"/>
                    <a:pt x="16822" y="0"/>
                  </a:cubicBezTo>
                  <a:close/>
                </a:path>
              </a:pathLst>
            </a:custGeom>
            <a:solidFill>
              <a:srgbClr val="EFEFE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11" name="Google Shape;2011;p46"/>
            <p:cNvSpPr/>
            <p:nvPr/>
          </p:nvSpPr>
          <p:spPr>
            <a:xfrm>
              <a:off x="5639301" y="3284111"/>
              <a:ext cx="19500" cy="73927"/>
            </a:xfrm>
            <a:custGeom>
              <a:avLst/>
              <a:gdLst/>
              <a:ahLst/>
              <a:cxnLst/>
              <a:rect l="l" t="t" r="r" b="b"/>
              <a:pathLst>
                <a:path w="8631" h="33168" extrusionOk="0">
                  <a:moveTo>
                    <a:pt x="0" y="0"/>
                  </a:moveTo>
                  <a:lnTo>
                    <a:pt x="8632" y="0"/>
                  </a:lnTo>
                  <a:lnTo>
                    <a:pt x="8632" y="33168"/>
                  </a:lnTo>
                  <a:lnTo>
                    <a:pt x="0" y="33168"/>
                  </a:lnTo>
                  <a:close/>
                </a:path>
              </a:pathLst>
            </a:custGeom>
            <a:solidFill>
              <a:srgbClr val="EFEFE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2012" name="Google Shape;2012;p46"/>
            <p:cNvGrpSpPr/>
            <p:nvPr/>
          </p:nvGrpSpPr>
          <p:grpSpPr>
            <a:xfrm>
              <a:off x="5448213" y="3766512"/>
              <a:ext cx="1606620" cy="675315"/>
              <a:chOff x="4439952" y="2779427"/>
              <a:chExt cx="710608" cy="302764"/>
            </a:xfrm>
          </p:grpSpPr>
          <p:sp>
            <p:nvSpPr>
              <p:cNvPr id="2013" name="Google Shape;2013;p46"/>
              <p:cNvSpPr/>
              <p:nvPr/>
            </p:nvSpPr>
            <p:spPr>
              <a:xfrm>
                <a:off x="4439952" y="2779427"/>
                <a:ext cx="71060" cy="286520"/>
              </a:xfrm>
              <a:custGeom>
                <a:avLst/>
                <a:gdLst/>
                <a:ahLst/>
                <a:cxnLst/>
                <a:rect l="l" t="t" r="r" b="b"/>
                <a:pathLst>
                  <a:path w="71060" h="286520" extrusionOk="0">
                    <a:moveTo>
                      <a:pt x="0" y="0"/>
                    </a:moveTo>
                    <a:lnTo>
                      <a:pt x="71061" y="0"/>
                    </a:lnTo>
                    <a:lnTo>
                      <a:pt x="71061" y="286520"/>
                    </a:lnTo>
                    <a:lnTo>
                      <a:pt x="0" y="28652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14" name="Google Shape;2014;p46"/>
              <p:cNvSpPr/>
              <p:nvPr/>
            </p:nvSpPr>
            <p:spPr>
              <a:xfrm>
                <a:off x="5079499" y="2795671"/>
                <a:ext cx="71060" cy="286520"/>
              </a:xfrm>
              <a:custGeom>
                <a:avLst/>
                <a:gdLst/>
                <a:ahLst/>
                <a:cxnLst/>
                <a:rect l="l" t="t" r="r" b="b"/>
                <a:pathLst>
                  <a:path w="71060" h="286520" extrusionOk="0">
                    <a:moveTo>
                      <a:pt x="0" y="0"/>
                    </a:moveTo>
                    <a:lnTo>
                      <a:pt x="71061" y="0"/>
                    </a:lnTo>
                    <a:lnTo>
                      <a:pt x="71061" y="286520"/>
                    </a:lnTo>
                    <a:lnTo>
                      <a:pt x="0" y="28652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15" name="Google Shape;2015;p46"/>
              <p:cNvSpPr/>
              <p:nvPr/>
            </p:nvSpPr>
            <p:spPr>
              <a:xfrm>
                <a:off x="4439952" y="3018743"/>
                <a:ext cx="710608" cy="63448"/>
              </a:xfrm>
              <a:custGeom>
                <a:avLst/>
                <a:gdLst/>
                <a:ahLst/>
                <a:cxnLst/>
                <a:rect l="l" t="t" r="r" b="b"/>
                <a:pathLst>
                  <a:path w="710608" h="63448" extrusionOk="0">
                    <a:moveTo>
                      <a:pt x="0" y="0"/>
                    </a:moveTo>
                    <a:lnTo>
                      <a:pt x="710608" y="0"/>
                    </a:lnTo>
                    <a:lnTo>
                      <a:pt x="710608" y="63448"/>
                    </a:lnTo>
                    <a:lnTo>
                      <a:pt x="0" y="6344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2016" name="Google Shape;2016;p46"/>
            <p:cNvSpPr/>
            <p:nvPr/>
          </p:nvSpPr>
          <p:spPr>
            <a:xfrm>
              <a:off x="5447137" y="3695259"/>
              <a:ext cx="162771" cy="142403"/>
            </a:xfrm>
            <a:custGeom>
              <a:avLst/>
              <a:gdLst/>
              <a:ahLst/>
              <a:cxnLst/>
              <a:rect l="l" t="t" r="r" b="b"/>
              <a:pathLst>
                <a:path w="72046" h="63890" extrusionOk="0">
                  <a:moveTo>
                    <a:pt x="36023" y="63890"/>
                  </a:moveTo>
                  <a:cubicBezTo>
                    <a:pt x="55870" y="63890"/>
                    <a:pt x="72046" y="49549"/>
                    <a:pt x="72046" y="31945"/>
                  </a:cubicBezTo>
                  <a:cubicBezTo>
                    <a:pt x="72046" y="14341"/>
                    <a:pt x="55870" y="0"/>
                    <a:pt x="36023" y="0"/>
                  </a:cubicBezTo>
                  <a:cubicBezTo>
                    <a:pt x="16176" y="0"/>
                    <a:pt x="0" y="14375"/>
                    <a:pt x="0" y="31945"/>
                  </a:cubicBezTo>
                  <a:cubicBezTo>
                    <a:pt x="0" y="49515"/>
                    <a:pt x="16176" y="63890"/>
                    <a:pt x="36023" y="6389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17" name="Google Shape;2017;p46"/>
            <p:cNvSpPr/>
            <p:nvPr/>
          </p:nvSpPr>
          <p:spPr>
            <a:xfrm>
              <a:off x="6891944" y="3731567"/>
              <a:ext cx="162771" cy="142403"/>
            </a:xfrm>
            <a:custGeom>
              <a:avLst/>
              <a:gdLst/>
              <a:ahLst/>
              <a:cxnLst/>
              <a:rect l="l" t="t" r="r" b="b"/>
              <a:pathLst>
                <a:path w="72046" h="63890" extrusionOk="0">
                  <a:moveTo>
                    <a:pt x="36023" y="63890"/>
                  </a:moveTo>
                  <a:cubicBezTo>
                    <a:pt x="55870" y="63890"/>
                    <a:pt x="72046" y="49549"/>
                    <a:pt x="72046" y="31945"/>
                  </a:cubicBezTo>
                  <a:cubicBezTo>
                    <a:pt x="72046" y="14341"/>
                    <a:pt x="55870" y="0"/>
                    <a:pt x="36023" y="0"/>
                  </a:cubicBezTo>
                  <a:cubicBezTo>
                    <a:pt x="16176" y="0"/>
                    <a:pt x="0" y="14341"/>
                    <a:pt x="0" y="31945"/>
                  </a:cubicBezTo>
                  <a:cubicBezTo>
                    <a:pt x="0" y="49549"/>
                    <a:pt x="16176" y="63890"/>
                    <a:pt x="36023" y="6389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2018" name="Google Shape;2018;p46"/>
            <p:cNvGrpSpPr/>
            <p:nvPr/>
          </p:nvGrpSpPr>
          <p:grpSpPr>
            <a:xfrm>
              <a:off x="7441352" y="1284942"/>
              <a:ext cx="513089" cy="975768"/>
              <a:chOff x="4380117" y="1824165"/>
              <a:chExt cx="226939" cy="437466"/>
            </a:xfrm>
          </p:grpSpPr>
          <p:sp>
            <p:nvSpPr>
              <p:cNvPr id="2019" name="Google Shape;2019;p46"/>
              <p:cNvSpPr/>
              <p:nvPr/>
            </p:nvSpPr>
            <p:spPr>
              <a:xfrm>
                <a:off x="4469971" y="2216942"/>
                <a:ext cx="57501" cy="44689"/>
              </a:xfrm>
              <a:custGeom>
                <a:avLst/>
                <a:gdLst/>
                <a:ahLst/>
                <a:cxnLst/>
                <a:rect l="l" t="t" r="r" b="b"/>
                <a:pathLst>
                  <a:path w="57501" h="44689" extrusionOk="0">
                    <a:moveTo>
                      <a:pt x="57501" y="0"/>
                    </a:moveTo>
                    <a:lnTo>
                      <a:pt x="0" y="0"/>
                    </a:lnTo>
                    <a:lnTo>
                      <a:pt x="18487" y="44689"/>
                    </a:lnTo>
                    <a:lnTo>
                      <a:pt x="38776" y="44689"/>
                    </a:lnTo>
                    <a:lnTo>
                      <a:pt x="5750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20" name="Google Shape;2020;p46"/>
              <p:cNvSpPr/>
              <p:nvPr/>
            </p:nvSpPr>
            <p:spPr>
              <a:xfrm>
                <a:off x="4496614" y="2025306"/>
                <a:ext cx="110442" cy="191602"/>
              </a:xfrm>
              <a:custGeom>
                <a:avLst/>
                <a:gdLst/>
                <a:ahLst/>
                <a:cxnLst/>
                <a:rect l="l" t="t" r="r" b="b"/>
                <a:pathLst>
                  <a:path w="110442" h="191602" extrusionOk="0">
                    <a:moveTo>
                      <a:pt x="48054" y="0"/>
                    </a:moveTo>
                    <a:cubicBezTo>
                      <a:pt x="48054" y="0"/>
                      <a:pt x="106234" y="59574"/>
                      <a:pt x="110279" y="62973"/>
                    </a:cubicBezTo>
                    <a:cubicBezTo>
                      <a:pt x="114323" y="66337"/>
                      <a:pt x="41937" y="191603"/>
                      <a:pt x="41937" y="191603"/>
                    </a:cubicBezTo>
                    <a:lnTo>
                      <a:pt x="0" y="191603"/>
                    </a:lnTo>
                    <a:lnTo>
                      <a:pt x="0" y="8564"/>
                    </a:lnTo>
                    <a:lnTo>
                      <a:pt x="480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21" name="Google Shape;2021;p46"/>
              <p:cNvSpPr/>
              <p:nvPr/>
            </p:nvSpPr>
            <p:spPr>
              <a:xfrm>
                <a:off x="4388719" y="2025306"/>
                <a:ext cx="110410" cy="191602"/>
              </a:xfrm>
              <a:custGeom>
                <a:avLst/>
                <a:gdLst/>
                <a:ahLst/>
                <a:cxnLst/>
                <a:rect l="l" t="t" r="r" b="b"/>
                <a:pathLst>
                  <a:path w="110410" h="191602" extrusionOk="0">
                    <a:moveTo>
                      <a:pt x="62391" y="0"/>
                    </a:moveTo>
                    <a:cubicBezTo>
                      <a:pt x="62391" y="0"/>
                      <a:pt x="4210" y="59574"/>
                      <a:pt x="166" y="62973"/>
                    </a:cubicBezTo>
                    <a:cubicBezTo>
                      <a:pt x="-3912" y="66337"/>
                      <a:pt x="68474" y="191603"/>
                      <a:pt x="68474" y="191603"/>
                    </a:cubicBezTo>
                    <a:lnTo>
                      <a:pt x="110410" y="191603"/>
                    </a:lnTo>
                    <a:lnTo>
                      <a:pt x="110410" y="8564"/>
                    </a:lnTo>
                    <a:lnTo>
                      <a:pt x="6239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22" name="Google Shape;2022;p46"/>
              <p:cNvSpPr/>
              <p:nvPr/>
            </p:nvSpPr>
            <p:spPr>
              <a:xfrm>
                <a:off x="4381340" y="1840704"/>
                <a:ext cx="156938" cy="181135"/>
              </a:xfrm>
              <a:custGeom>
                <a:avLst/>
                <a:gdLst/>
                <a:ahLst/>
                <a:cxnLst/>
                <a:rect l="l" t="t" r="r" b="b"/>
                <a:pathLst>
                  <a:path w="156938" h="181135" extrusionOk="0">
                    <a:moveTo>
                      <a:pt x="0" y="0"/>
                    </a:moveTo>
                    <a:lnTo>
                      <a:pt x="20152" y="0"/>
                    </a:lnTo>
                    <a:cubicBezTo>
                      <a:pt x="95359" y="0"/>
                      <a:pt x="156939" y="61545"/>
                      <a:pt x="156939" y="136786"/>
                    </a:cubicBezTo>
                    <a:lnTo>
                      <a:pt x="156939" y="181136"/>
                    </a:lnTo>
                    <a:lnTo>
                      <a:pt x="82309" y="181136"/>
                    </a:lnTo>
                    <a:lnTo>
                      <a:pt x="82309" y="162478"/>
                    </a:lnTo>
                    <a:cubicBezTo>
                      <a:pt x="82309" y="94646"/>
                      <a:pt x="48733" y="70143"/>
                      <a:pt x="34" y="71741"/>
                    </a:cubicBez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23" name="Google Shape;2023;p46"/>
              <p:cNvSpPr/>
              <p:nvPr/>
            </p:nvSpPr>
            <p:spPr>
              <a:xfrm>
                <a:off x="4432079" y="2021024"/>
                <a:ext cx="132436" cy="23721"/>
              </a:xfrm>
              <a:custGeom>
                <a:avLst/>
                <a:gdLst/>
                <a:ahLst/>
                <a:cxnLst/>
                <a:rect l="l" t="t" r="r" b="b"/>
                <a:pathLst>
                  <a:path w="132436" h="23721" extrusionOk="0">
                    <a:moveTo>
                      <a:pt x="0" y="23721"/>
                    </a:moveTo>
                    <a:lnTo>
                      <a:pt x="0" y="11861"/>
                    </a:lnTo>
                    <a:cubicBezTo>
                      <a:pt x="0" y="5336"/>
                      <a:pt x="5336" y="0"/>
                      <a:pt x="11860" y="0"/>
                    </a:cubicBezTo>
                    <a:lnTo>
                      <a:pt x="120576" y="0"/>
                    </a:lnTo>
                    <a:cubicBezTo>
                      <a:pt x="127101" y="0"/>
                      <a:pt x="132436" y="5336"/>
                      <a:pt x="132436" y="11861"/>
                    </a:cubicBezTo>
                    <a:lnTo>
                      <a:pt x="132436" y="23721"/>
                    </a:lnTo>
                    <a:lnTo>
                      <a:pt x="0" y="2372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24" name="Google Shape;2024;p46"/>
              <p:cNvSpPr/>
              <p:nvPr/>
            </p:nvSpPr>
            <p:spPr>
              <a:xfrm>
                <a:off x="4493284" y="2021024"/>
                <a:ext cx="71230" cy="23721"/>
              </a:xfrm>
              <a:custGeom>
                <a:avLst/>
                <a:gdLst/>
                <a:ahLst/>
                <a:cxnLst/>
                <a:rect l="l" t="t" r="r" b="b"/>
                <a:pathLst>
                  <a:path w="71230" h="23721" extrusionOk="0">
                    <a:moveTo>
                      <a:pt x="0" y="0"/>
                    </a:moveTo>
                    <a:lnTo>
                      <a:pt x="59370" y="0"/>
                    </a:lnTo>
                    <a:cubicBezTo>
                      <a:pt x="65895" y="0"/>
                      <a:pt x="71231" y="5336"/>
                      <a:pt x="71231" y="11861"/>
                    </a:cubicBezTo>
                    <a:lnTo>
                      <a:pt x="71231" y="23721"/>
                    </a:lnTo>
                    <a:lnTo>
                      <a:pt x="0" y="237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25" name="Google Shape;2025;p46"/>
              <p:cNvSpPr/>
              <p:nvPr/>
            </p:nvSpPr>
            <p:spPr>
              <a:xfrm>
                <a:off x="4453489" y="2009877"/>
                <a:ext cx="99131" cy="11248"/>
              </a:xfrm>
              <a:custGeom>
                <a:avLst/>
                <a:gdLst/>
                <a:ahLst/>
                <a:cxnLst/>
                <a:rect l="l" t="t" r="r" b="b"/>
                <a:pathLst>
                  <a:path w="99131" h="11248" extrusionOk="0">
                    <a:moveTo>
                      <a:pt x="93524" y="0"/>
                    </a:moveTo>
                    <a:lnTo>
                      <a:pt x="5607" y="0"/>
                    </a:lnTo>
                    <a:cubicBezTo>
                      <a:pt x="2515" y="0"/>
                      <a:pt x="0" y="2515"/>
                      <a:pt x="0" y="5607"/>
                    </a:cubicBezTo>
                    <a:lnTo>
                      <a:pt x="0" y="5607"/>
                    </a:lnTo>
                    <a:cubicBezTo>
                      <a:pt x="0" y="8700"/>
                      <a:pt x="2515" y="11249"/>
                      <a:pt x="5607" y="11249"/>
                    </a:cubicBezTo>
                    <a:lnTo>
                      <a:pt x="93524" y="11249"/>
                    </a:lnTo>
                    <a:cubicBezTo>
                      <a:pt x="96617" y="11249"/>
                      <a:pt x="99131" y="8700"/>
                      <a:pt x="99131" y="5607"/>
                    </a:cubicBezTo>
                    <a:lnTo>
                      <a:pt x="99131" y="5607"/>
                    </a:lnTo>
                    <a:cubicBezTo>
                      <a:pt x="99131" y="2515"/>
                      <a:pt x="96583" y="0"/>
                      <a:pt x="935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26" name="Google Shape;2026;p46"/>
              <p:cNvSpPr/>
              <p:nvPr/>
            </p:nvSpPr>
            <p:spPr>
              <a:xfrm>
                <a:off x="4451585" y="1992137"/>
                <a:ext cx="99199" cy="11248"/>
              </a:xfrm>
              <a:custGeom>
                <a:avLst/>
                <a:gdLst/>
                <a:ahLst/>
                <a:cxnLst/>
                <a:rect l="l" t="t" r="r" b="b"/>
                <a:pathLst>
                  <a:path w="99199" h="11248" extrusionOk="0">
                    <a:moveTo>
                      <a:pt x="93558" y="34"/>
                    </a:moveTo>
                    <a:lnTo>
                      <a:pt x="5641" y="34"/>
                    </a:lnTo>
                    <a:cubicBezTo>
                      <a:pt x="2549" y="34"/>
                      <a:pt x="0" y="2549"/>
                      <a:pt x="0" y="5641"/>
                    </a:cubicBezTo>
                    <a:lnTo>
                      <a:pt x="0" y="5641"/>
                    </a:lnTo>
                    <a:cubicBezTo>
                      <a:pt x="0" y="8734"/>
                      <a:pt x="2549" y="11249"/>
                      <a:pt x="5641" y="11249"/>
                    </a:cubicBezTo>
                    <a:lnTo>
                      <a:pt x="93558" y="11249"/>
                    </a:lnTo>
                    <a:cubicBezTo>
                      <a:pt x="96651" y="11249"/>
                      <a:pt x="99200" y="8700"/>
                      <a:pt x="99200" y="5607"/>
                    </a:cubicBezTo>
                    <a:lnTo>
                      <a:pt x="99200" y="5607"/>
                    </a:lnTo>
                    <a:cubicBezTo>
                      <a:pt x="99200" y="2515"/>
                      <a:pt x="96685" y="0"/>
                      <a:pt x="935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27" name="Google Shape;2027;p46"/>
              <p:cNvSpPr/>
              <p:nvPr/>
            </p:nvSpPr>
            <p:spPr>
              <a:xfrm>
                <a:off x="4449751" y="1974466"/>
                <a:ext cx="99165" cy="11214"/>
              </a:xfrm>
              <a:custGeom>
                <a:avLst/>
                <a:gdLst/>
                <a:ahLst/>
                <a:cxnLst/>
                <a:rect l="l" t="t" r="r" b="b"/>
                <a:pathLst>
                  <a:path w="99165" h="11214" extrusionOk="0">
                    <a:moveTo>
                      <a:pt x="93524" y="0"/>
                    </a:moveTo>
                    <a:lnTo>
                      <a:pt x="5607" y="0"/>
                    </a:lnTo>
                    <a:cubicBezTo>
                      <a:pt x="2515" y="0"/>
                      <a:pt x="0" y="2515"/>
                      <a:pt x="0" y="5607"/>
                    </a:cubicBezTo>
                    <a:lnTo>
                      <a:pt x="0" y="5607"/>
                    </a:lnTo>
                    <a:cubicBezTo>
                      <a:pt x="0" y="8700"/>
                      <a:pt x="2515" y="11215"/>
                      <a:pt x="5607" y="11215"/>
                    </a:cubicBezTo>
                    <a:lnTo>
                      <a:pt x="93524" y="11215"/>
                    </a:lnTo>
                    <a:cubicBezTo>
                      <a:pt x="96617" y="11215"/>
                      <a:pt x="99165" y="8666"/>
                      <a:pt x="99165" y="5607"/>
                    </a:cubicBezTo>
                    <a:lnTo>
                      <a:pt x="99165" y="5607"/>
                    </a:lnTo>
                    <a:cubicBezTo>
                      <a:pt x="99165" y="2515"/>
                      <a:pt x="96651" y="0"/>
                      <a:pt x="935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28" name="Google Shape;2028;p46"/>
              <p:cNvSpPr/>
              <p:nvPr/>
            </p:nvSpPr>
            <p:spPr>
              <a:xfrm>
                <a:off x="4447881" y="1956760"/>
                <a:ext cx="99131" cy="11214"/>
              </a:xfrm>
              <a:custGeom>
                <a:avLst/>
                <a:gdLst/>
                <a:ahLst/>
                <a:cxnLst/>
                <a:rect l="l" t="t" r="r" b="b"/>
                <a:pathLst>
                  <a:path w="99131" h="11214" extrusionOk="0">
                    <a:moveTo>
                      <a:pt x="93524" y="0"/>
                    </a:moveTo>
                    <a:lnTo>
                      <a:pt x="5607" y="0"/>
                    </a:lnTo>
                    <a:cubicBezTo>
                      <a:pt x="2515" y="0"/>
                      <a:pt x="0" y="2515"/>
                      <a:pt x="0" y="5607"/>
                    </a:cubicBezTo>
                    <a:lnTo>
                      <a:pt x="0" y="5607"/>
                    </a:lnTo>
                    <a:cubicBezTo>
                      <a:pt x="0" y="8700"/>
                      <a:pt x="2549" y="11215"/>
                      <a:pt x="5607" y="11215"/>
                    </a:cubicBezTo>
                    <a:lnTo>
                      <a:pt x="93524" y="11215"/>
                    </a:lnTo>
                    <a:cubicBezTo>
                      <a:pt x="96617" y="11215"/>
                      <a:pt x="99132" y="8700"/>
                      <a:pt x="99132" y="5607"/>
                    </a:cubicBezTo>
                    <a:lnTo>
                      <a:pt x="99132" y="5607"/>
                    </a:lnTo>
                    <a:cubicBezTo>
                      <a:pt x="99132" y="2515"/>
                      <a:pt x="96617" y="0"/>
                      <a:pt x="935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29" name="Google Shape;2029;p46"/>
              <p:cNvSpPr/>
              <p:nvPr/>
            </p:nvSpPr>
            <p:spPr>
              <a:xfrm>
                <a:off x="4446074" y="1936907"/>
                <a:ext cx="99074" cy="15507"/>
              </a:xfrm>
              <a:custGeom>
                <a:avLst/>
                <a:gdLst/>
                <a:ahLst/>
                <a:cxnLst/>
                <a:rect l="l" t="t" r="r" b="b"/>
                <a:pathLst>
                  <a:path w="99074" h="15507" extrusionOk="0">
                    <a:moveTo>
                      <a:pt x="93156" y="6"/>
                    </a:moveTo>
                    <a:lnTo>
                      <a:pt x="5341" y="4288"/>
                    </a:lnTo>
                    <a:cubicBezTo>
                      <a:pt x="2249" y="4424"/>
                      <a:pt x="-130" y="7074"/>
                      <a:pt x="6" y="10167"/>
                    </a:cubicBezTo>
                    <a:lnTo>
                      <a:pt x="6" y="10167"/>
                    </a:lnTo>
                    <a:cubicBezTo>
                      <a:pt x="142" y="13259"/>
                      <a:pt x="2792" y="15638"/>
                      <a:pt x="5885" y="15502"/>
                    </a:cubicBezTo>
                    <a:lnTo>
                      <a:pt x="93734" y="11220"/>
                    </a:lnTo>
                    <a:cubicBezTo>
                      <a:pt x="96826" y="11084"/>
                      <a:pt x="99205" y="8434"/>
                      <a:pt x="99069" y="5341"/>
                    </a:cubicBezTo>
                    <a:lnTo>
                      <a:pt x="99069" y="5341"/>
                    </a:lnTo>
                    <a:cubicBezTo>
                      <a:pt x="98899" y="2249"/>
                      <a:pt x="96283" y="-130"/>
                      <a:pt x="93190" y="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30" name="Google Shape;2030;p46"/>
              <p:cNvSpPr/>
              <p:nvPr/>
            </p:nvSpPr>
            <p:spPr>
              <a:xfrm>
                <a:off x="4437315" y="1910952"/>
                <a:ext cx="97595" cy="27725"/>
              </a:xfrm>
              <a:custGeom>
                <a:avLst/>
                <a:gdLst/>
                <a:ahLst/>
                <a:cxnLst/>
                <a:rect l="l" t="t" r="r" b="b"/>
                <a:pathLst>
                  <a:path w="97595" h="27725" extrusionOk="0">
                    <a:moveTo>
                      <a:pt x="90939" y="99"/>
                    </a:moveTo>
                    <a:lnTo>
                      <a:pt x="4551" y="16582"/>
                    </a:lnTo>
                    <a:cubicBezTo>
                      <a:pt x="1526" y="17159"/>
                      <a:pt x="-479" y="20116"/>
                      <a:pt x="99" y="23175"/>
                    </a:cubicBezTo>
                    <a:lnTo>
                      <a:pt x="99" y="23175"/>
                    </a:lnTo>
                    <a:cubicBezTo>
                      <a:pt x="677" y="26199"/>
                      <a:pt x="3633" y="28204"/>
                      <a:pt x="6658" y="27626"/>
                    </a:cubicBezTo>
                    <a:lnTo>
                      <a:pt x="93012" y="11110"/>
                    </a:lnTo>
                    <a:cubicBezTo>
                      <a:pt x="96036" y="10532"/>
                      <a:pt x="98075" y="7576"/>
                      <a:pt x="97498" y="4551"/>
                    </a:cubicBezTo>
                    <a:lnTo>
                      <a:pt x="97498" y="4551"/>
                    </a:lnTo>
                    <a:cubicBezTo>
                      <a:pt x="96920" y="1526"/>
                      <a:pt x="93963" y="-478"/>
                      <a:pt x="90939" y="9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31" name="Google Shape;2031;p46"/>
              <p:cNvSpPr/>
              <p:nvPr/>
            </p:nvSpPr>
            <p:spPr>
              <a:xfrm>
                <a:off x="4429531" y="1882948"/>
                <a:ext cx="90598" cy="49035"/>
              </a:xfrm>
              <a:custGeom>
                <a:avLst/>
                <a:gdLst/>
                <a:ahLst/>
                <a:cxnLst/>
                <a:rect l="l" t="t" r="r" b="b"/>
                <a:pathLst>
                  <a:path w="90598" h="49035" extrusionOk="0">
                    <a:moveTo>
                      <a:pt x="82580" y="542"/>
                    </a:moveTo>
                    <a:lnTo>
                      <a:pt x="3193" y="38366"/>
                    </a:lnTo>
                    <a:cubicBezTo>
                      <a:pt x="406" y="39692"/>
                      <a:pt x="-783" y="43056"/>
                      <a:pt x="542" y="45843"/>
                    </a:cubicBezTo>
                    <a:lnTo>
                      <a:pt x="542" y="45843"/>
                    </a:lnTo>
                    <a:cubicBezTo>
                      <a:pt x="1867" y="48630"/>
                      <a:pt x="5232" y="49819"/>
                      <a:pt x="8018" y="48494"/>
                    </a:cubicBezTo>
                    <a:lnTo>
                      <a:pt x="87405" y="10669"/>
                    </a:lnTo>
                    <a:cubicBezTo>
                      <a:pt x="90192" y="9344"/>
                      <a:pt x="91382" y="5980"/>
                      <a:pt x="90056" y="3193"/>
                    </a:cubicBezTo>
                    <a:lnTo>
                      <a:pt x="90056" y="3193"/>
                    </a:lnTo>
                    <a:cubicBezTo>
                      <a:pt x="88731" y="406"/>
                      <a:pt x="85332" y="-783"/>
                      <a:pt x="82546" y="5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32" name="Google Shape;2032;p46"/>
              <p:cNvSpPr/>
              <p:nvPr/>
            </p:nvSpPr>
            <p:spPr>
              <a:xfrm>
                <a:off x="4422838" y="1855265"/>
                <a:ext cx="71972" cy="74814"/>
              </a:xfrm>
              <a:custGeom>
                <a:avLst/>
                <a:gdLst/>
                <a:ahLst/>
                <a:cxnLst/>
                <a:rect l="l" t="t" r="r" b="b"/>
                <a:pathLst>
                  <a:path w="71972" h="74814" extrusionOk="0">
                    <a:moveTo>
                      <a:pt x="62324" y="1718"/>
                    </a:moveTo>
                    <a:lnTo>
                      <a:pt x="1560" y="65302"/>
                    </a:lnTo>
                    <a:cubicBezTo>
                      <a:pt x="-581" y="67545"/>
                      <a:pt x="-513" y="71113"/>
                      <a:pt x="1730" y="73254"/>
                    </a:cubicBezTo>
                    <a:lnTo>
                      <a:pt x="1730" y="73254"/>
                    </a:lnTo>
                    <a:cubicBezTo>
                      <a:pt x="3973" y="75395"/>
                      <a:pt x="7541" y="75327"/>
                      <a:pt x="9682" y="73085"/>
                    </a:cubicBezTo>
                    <a:lnTo>
                      <a:pt x="70412" y="9500"/>
                    </a:lnTo>
                    <a:cubicBezTo>
                      <a:pt x="72553" y="7257"/>
                      <a:pt x="72485" y="3689"/>
                      <a:pt x="70242" y="1548"/>
                    </a:cubicBezTo>
                    <a:lnTo>
                      <a:pt x="70242" y="1548"/>
                    </a:lnTo>
                    <a:cubicBezTo>
                      <a:pt x="67999" y="-593"/>
                      <a:pt x="64431" y="-491"/>
                      <a:pt x="62324" y="17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33" name="Google Shape;2033;p46"/>
              <p:cNvSpPr/>
              <p:nvPr/>
            </p:nvSpPr>
            <p:spPr>
              <a:xfrm>
                <a:off x="4416185" y="1835374"/>
                <a:ext cx="45386" cy="92221"/>
              </a:xfrm>
              <a:custGeom>
                <a:avLst/>
                <a:gdLst/>
                <a:ahLst/>
                <a:cxnLst/>
                <a:rect l="l" t="t" r="r" b="b"/>
                <a:pathLst>
                  <a:path w="45386" h="92221" extrusionOk="0">
                    <a:moveTo>
                      <a:pt x="34619" y="3427"/>
                    </a:moveTo>
                    <a:lnTo>
                      <a:pt x="431" y="84445"/>
                    </a:lnTo>
                    <a:cubicBezTo>
                      <a:pt x="-758" y="87299"/>
                      <a:pt x="601" y="90596"/>
                      <a:pt x="3422" y="91785"/>
                    </a:cubicBezTo>
                    <a:lnTo>
                      <a:pt x="3422" y="91785"/>
                    </a:lnTo>
                    <a:cubicBezTo>
                      <a:pt x="6277" y="92975"/>
                      <a:pt x="9573" y="91649"/>
                      <a:pt x="10762" y="88795"/>
                    </a:cubicBezTo>
                    <a:lnTo>
                      <a:pt x="44951" y="7777"/>
                    </a:lnTo>
                    <a:cubicBezTo>
                      <a:pt x="46140" y="4956"/>
                      <a:pt x="44815" y="1625"/>
                      <a:pt x="41960" y="436"/>
                    </a:cubicBezTo>
                    <a:lnTo>
                      <a:pt x="41960" y="436"/>
                    </a:lnTo>
                    <a:cubicBezTo>
                      <a:pt x="39105" y="-753"/>
                      <a:pt x="35809" y="572"/>
                      <a:pt x="34585" y="342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34" name="Google Shape;2034;p46"/>
              <p:cNvSpPr/>
              <p:nvPr/>
            </p:nvSpPr>
            <p:spPr>
              <a:xfrm>
                <a:off x="4407685" y="1824165"/>
                <a:ext cx="19556" cy="98768"/>
              </a:xfrm>
              <a:custGeom>
                <a:avLst/>
                <a:gdLst/>
                <a:ahLst/>
                <a:cxnLst/>
                <a:rect l="l" t="t" r="r" b="b"/>
                <a:pathLst>
                  <a:path w="19556" h="98768" extrusionOk="0">
                    <a:moveTo>
                      <a:pt x="8354" y="5086"/>
                    </a:moveTo>
                    <a:lnTo>
                      <a:pt x="28" y="92629"/>
                    </a:lnTo>
                    <a:cubicBezTo>
                      <a:pt x="-279" y="95722"/>
                      <a:pt x="1999" y="98440"/>
                      <a:pt x="5091" y="98746"/>
                    </a:cubicBezTo>
                    <a:lnTo>
                      <a:pt x="5091" y="98746"/>
                    </a:lnTo>
                    <a:cubicBezTo>
                      <a:pt x="8149" y="99018"/>
                      <a:pt x="10902" y="96775"/>
                      <a:pt x="11208" y="93683"/>
                    </a:cubicBezTo>
                    <a:lnTo>
                      <a:pt x="19534" y="6140"/>
                    </a:lnTo>
                    <a:cubicBezTo>
                      <a:pt x="19806" y="3047"/>
                      <a:pt x="17563" y="294"/>
                      <a:pt x="14471" y="22"/>
                    </a:cubicBezTo>
                    <a:lnTo>
                      <a:pt x="14471" y="22"/>
                    </a:lnTo>
                    <a:cubicBezTo>
                      <a:pt x="11378" y="-250"/>
                      <a:pt x="8625" y="1993"/>
                      <a:pt x="8320" y="50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35" name="Google Shape;2035;p46"/>
              <p:cNvSpPr/>
              <p:nvPr/>
            </p:nvSpPr>
            <p:spPr>
              <a:xfrm>
                <a:off x="4380117" y="1825037"/>
                <a:ext cx="11486" cy="99165"/>
              </a:xfrm>
              <a:custGeom>
                <a:avLst/>
                <a:gdLst/>
                <a:ahLst/>
                <a:cxnLst/>
                <a:rect l="l" t="t" r="r" b="b"/>
                <a:pathLst>
                  <a:path w="11486" h="99165" extrusionOk="0">
                    <a:moveTo>
                      <a:pt x="238" y="5607"/>
                    </a:moveTo>
                    <a:lnTo>
                      <a:pt x="0" y="93524"/>
                    </a:lnTo>
                    <a:cubicBezTo>
                      <a:pt x="0" y="96617"/>
                      <a:pt x="2515" y="99166"/>
                      <a:pt x="5607" y="99166"/>
                    </a:cubicBezTo>
                    <a:lnTo>
                      <a:pt x="5607" y="99166"/>
                    </a:lnTo>
                    <a:cubicBezTo>
                      <a:pt x="8700" y="99166"/>
                      <a:pt x="11249" y="96651"/>
                      <a:pt x="11249" y="93558"/>
                    </a:cubicBezTo>
                    <a:lnTo>
                      <a:pt x="11486" y="5641"/>
                    </a:lnTo>
                    <a:cubicBezTo>
                      <a:pt x="11486" y="2549"/>
                      <a:pt x="8971" y="34"/>
                      <a:pt x="5879" y="0"/>
                    </a:cubicBezTo>
                    <a:lnTo>
                      <a:pt x="5879" y="0"/>
                    </a:lnTo>
                    <a:cubicBezTo>
                      <a:pt x="2787" y="0"/>
                      <a:pt x="272" y="2515"/>
                      <a:pt x="238" y="56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2036" name="Google Shape;2036;p46"/>
            <p:cNvSpPr/>
            <p:nvPr/>
          </p:nvSpPr>
          <p:spPr>
            <a:xfrm>
              <a:off x="5448213" y="4417343"/>
              <a:ext cx="350418" cy="718149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37" name="Google Shape;2037;p46"/>
            <p:cNvSpPr/>
            <p:nvPr/>
          </p:nvSpPr>
          <p:spPr>
            <a:xfrm>
              <a:off x="6704083" y="4417343"/>
              <a:ext cx="350418" cy="718149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38" name="Google Shape;2038;p46"/>
            <p:cNvSpPr/>
            <p:nvPr/>
          </p:nvSpPr>
          <p:spPr>
            <a:xfrm>
              <a:off x="6076185" y="4422877"/>
              <a:ext cx="350418" cy="718149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2039" name="Google Shape;2039;p46"/>
            <p:cNvGrpSpPr/>
            <p:nvPr/>
          </p:nvGrpSpPr>
          <p:grpSpPr>
            <a:xfrm>
              <a:off x="5601356" y="3785583"/>
              <a:ext cx="1300432" cy="330190"/>
              <a:chOff x="2195175" y="2564277"/>
              <a:chExt cx="575181" cy="148034"/>
            </a:xfrm>
          </p:grpSpPr>
          <p:sp>
            <p:nvSpPr>
              <p:cNvPr id="2040" name="Google Shape;2040;p46"/>
              <p:cNvSpPr/>
              <p:nvPr/>
            </p:nvSpPr>
            <p:spPr>
              <a:xfrm>
                <a:off x="2692873" y="2596358"/>
                <a:ext cx="63822" cy="79828"/>
              </a:xfrm>
              <a:custGeom>
                <a:avLst/>
                <a:gdLst/>
                <a:ahLst/>
                <a:cxnLst/>
                <a:rect l="l" t="t" r="r" b="b"/>
                <a:pathLst>
                  <a:path w="63822" h="79828" extrusionOk="0">
                    <a:moveTo>
                      <a:pt x="0" y="0"/>
                    </a:moveTo>
                    <a:lnTo>
                      <a:pt x="63822" y="0"/>
                    </a:lnTo>
                    <a:lnTo>
                      <a:pt x="63822" y="79829"/>
                    </a:lnTo>
                    <a:lnTo>
                      <a:pt x="0" y="7982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41" name="Google Shape;2041;p46"/>
              <p:cNvSpPr/>
              <p:nvPr/>
            </p:nvSpPr>
            <p:spPr>
              <a:xfrm>
                <a:off x="2692873" y="2606622"/>
                <a:ext cx="63822" cy="11384"/>
              </a:xfrm>
              <a:custGeom>
                <a:avLst/>
                <a:gdLst/>
                <a:ahLst/>
                <a:cxnLst/>
                <a:rect l="l" t="t" r="r" b="b"/>
                <a:pathLst>
                  <a:path w="63822" h="11384" extrusionOk="0">
                    <a:moveTo>
                      <a:pt x="0" y="0"/>
                    </a:moveTo>
                    <a:lnTo>
                      <a:pt x="63822" y="0"/>
                    </a:lnTo>
                    <a:lnTo>
                      <a:pt x="63822" y="11385"/>
                    </a:lnTo>
                    <a:lnTo>
                      <a:pt x="0" y="11385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42" name="Google Shape;2042;p46"/>
              <p:cNvSpPr/>
              <p:nvPr/>
            </p:nvSpPr>
            <p:spPr>
              <a:xfrm>
                <a:off x="2744731" y="2566146"/>
                <a:ext cx="25624" cy="143107"/>
              </a:xfrm>
              <a:custGeom>
                <a:avLst/>
                <a:gdLst/>
                <a:ahLst/>
                <a:cxnLst/>
                <a:rect l="l" t="t" r="r" b="b"/>
                <a:pathLst>
                  <a:path w="25624" h="143107" extrusionOk="0">
                    <a:moveTo>
                      <a:pt x="25624" y="0"/>
                    </a:moveTo>
                    <a:lnTo>
                      <a:pt x="12812" y="0"/>
                    </a:lnTo>
                    <a:cubicBezTo>
                      <a:pt x="5777" y="0"/>
                      <a:pt x="0" y="5777"/>
                      <a:pt x="0" y="12812"/>
                    </a:cubicBezTo>
                    <a:lnTo>
                      <a:pt x="0" y="130295"/>
                    </a:lnTo>
                    <a:cubicBezTo>
                      <a:pt x="0" y="137330"/>
                      <a:pt x="5777" y="143107"/>
                      <a:pt x="12812" y="143107"/>
                    </a:cubicBezTo>
                    <a:lnTo>
                      <a:pt x="25624" y="143107"/>
                    </a:lnTo>
                    <a:lnTo>
                      <a:pt x="2562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43" name="Google Shape;2043;p46"/>
              <p:cNvSpPr/>
              <p:nvPr/>
            </p:nvSpPr>
            <p:spPr>
              <a:xfrm>
                <a:off x="2744731" y="2632280"/>
                <a:ext cx="25624" cy="76974"/>
              </a:xfrm>
              <a:custGeom>
                <a:avLst/>
                <a:gdLst/>
                <a:ahLst/>
                <a:cxnLst/>
                <a:rect l="l" t="t" r="r" b="b"/>
                <a:pathLst>
                  <a:path w="25624" h="76974" extrusionOk="0">
                    <a:moveTo>
                      <a:pt x="0" y="0"/>
                    </a:moveTo>
                    <a:lnTo>
                      <a:pt x="0" y="64162"/>
                    </a:lnTo>
                    <a:cubicBezTo>
                      <a:pt x="0" y="71197"/>
                      <a:pt x="5777" y="76974"/>
                      <a:pt x="12812" y="76974"/>
                    </a:cubicBezTo>
                    <a:lnTo>
                      <a:pt x="25624" y="76974"/>
                    </a:lnTo>
                    <a:lnTo>
                      <a:pt x="25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44" name="Google Shape;2044;p46"/>
              <p:cNvSpPr/>
              <p:nvPr/>
            </p:nvSpPr>
            <p:spPr>
              <a:xfrm>
                <a:off x="2272625" y="2564277"/>
                <a:ext cx="423680" cy="148034"/>
              </a:xfrm>
              <a:custGeom>
                <a:avLst/>
                <a:gdLst/>
                <a:ahLst/>
                <a:cxnLst/>
                <a:rect l="l" t="t" r="r" b="b"/>
                <a:pathLst>
                  <a:path w="423680" h="148034" extrusionOk="0">
                    <a:moveTo>
                      <a:pt x="14341" y="0"/>
                    </a:moveTo>
                    <a:lnTo>
                      <a:pt x="409339" y="0"/>
                    </a:lnTo>
                    <a:cubicBezTo>
                      <a:pt x="417257" y="0"/>
                      <a:pt x="423680" y="6661"/>
                      <a:pt x="423680" y="14783"/>
                    </a:cubicBezTo>
                    <a:lnTo>
                      <a:pt x="423680" y="133252"/>
                    </a:lnTo>
                    <a:cubicBezTo>
                      <a:pt x="423680" y="141408"/>
                      <a:pt x="417257" y="148035"/>
                      <a:pt x="409339" y="148035"/>
                    </a:cubicBezTo>
                    <a:lnTo>
                      <a:pt x="14341" y="148035"/>
                    </a:lnTo>
                    <a:cubicBezTo>
                      <a:pt x="6457" y="148035"/>
                      <a:pt x="0" y="141374"/>
                      <a:pt x="0" y="133252"/>
                    </a:cubicBezTo>
                    <a:lnTo>
                      <a:pt x="0" y="14783"/>
                    </a:lnTo>
                    <a:cubicBezTo>
                      <a:pt x="0" y="6661"/>
                      <a:pt x="6457" y="0"/>
                      <a:pt x="143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45" name="Google Shape;2045;p46"/>
              <p:cNvSpPr/>
              <p:nvPr/>
            </p:nvSpPr>
            <p:spPr>
              <a:xfrm>
                <a:off x="2285267" y="2573283"/>
                <a:ext cx="397954" cy="130295"/>
              </a:xfrm>
              <a:custGeom>
                <a:avLst/>
                <a:gdLst/>
                <a:ahLst/>
                <a:cxnLst/>
                <a:rect l="l" t="t" r="r" b="b"/>
                <a:pathLst>
                  <a:path w="397954" h="130295" extrusionOk="0">
                    <a:moveTo>
                      <a:pt x="12608" y="0"/>
                    </a:moveTo>
                    <a:lnTo>
                      <a:pt x="385312" y="0"/>
                    </a:lnTo>
                    <a:cubicBezTo>
                      <a:pt x="392245" y="0"/>
                      <a:pt x="397954" y="5845"/>
                      <a:pt x="397954" y="13016"/>
                    </a:cubicBezTo>
                    <a:lnTo>
                      <a:pt x="397954" y="117279"/>
                    </a:lnTo>
                    <a:cubicBezTo>
                      <a:pt x="397954" y="124416"/>
                      <a:pt x="392245" y="130295"/>
                      <a:pt x="385312" y="130295"/>
                    </a:cubicBezTo>
                    <a:lnTo>
                      <a:pt x="12608" y="130295"/>
                    </a:lnTo>
                    <a:cubicBezTo>
                      <a:pt x="5675" y="130295"/>
                      <a:pt x="0" y="124416"/>
                      <a:pt x="0" y="117279"/>
                    </a:cubicBezTo>
                    <a:lnTo>
                      <a:pt x="0" y="13016"/>
                    </a:lnTo>
                    <a:cubicBezTo>
                      <a:pt x="0" y="5845"/>
                      <a:pt x="5675" y="0"/>
                      <a:pt x="12608" y="0"/>
                    </a:cubicBez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2046" name="Google Shape;2046;p46"/>
              <p:cNvGrpSpPr/>
              <p:nvPr/>
            </p:nvGrpSpPr>
            <p:grpSpPr>
              <a:xfrm>
                <a:off x="2445264" y="2583716"/>
                <a:ext cx="207540" cy="106166"/>
                <a:chOff x="2445264" y="2583716"/>
                <a:chExt cx="207540" cy="106166"/>
              </a:xfrm>
            </p:grpSpPr>
            <p:sp>
              <p:nvSpPr>
                <p:cNvPr id="2047" name="Google Shape;2047;p46"/>
                <p:cNvSpPr/>
                <p:nvPr/>
              </p:nvSpPr>
              <p:spPr>
                <a:xfrm>
                  <a:off x="2445264" y="2628813"/>
                  <a:ext cx="53694" cy="2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694" h="20900" extrusionOk="0">
                      <a:moveTo>
                        <a:pt x="0" y="0"/>
                      </a:moveTo>
                      <a:lnTo>
                        <a:pt x="53695" y="0"/>
                      </a:lnTo>
                      <a:lnTo>
                        <a:pt x="53695" y="20900"/>
                      </a:lnTo>
                      <a:lnTo>
                        <a:pt x="0" y="2090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2048" name="Google Shape;2048;p46"/>
                <p:cNvSpPr/>
                <p:nvPr/>
              </p:nvSpPr>
              <p:spPr>
                <a:xfrm>
                  <a:off x="2599110" y="2627216"/>
                  <a:ext cx="53694" cy="2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694" h="20900" extrusionOk="0">
                      <a:moveTo>
                        <a:pt x="0" y="0"/>
                      </a:moveTo>
                      <a:lnTo>
                        <a:pt x="53695" y="0"/>
                      </a:lnTo>
                      <a:lnTo>
                        <a:pt x="53695" y="20900"/>
                      </a:lnTo>
                      <a:lnTo>
                        <a:pt x="0" y="2090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2049" name="Google Shape;2049;p46"/>
                <p:cNvSpPr/>
                <p:nvPr/>
              </p:nvSpPr>
              <p:spPr>
                <a:xfrm>
                  <a:off x="2494643" y="2583716"/>
                  <a:ext cx="106166" cy="106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166" h="106166" extrusionOk="0">
                      <a:moveTo>
                        <a:pt x="53083" y="106166"/>
                      </a:moveTo>
                      <a:cubicBezTo>
                        <a:pt x="82309" y="106166"/>
                        <a:pt x="106166" y="82309"/>
                        <a:pt x="106166" y="53083"/>
                      </a:cubicBezTo>
                      <a:cubicBezTo>
                        <a:pt x="106166" y="23857"/>
                        <a:pt x="82309" y="0"/>
                        <a:pt x="53083" y="0"/>
                      </a:cubicBezTo>
                      <a:cubicBezTo>
                        <a:pt x="23857" y="0"/>
                        <a:pt x="0" y="23857"/>
                        <a:pt x="0" y="53083"/>
                      </a:cubicBezTo>
                      <a:cubicBezTo>
                        <a:pt x="0" y="82309"/>
                        <a:pt x="23823" y="106166"/>
                        <a:pt x="53083" y="10616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2050" name="Google Shape;2050;p46"/>
                <p:cNvSpPr/>
                <p:nvPr/>
              </p:nvSpPr>
              <p:spPr>
                <a:xfrm>
                  <a:off x="2503037" y="2592110"/>
                  <a:ext cx="89378" cy="89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78" h="89378" extrusionOk="0">
                      <a:moveTo>
                        <a:pt x="44689" y="89378"/>
                      </a:moveTo>
                      <a:cubicBezTo>
                        <a:pt x="69328" y="89378"/>
                        <a:pt x="89378" y="69294"/>
                        <a:pt x="89378" y="44689"/>
                      </a:cubicBezTo>
                      <a:cubicBezTo>
                        <a:pt x="89378" y="20085"/>
                        <a:pt x="69294" y="0"/>
                        <a:pt x="44689" y="0"/>
                      </a:cubicBezTo>
                      <a:cubicBezTo>
                        <a:pt x="20085" y="0"/>
                        <a:pt x="0" y="20085"/>
                        <a:pt x="0" y="44689"/>
                      </a:cubicBezTo>
                      <a:cubicBezTo>
                        <a:pt x="0" y="69294"/>
                        <a:pt x="20085" y="89378"/>
                        <a:pt x="44689" y="8937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2051" name="Google Shape;2051;p46"/>
                <p:cNvSpPr/>
                <p:nvPr/>
              </p:nvSpPr>
              <p:spPr>
                <a:xfrm>
                  <a:off x="2503037" y="2592110"/>
                  <a:ext cx="89378" cy="46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78" h="46388" extrusionOk="0">
                      <a:moveTo>
                        <a:pt x="44689" y="0"/>
                      </a:moveTo>
                      <a:cubicBezTo>
                        <a:pt x="69362" y="0"/>
                        <a:pt x="89378" y="20017"/>
                        <a:pt x="89378" y="44689"/>
                      </a:cubicBezTo>
                      <a:cubicBezTo>
                        <a:pt x="89378" y="45267"/>
                        <a:pt x="89378" y="45811"/>
                        <a:pt x="89310" y="46388"/>
                      </a:cubicBezTo>
                      <a:lnTo>
                        <a:pt x="34" y="46388"/>
                      </a:lnTo>
                      <a:cubicBezTo>
                        <a:pt x="34" y="45811"/>
                        <a:pt x="0" y="45267"/>
                        <a:pt x="0" y="44689"/>
                      </a:cubicBezTo>
                      <a:cubicBezTo>
                        <a:pt x="0" y="20017"/>
                        <a:pt x="20017" y="0"/>
                        <a:pt x="44689" y="0"/>
                      </a:cubicBezTo>
                      <a:close/>
                    </a:path>
                  </a:pathLst>
                </a:custGeom>
                <a:solidFill>
                  <a:srgbClr val="74D9E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2052" name="Google Shape;2052;p46"/>
                <p:cNvSpPr/>
                <p:nvPr/>
              </p:nvSpPr>
              <p:spPr>
                <a:xfrm>
                  <a:off x="2546877" y="2599961"/>
                  <a:ext cx="46223" cy="37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223" h="37994" extrusionOk="0">
                      <a:moveTo>
                        <a:pt x="42004" y="18318"/>
                      </a:moveTo>
                      <a:cubicBezTo>
                        <a:pt x="44961" y="24673"/>
                        <a:pt x="46320" y="31401"/>
                        <a:pt x="46218" y="37994"/>
                      </a:cubicBezTo>
                      <a:lnTo>
                        <a:pt x="0" y="37994"/>
                      </a:lnTo>
                      <a:lnTo>
                        <a:pt x="26168" y="0"/>
                      </a:lnTo>
                      <a:cubicBezTo>
                        <a:pt x="32829" y="4384"/>
                        <a:pt x="38368" y="10603"/>
                        <a:pt x="42004" y="18318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2053" name="Google Shape;2053;p46"/>
                <p:cNvSpPr/>
                <p:nvPr/>
              </p:nvSpPr>
              <p:spPr>
                <a:xfrm>
                  <a:off x="2527812" y="2592375"/>
                  <a:ext cx="42887" cy="463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87" h="46361" extrusionOk="0">
                      <a:moveTo>
                        <a:pt x="23687" y="143"/>
                      </a:moveTo>
                      <a:cubicBezTo>
                        <a:pt x="30722" y="687"/>
                        <a:pt x="37212" y="2828"/>
                        <a:pt x="42888" y="6193"/>
                      </a:cubicBezTo>
                      <a:lnTo>
                        <a:pt x="20085" y="46362"/>
                      </a:lnTo>
                      <a:lnTo>
                        <a:pt x="0" y="4833"/>
                      </a:lnTo>
                      <a:cubicBezTo>
                        <a:pt x="7069" y="1231"/>
                        <a:pt x="15225" y="-536"/>
                        <a:pt x="23721" y="14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2054" name="Google Shape;2054;p46"/>
                <p:cNvSpPr/>
                <p:nvPr/>
              </p:nvSpPr>
              <p:spPr>
                <a:xfrm>
                  <a:off x="2503770" y="2600402"/>
                  <a:ext cx="46199" cy="38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99" h="38572" extrusionOk="0">
                      <a:moveTo>
                        <a:pt x="5554" y="15021"/>
                      </a:moveTo>
                      <a:cubicBezTo>
                        <a:pt x="8953" y="8836"/>
                        <a:pt x="13540" y="3806"/>
                        <a:pt x="18944" y="0"/>
                      </a:cubicBezTo>
                      <a:lnTo>
                        <a:pt x="46199" y="37349"/>
                      </a:lnTo>
                      <a:lnTo>
                        <a:pt x="49" y="38572"/>
                      </a:lnTo>
                      <a:cubicBezTo>
                        <a:pt x="-325" y="30620"/>
                        <a:pt x="1442" y="22497"/>
                        <a:pt x="5520" y="1502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grpSp>
              <p:nvGrpSpPr>
                <p:cNvPr id="2055" name="Google Shape;2055;p46"/>
                <p:cNvGrpSpPr/>
                <p:nvPr/>
              </p:nvGrpSpPr>
              <p:grpSpPr>
                <a:xfrm>
                  <a:off x="2527089" y="2609748"/>
                  <a:ext cx="30439" cy="37610"/>
                  <a:chOff x="4840276" y="2840598"/>
                  <a:chExt cx="30439" cy="37610"/>
                </a:xfrm>
              </p:grpSpPr>
              <p:sp>
                <p:nvSpPr>
                  <p:cNvPr id="2056" name="Google Shape;2056;p46"/>
                  <p:cNvSpPr/>
                  <p:nvPr/>
                </p:nvSpPr>
                <p:spPr>
                  <a:xfrm>
                    <a:off x="4850500" y="2857984"/>
                    <a:ext cx="20215" cy="202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15" h="20224" extrusionOk="0">
                        <a:moveTo>
                          <a:pt x="8171" y="184"/>
                        </a:moveTo>
                        <a:cubicBezTo>
                          <a:pt x="13642" y="-869"/>
                          <a:pt x="18978" y="2699"/>
                          <a:pt x="20031" y="8171"/>
                        </a:cubicBezTo>
                        <a:cubicBezTo>
                          <a:pt x="21085" y="13642"/>
                          <a:pt x="17516" y="18944"/>
                          <a:pt x="12045" y="20031"/>
                        </a:cubicBezTo>
                        <a:cubicBezTo>
                          <a:pt x="6573" y="21119"/>
                          <a:pt x="1238" y="17516"/>
                          <a:pt x="184" y="12045"/>
                        </a:cubicBezTo>
                        <a:cubicBezTo>
                          <a:pt x="-869" y="6573"/>
                          <a:pt x="2699" y="1238"/>
                          <a:pt x="8171" y="184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2057" name="Google Shape;2057;p46"/>
                  <p:cNvSpPr/>
                  <p:nvPr/>
                </p:nvSpPr>
                <p:spPr>
                  <a:xfrm>
                    <a:off x="4840276" y="2840598"/>
                    <a:ext cx="20501" cy="2569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1" h="25692" extrusionOk="0">
                        <a:moveTo>
                          <a:pt x="14351" y="25692"/>
                        </a:moveTo>
                        <a:lnTo>
                          <a:pt x="20502" y="21410"/>
                        </a:lnTo>
                        <a:lnTo>
                          <a:pt x="6806" y="1597"/>
                        </a:lnTo>
                        <a:cubicBezTo>
                          <a:pt x="5651" y="-68"/>
                          <a:pt x="3306" y="-510"/>
                          <a:pt x="1606" y="646"/>
                        </a:cubicBezTo>
                        <a:lnTo>
                          <a:pt x="1606" y="646"/>
                        </a:lnTo>
                        <a:cubicBezTo>
                          <a:pt x="-93" y="1835"/>
                          <a:pt x="-501" y="4180"/>
                          <a:pt x="655" y="5845"/>
                        </a:cubicBezTo>
                        <a:lnTo>
                          <a:pt x="14317" y="25658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US" sz="1800" noProof="0" dirty="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</p:grpSp>
          </p:grpSp>
          <p:sp>
            <p:nvSpPr>
              <p:cNvPr id="2058" name="Google Shape;2058;p46"/>
              <p:cNvSpPr/>
              <p:nvPr/>
            </p:nvSpPr>
            <p:spPr>
              <a:xfrm>
                <a:off x="2310041" y="2586265"/>
                <a:ext cx="102360" cy="102360"/>
              </a:xfrm>
              <a:custGeom>
                <a:avLst/>
                <a:gdLst/>
                <a:ahLst/>
                <a:cxnLst/>
                <a:rect l="l" t="t" r="r" b="b"/>
                <a:pathLst>
                  <a:path w="102360" h="102360" extrusionOk="0">
                    <a:moveTo>
                      <a:pt x="51180" y="0"/>
                    </a:moveTo>
                    <a:cubicBezTo>
                      <a:pt x="79421" y="0"/>
                      <a:pt x="102360" y="22939"/>
                      <a:pt x="102360" y="51180"/>
                    </a:cubicBezTo>
                    <a:cubicBezTo>
                      <a:pt x="102360" y="79421"/>
                      <a:pt x="79421" y="102360"/>
                      <a:pt x="51180" y="102360"/>
                    </a:cubicBezTo>
                    <a:cubicBezTo>
                      <a:pt x="22939" y="102360"/>
                      <a:pt x="0" y="79421"/>
                      <a:pt x="0" y="51180"/>
                    </a:cubicBezTo>
                    <a:cubicBezTo>
                      <a:pt x="0" y="22939"/>
                      <a:pt x="22939" y="0"/>
                      <a:pt x="51180" y="0"/>
                    </a:cubicBezTo>
                    <a:lnTo>
                      <a:pt x="51180" y="0"/>
                    </a:lnTo>
                    <a:close/>
                    <a:moveTo>
                      <a:pt x="51180" y="41936"/>
                    </a:moveTo>
                    <a:cubicBezTo>
                      <a:pt x="46048" y="41936"/>
                      <a:pt x="41903" y="46082"/>
                      <a:pt x="41903" y="51180"/>
                    </a:cubicBezTo>
                    <a:cubicBezTo>
                      <a:pt x="41903" y="56278"/>
                      <a:pt x="46048" y="60458"/>
                      <a:pt x="51180" y="60458"/>
                    </a:cubicBezTo>
                    <a:cubicBezTo>
                      <a:pt x="56312" y="60458"/>
                      <a:pt x="60458" y="56312"/>
                      <a:pt x="60458" y="51180"/>
                    </a:cubicBezTo>
                    <a:cubicBezTo>
                      <a:pt x="60458" y="46048"/>
                      <a:pt x="56312" y="41936"/>
                      <a:pt x="51180" y="41936"/>
                    </a:cubicBezTo>
                    <a:lnTo>
                      <a:pt x="51180" y="41936"/>
                    </a:lnTo>
                    <a:close/>
                    <a:moveTo>
                      <a:pt x="57263" y="30110"/>
                    </a:moveTo>
                    <a:cubicBezTo>
                      <a:pt x="64502" y="32183"/>
                      <a:pt x="70177" y="37892"/>
                      <a:pt x="72284" y="45097"/>
                    </a:cubicBezTo>
                    <a:lnTo>
                      <a:pt x="89073" y="45097"/>
                    </a:lnTo>
                    <a:cubicBezTo>
                      <a:pt x="86490" y="28784"/>
                      <a:pt x="73576" y="15905"/>
                      <a:pt x="57297" y="13322"/>
                    </a:cubicBezTo>
                    <a:lnTo>
                      <a:pt x="57297" y="30110"/>
                    </a:lnTo>
                    <a:lnTo>
                      <a:pt x="57297" y="30110"/>
                    </a:lnTo>
                    <a:close/>
                    <a:moveTo>
                      <a:pt x="72284" y="57263"/>
                    </a:moveTo>
                    <a:cubicBezTo>
                      <a:pt x="70177" y="64502"/>
                      <a:pt x="64502" y="70177"/>
                      <a:pt x="57263" y="72284"/>
                    </a:cubicBezTo>
                    <a:lnTo>
                      <a:pt x="57263" y="89072"/>
                    </a:lnTo>
                    <a:cubicBezTo>
                      <a:pt x="73576" y="86456"/>
                      <a:pt x="86456" y="73576"/>
                      <a:pt x="89038" y="57263"/>
                    </a:cubicBezTo>
                    <a:lnTo>
                      <a:pt x="72250" y="57263"/>
                    </a:lnTo>
                    <a:close/>
                    <a:moveTo>
                      <a:pt x="45131" y="72284"/>
                    </a:moveTo>
                    <a:cubicBezTo>
                      <a:pt x="37926" y="70177"/>
                      <a:pt x="32217" y="64502"/>
                      <a:pt x="30144" y="57263"/>
                    </a:cubicBezTo>
                    <a:lnTo>
                      <a:pt x="13356" y="57263"/>
                    </a:lnTo>
                    <a:cubicBezTo>
                      <a:pt x="15939" y="73576"/>
                      <a:pt x="28853" y="86456"/>
                      <a:pt x="45131" y="89072"/>
                    </a:cubicBezTo>
                    <a:lnTo>
                      <a:pt x="45131" y="72284"/>
                    </a:lnTo>
                    <a:lnTo>
                      <a:pt x="45131" y="72284"/>
                    </a:lnTo>
                    <a:close/>
                    <a:moveTo>
                      <a:pt x="30144" y="45131"/>
                    </a:moveTo>
                    <a:cubicBezTo>
                      <a:pt x="32217" y="37892"/>
                      <a:pt x="37926" y="32217"/>
                      <a:pt x="45131" y="30144"/>
                    </a:cubicBezTo>
                    <a:lnTo>
                      <a:pt x="45131" y="13356"/>
                    </a:lnTo>
                    <a:cubicBezTo>
                      <a:pt x="28853" y="15939"/>
                      <a:pt x="15939" y="28853"/>
                      <a:pt x="13356" y="45131"/>
                    </a:cubicBezTo>
                    <a:lnTo>
                      <a:pt x="30144" y="4513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59" name="Google Shape;2059;p46"/>
              <p:cNvSpPr/>
              <p:nvPr/>
            </p:nvSpPr>
            <p:spPr>
              <a:xfrm>
                <a:off x="2208836" y="2598499"/>
                <a:ext cx="63822" cy="79828"/>
              </a:xfrm>
              <a:custGeom>
                <a:avLst/>
                <a:gdLst/>
                <a:ahLst/>
                <a:cxnLst/>
                <a:rect l="l" t="t" r="r" b="b"/>
                <a:pathLst>
                  <a:path w="63822" h="79828" extrusionOk="0">
                    <a:moveTo>
                      <a:pt x="0" y="0"/>
                    </a:moveTo>
                    <a:lnTo>
                      <a:pt x="63822" y="0"/>
                    </a:lnTo>
                    <a:lnTo>
                      <a:pt x="63822" y="79829"/>
                    </a:lnTo>
                    <a:lnTo>
                      <a:pt x="0" y="7982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60" name="Google Shape;2060;p46"/>
              <p:cNvSpPr/>
              <p:nvPr/>
            </p:nvSpPr>
            <p:spPr>
              <a:xfrm>
                <a:off x="2208836" y="2608729"/>
                <a:ext cx="63822" cy="11418"/>
              </a:xfrm>
              <a:custGeom>
                <a:avLst/>
                <a:gdLst/>
                <a:ahLst/>
                <a:cxnLst/>
                <a:rect l="l" t="t" r="r" b="b"/>
                <a:pathLst>
                  <a:path w="63822" h="11418" extrusionOk="0">
                    <a:moveTo>
                      <a:pt x="0" y="0"/>
                    </a:moveTo>
                    <a:lnTo>
                      <a:pt x="63822" y="0"/>
                    </a:lnTo>
                    <a:lnTo>
                      <a:pt x="63822" y="11419"/>
                    </a:lnTo>
                    <a:lnTo>
                      <a:pt x="0" y="11419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61" name="Google Shape;2061;p46"/>
              <p:cNvSpPr/>
              <p:nvPr/>
            </p:nvSpPr>
            <p:spPr>
              <a:xfrm>
                <a:off x="2195175" y="2568219"/>
                <a:ext cx="25623" cy="143107"/>
              </a:xfrm>
              <a:custGeom>
                <a:avLst/>
                <a:gdLst/>
                <a:ahLst/>
                <a:cxnLst/>
                <a:rect l="l" t="t" r="r" b="b"/>
                <a:pathLst>
                  <a:path w="25623" h="143107" extrusionOk="0">
                    <a:moveTo>
                      <a:pt x="0" y="34"/>
                    </a:moveTo>
                    <a:lnTo>
                      <a:pt x="12812" y="34"/>
                    </a:lnTo>
                    <a:cubicBezTo>
                      <a:pt x="19847" y="34"/>
                      <a:pt x="25624" y="5811"/>
                      <a:pt x="25624" y="12846"/>
                    </a:cubicBezTo>
                    <a:lnTo>
                      <a:pt x="25624" y="130295"/>
                    </a:lnTo>
                    <a:cubicBezTo>
                      <a:pt x="25624" y="137330"/>
                      <a:pt x="19847" y="143107"/>
                      <a:pt x="12812" y="143107"/>
                    </a:cubicBezTo>
                    <a:lnTo>
                      <a:pt x="0" y="14310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62" name="Google Shape;2062;p46"/>
              <p:cNvSpPr/>
              <p:nvPr/>
            </p:nvSpPr>
            <p:spPr>
              <a:xfrm>
                <a:off x="2195175" y="2634387"/>
                <a:ext cx="25623" cy="76974"/>
              </a:xfrm>
              <a:custGeom>
                <a:avLst/>
                <a:gdLst/>
                <a:ahLst/>
                <a:cxnLst/>
                <a:rect l="l" t="t" r="r" b="b"/>
                <a:pathLst>
                  <a:path w="25623" h="76974" extrusionOk="0">
                    <a:moveTo>
                      <a:pt x="25624" y="0"/>
                    </a:moveTo>
                    <a:lnTo>
                      <a:pt x="25624" y="64162"/>
                    </a:lnTo>
                    <a:cubicBezTo>
                      <a:pt x="25624" y="71197"/>
                      <a:pt x="19847" y="76974"/>
                      <a:pt x="12812" y="76974"/>
                    </a:cubicBezTo>
                    <a:lnTo>
                      <a:pt x="0" y="76974"/>
                    </a:lnTo>
                    <a:lnTo>
                      <a:pt x="0" y="0"/>
                    </a:lnTo>
                    <a:lnTo>
                      <a:pt x="25624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63" name="Google Shape;2063;p46"/>
              <p:cNvSpPr/>
              <p:nvPr/>
            </p:nvSpPr>
            <p:spPr>
              <a:xfrm>
                <a:off x="2350924" y="2627556"/>
                <a:ext cx="19982" cy="19948"/>
              </a:xfrm>
              <a:custGeom>
                <a:avLst/>
                <a:gdLst/>
                <a:ahLst/>
                <a:cxnLst/>
                <a:rect l="l" t="t" r="r" b="b"/>
                <a:pathLst>
                  <a:path w="19982" h="19948" extrusionOk="0">
                    <a:moveTo>
                      <a:pt x="9991" y="19949"/>
                    </a:moveTo>
                    <a:cubicBezTo>
                      <a:pt x="15463" y="19949"/>
                      <a:pt x="19983" y="15463"/>
                      <a:pt x="19983" y="9958"/>
                    </a:cubicBezTo>
                    <a:cubicBezTo>
                      <a:pt x="19983" y="4452"/>
                      <a:pt x="15497" y="0"/>
                      <a:pt x="9991" y="0"/>
                    </a:cubicBezTo>
                    <a:cubicBezTo>
                      <a:pt x="4486" y="0"/>
                      <a:pt x="0" y="4486"/>
                      <a:pt x="0" y="9958"/>
                    </a:cubicBezTo>
                    <a:cubicBezTo>
                      <a:pt x="0" y="15429"/>
                      <a:pt x="4486" y="19949"/>
                      <a:pt x="9991" y="1994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2064" name="Google Shape;2064;p46"/>
            <p:cNvSpPr/>
            <p:nvPr/>
          </p:nvSpPr>
          <p:spPr>
            <a:xfrm>
              <a:off x="6482028" y="3204972"/>
              <a:ext cx="438330" cy="77411"/>
            </a:xfrm>
            <a:custGeom>
              <a:avLst/>
              <a:gdLst/>
              <a:ahLst/>
              <a:cxnLst/>
              <a:rect l="l" t="t" r="r" b="b"/>
              <a:pathLst>
                <a:path w="194015" h="34731" extrusionOk="0">
                  <a:moveTo>
                    <a:pt x="0" y="34732"/>
                  </a:moveTo>
                  <a:lnTo>
                    <a:pt x="0" y="17366"/>
                  </a:lnTo>
                  <a:cubicBezTo>
                    <a:pt x="0" y="7816"/>
                    <a:pt x="7816" y="0"/>
                    <a:pt x="17366" y="0"/>
                  </a:cubicBezTo>
                  <a:lnTo>
                    <a:pt x="176650" y="0"/>
                  </a:lnTo>
                  <a:cubicBezTo>
                    <a:pt x="186199" y="0"/>
                    <a:pt x="194016" y="7816"/>
                    <a:pt x="194016" y="17366"/>
                  </a:cubicBezTo>
                  <a:lnTo>
                    <a:pt x="194016" y="34732"/>
                  </a:lnTo>
                  <a:lnTo>
                    <a:pt x="0" y="3473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65" name="Google Shape;2065;p46"/>
            <p:cNvSpPr/>
            <p:nvPr/>
          </p:nvSpPr>
          <p:spPr>
            <a:xfrm>
              <a:off x="6684720" y="3204897"/>
              <a:ext cx="235788" cy="77411"/>
            </a:xfrm>
            <a:custGeom>
              <a:avLst/>
              <a:gdLst/>
              <a:ahLst/>
              <a:cxnLst/>
              <a:rect l="l" t="t" r="r" b="b"/>
              <a:pathLst>
                <a:path w="104365" h="34731" extrusionOk="0">
                  <a:moveTo>
                    <a:pt x="0" y="0"/>
                  </a:moveTo>
                  <a:lnTo>
                    <a:pt x="86999" y="0"/>
                  </a:lnTo>
                  <a:cubicBezTo>
                    <a:pt x="96549" y="0"/>
                    <a:pt x="104365" y="7816"/>
                    <a:pt x="104365" y="17366"/>
                  </a:cubicBezTo>
                  <a:lnTo>
                    <a:pt x="104365" y="34732"/>
                  </a:lnTo>
                  <a:lnTo>
                    <a:pt x="0" y="34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1D1E">
                <a:alpha val="5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66" name="Google Shape;2066;p46"/>
            <p:cNvSpPr/>
            <p:nvPr/>
          </p:nvSpPr>
          <p:spPr>
            <a:xfrm>
              <a:off x="6584142" y="1894210"/>
              <a:ext cx="244463" cy="1309804"/>
            </a:xfrm>
            <a:custGeom>
              <a:avLst/>
              <a:gdLst/>
              <a:ahLst/>
              <a:cxnLst/>
              <a:rect l="l" t="t" r="r" b="b"/>
              <a:pathLst>
                <a:path w="108205" h="587653" extrusionOk="0">
                  <a:moveTo>
                    <a:pt x="0" y="0"/>
                  </a:moveTo>
                  <a:lnTo>
                    <a:pt x="108206" y="0"/>
                  </a:lnTo>
                  <a:lnTo>
                    <a:pt x="108206" y="587654"/>
                  </a:lnTo>
                  <a:lnTo>
                    <a:pt x="0" y="5876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67" name="Google Shape;2067;p46"/>
            <p:cNvSpPr/>
            <p:nvPr/>
          </p:nvSpPr>
          <p:spPr>
            <a:xfrm>
              <a:off x="6615568" y="1894210"/>
              <a:ext cx="34933" cy="1309804"/>
            </a:xfrm>
            <a:custGeom>
              <a:avLst/>
              <a:gdLst/>
              <a:ahLst/>
              <a:cxnLst/>
              <a:rect l="l" t="t" r="r" b="b"/>
              <a:pathLst>
                <a:path w="15462" h="587653" extrusionOk="0">
                  <a:moveTo>
                    <a:pt x="0" y="0"/>
                  </a:moveTo>
                  <a:lnTo>
                    <a:pt x="15463" y="0"/>
                  </a:lnTo>
                  <a:lnTo>
                    <a:pt x="15463" y="587654"/>
                  </a:lnTo>
                  <a:lnTo>
                    <a:pt x="0" y="587654"/>
                  </a:lnTo>
                  <a:close/>
                </a:path>
              </a:pathLst>
            </a:custGeom>
            <a:solidFill>
              <a:srgbClr val="161D1E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68" name="Google Shape;2068;p46"/>
            <p:cNvSpPr/>
            <p:nvPr/>
          </p:nvSpPr>
          <p:spPr>
            <a:xfrm>
              <a:off x="6492247" y="1957429"/>
              <a:ext cx="438330" cy="77411"/>
            </a:xfrm>
            <a:custGeom>
              <a:avLst/>
              <a:gdLst/>
              <a:ahLst/>
              <a:cxnLst/>
              <a:rect l="l" t="t" r="r" b="b"/>
              <a:pathLst>
                <a:path w="194015" h="34731" extrusionOk="0">
                  <a:moveTo>
                    <a:pt x="0" y="0"/>
                  </a:moveTo>
                  <a:lnTo>
                    <a:pt x="0" y="17366"/>
                  </a:lnTo>
                  <a:cubicBezTo>
                    <a:pt x="0" y="26915"/>
                    <a:pt x="7816" y="34732"/>
                    <a:pt x="17366" y="34732"/>
                  </a:cubicBezTo>
                  <a:lnTo>
                    <a:pt x="176650" y="34732"/>
                  </a:lnTo>
                  <a:cubicBezTo>
                    <a:pt x="186199" y="34732"/>
                    <a:pt x="194015" y="26915"/>
                    <a:pt x="194015" y="17366"/>
                  </a:cubicBezTo>
                  <a:lnTo>
                    <a:pt x="19401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69" name="Google Shape;2069;p46"/>
            <p:cNvSpPr/>
            <p:nvPr/>
          </p:nvSpPr>
          <p:spPr>
            <a:xfrm>
              <a:off x="6694940" y="1957505"/>
              <a:ext cx="235788" cy="77411"/>
            </a:xfrm>
            <a:custGeom>
              <a:avLst/>
              <a:gdLst/>
              <a:ahLst/>
              <a:cxnLst/>
              <a:rect l="l" t="t" r="r" b="b"/>
              <a:pathLst>
                <a:path w="104365" h="34731" extrusionOk="0">
                  <a:moveTo>
                    <a:pt x="34" y="34732"/>
                  </a:moveTo>
                  <a:lnTo>
                    <a:pt x="86999" y="34732"/>
                  </a:lnTo>
                  <a:cubicBezTo>
                    <a:pt x="96549" y="34732"/>
                    <a:pt x="104365" y="26915"/>
                    <a:pt x="104365" y="17366"/>
                  </a:cubicBezTo>
                  <a:lnTo>
                    <a:pt x="104365" y="0"/>
                  </a:lnTo>
                  <a:lnTo>
                    <a:pt x="0" y="0"/>
                  </a:lnTo>
                  <a:lnTo>
                    <a:pt x="0" y="34732"/>
                  </a:lnTo>
                  <a:close/>
                </a:path>
              </a:pathLst>
            </a:custGeom>
            <a:solidFill>
              <a:srgbClr val="161D1E">
                <a:alpha val="5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70" name="Google Shape;2070;p46"/>
            <p:cNvSpPr/>
            <p:nvPr/>
          </p:nvSpPr>
          <p:spPr>
            <a:xfrm>
              <a:off x="6578686" y="1296893"/>
              <a:ext cx="516952" cy="588623"/>
            </a:xfrm>
            <a:custGeom>
              <a:avLst/>
              <a:gdLst/>
              <a:ahLst/>
              <a:cxnLst/>
              <a:rect l="l" t="t" r="r" b="b"/>
              <a:pathLst>
                <a:path w="228815" h="264090" extrusionOk="0">
                  <a:moveTo>
                    <a:pt x="228781" y="0"/>
                  </a:moveTo>
                  <a:lnTo>
                    <a:pt x="199419" y="0"/>
                  </a:lnTo>
                  <a:cubicBezTo>
                    <a:pt x="89718" y="0"/>
                    <a:pt x="0" y="89718"/>
                    <a:pt x="0" y="199419"/>
                  </a:cubicBezTo>
                  <a:lnTo>
                    <a:pt x="0" y="264091"/>
                  </a:lnTo>
                  <a:lnTo>
                    <a:pt x="108817" y="264091"/>
                  </a:lnTo>
                  <a:lnTo>
                    <a:pt x="108817" y="236904"/>
                  </a:lnTo>
                  <a:cubicBezTo>
                    <a:pt x="108817" y="140491"/>
                    <a:pt x="157754" y="102258"/>
                    <a:pt x="228815" y="104603"/>
                  </a:cubicBezTo>
                  <a:lnTo>
                    <a:pt x="228815" y="3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71" name="Google Shape;2071;p46"/>
            <p:cNvSpPr/>
            <p:nvPr/>
          </p:nvSpPr>
          <p:spPr>
            <a:xfrm>
              <a:off x="6687255" y="1381801"/>
              <a:ext cx="408463" cy="503852"/>
            </a:xfrm>
            <a:custGeom>
              <a:avLst/>
              <a:gdLst/>
              <a:ahLst/>
              <a:cxnLst/>
              <a:rect l="l" t="t" r="r" b="b"/>
              <a:pathLst>
                <a:path w="180795" h="226057" extrusionOk="0">
                  <a:moveTo>
                    <a:pt x="0" y="226024"/>
                  </a:moveTo>
                  <a:lnTo>
                    <a:pt x="60797" y="226024"/>
                  </a:lnTo>
                  <a:lnTo>
                    <a:pt x="60797" y="198836"/>
                  </a:lnTo>
                  <a:cubicBezTo>
                    <a:pt x="60797" y="102423"/>
                    <a:pt x="109735" y="64191"/>
                    <a:pt x="180796" y="66536"/>
                  </a:cubicBezTo>
                  <a:lnTo>
                    <a:pt x="180796" y="29"/>
                  </a:lnTo>
                  <a:cubicBezTo>
                    <a:pt x="25420" y="-1908"/>
                    <a:pt x="34" y="93214"/>
                    <a:pt x="34" y="198599"/>
                  </a:cubicBezTo>
                  <a:lnTo>
                    <a:pt x="34" y="226058"/>
                  </a:lnTo>
                  <a:close/>
                </a:path>
              </a:pathLst>
            </a:custGeom>
            <a:solidFill>
              <a:srgbClr val="161D1E">
                <a:alpha val="5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72" name="Google Shape;2072;p46"/>
            <p:cNvSpPr/>
            <p:nvPr/>
          </p:nvSpPr>
          <p:spPr>
            <a:xfrm>
              <a:off x="6492093" y="1883294"/>
              <a:ext cx="436256" cy="77108"/>
            </a:xfrm>
            <a:custGeom>
              <a:avLst/>
              <a:gdLst/>
              <a:ahLst/>
              <a:cxnLst/>
              <a:rect l="l" t="t" r="r" b="b"/>
              <a:pathLst>
                <a:path w="193097" h="34595" extrusionOk="0">
                  <a:moveTo>
                    <a:pt x="0" y="34596"/>
                  </a:moveTo>
                  <a:lnTo>
                    <a:pt x="0" y="17298"/>
                  </a:lnTo>
                  <a:cubicBezTo>
                    <a:pt x="0" y="7783"/>
                    <a:pt x="7782" y="0"/>
                    <a:pt x="17298" y="0"/>
                  </a:cubicBezTo>
                  <a:lnTo>
                    <a:pt x="175800" y="0"/>
                  </a:lnTo>
                  <a:cubicBezTo>
                    <a:pt x="185316" y="0"/>
                    <a:pt x="193098" y="7783"/>
                    <a:pt x="193098" y="17298"/>
                  </a:cubicBezTo>
                  <a:lnTo>
                    <a:pt x="193098" y="34596"/>
                  </a:lnTo>
                  <a:lnTo>
                    <a:pt x="0" y="3459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73" name="Google Shape;2073;p46"/>
            <p:cNvSpPr/>
            <p:nvPr/>
          </p:nvSpPr>
          <p:spPr>
            <a:xfrm>
              <a:off x="6693863" y="1883294"/>
              <a:ext cx="234635" cy="77108"/>
            </a:xfrm>
            <a:custGeom>
              <a:avLst/>
              <a:gdLst/>
              <a:ahLst/>
              <a:cxnLst/>
              <a:rect l="l" t="t" r="r" b="b"/>
              <a:pathLst>
                <a:path w="103855" h="34595" extrusionOk="0">
                  <a:moveTo>
                    <a:pt x="0" y="0"/>
                  </a:moveTo>
                  <a:lnTo>
                    <a:pt x="86558" y="0"/>
                  </a:lnTo>
                  <a:cubicBezTo>
                    <a:pt x="96073" y="0"/>
                    <a:pt x="103856" y="7783"/>
                    <a:pt x="103856" y="17298"/>
                  </a:cubicBezTo>
                  <a:lnTo>
                    <a:pt x="103856" y="34596"/>
                  </a:lnTo>
                  <a:lnTo>
                    <a:pt x="0" y="34596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161D1E">
                <a:alpha val="5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74" name="Google Shape;2074;p46"/>
            <p:cNvSpPr/>
            <p:nvPr/>
          </p:nvSpPr>
          <p:spPr>
            <a:xfrm>
              <a:off x="7095250" y="1205551"/>
              <a:ext cx="78159" cy="430389"/>
            </a:xfrm>
            <a:custGeom>
              <a:avLst/>
              <a:gdLst/>
              <a:ahLst/>
              <a:cxnLst/>
              <a:rect l="l" t="t" r="r" b="b"/>
              <a:pathLst>
                <a:path w="34595" h="193097" extrusionOk="0">
                  <a:moveTo>
                    <a:pt x="34596" y="0"/>
                  </a:moveTo>
                  <a:lnTo>
                    <a:pt x="17298" y="0"/>
                  </a:lnTo>
                  <a:cubicBezTo>
                    <a:pt x="7782" y="0"/>
                    <a:pt x="0" y="7782"/>
                    <a:pt x="0" y="17298"/>
                  </a:cubicBezTo>
                  <a:lnTo>
                    <a:pt x="0" y="175800"/>
                  </a:lnTo>
                  <a:cubicBezTo>
                    <a:pt x="0" y="185315"/>
                    <a:pt x="7782" y="193098"/>
                    <a:pt x="17298" y="193098"/>
                  </a:cubicBezTo>
                  <a:lnTo>
                    <a:pt x="34596" y="193098"/>
                  </a:lnTo>
                  <a:lnTo>
                    <a:pt x="345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75" name="Google Shape;2075;p46"/>
            <p:cNvSpPr/>
            <p:nvPr/>
          </p:nvSpPr>
          <p:spPr>
            <a:xfrm>
              <a:off x="7095250" y="1404608"/>
              <a:ext cx="78159" cy="231480"/>
            </a:xfrm>
            <a:custGeom>
              <a:avLst/>
              <a:gdLst/>
              <a:ahLst/>
              <a:cxnLst/>
              <a:rect l="l" t="t" r="r" b="b"/>
              <a:pathLst>
                <a:path w="34595" h="103855" extrusionOk="0">
                  <a:moveTo>
                    <a:pt x="0" y="0"/>
                  </a:moveTo>
                  <a:lnTo>
                    <a:pt x="0" y="86558"/>
                  </a:lnTo>
                  <a:cubicBezTo>
                    <a:pt x="0" y="96073"/>
                    <a:pt x="7782" y="103856"/>
                    <a:pt x="17298" y="103856"/>
                  </a:cubicBezTo>
                  <a:lnTo>
                    <a:pt x="34596" y="103856"/>
                  </a:lnTo>
                  <a:lnTo>
                    <a:pt x="345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1D1E">
                <a:alpha val="5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76" name="Google Shape;2076;p46"/>
            <p:cNvSpPr/>
            <p:nvPr/>
          </p:nvSpPr>
          <p:spPr>
            <a:xfrm>
              <a:off x="7359100" y="1207675"/>
              <a:ext cx="78159" cy="430389"/>
            </a:xfrm>
            <a:custGeom>
              <a:avLst/>
              <a:gdLst/>
              <a:ahLst/>
              <a:cxnLst/>
              <a:rect l="l" t="t" r="r" b="b"/>
              <a:pathLst>
                <a:path w="34595" h="193097" extrusionOk="0">
                  <a:moveTo>
                    <a:pt x="0" y="0"/>
                  </a:moveTo>
                  <a:lnTo>
                    <a:pt x="17298" y="0"/>
                  </a:lnTo>
                  <a:cubicBezTo>
                    <a:pt x="26814" y="0"/>
                    <a:pt x="34596" y="7782"/>
                    <a:pt x="34596" y="17298"/>
                  </a:cubicBezTo>
                  <a:lnTo>
                    <a:pt x="34596" y="175800"/>
                  </a:lnTo>
                  <a:cubicBezTo>
                    <a:pt x="34596" y="185316"/>
                    <a:pt x="26814" y="193098"/>
                    <a:pt x="17298" y="193098"/>
                  </a:cubicBezTo>
                  <a:lnTo>
                    <a:pt x="0" y="1930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77" name="Google Shape;2077;p46"/>
            <p:cNvSpPr/>
            <p:nvPr/>
          </p:nvSpPr>
          <p:spPr>
            <a:xfrm>
              <a:off x="7359100" y="1406729"/>
              <a:ext cx="78159" cy="231480"/>
            </a:xfrm>
            <a:custGeom>
              <a:avLst/>
              <a:gdLst/>
              <a:ahLst/>
              <a:cxnLst/>
              <a:rect l="l" t="t" r="r" b="b"/>
              <a:pathLst>
                <a:path w="34595" h="103855" extrusionOk="0">
                  <a:moveTo>
                    <a:pt x="34596" y="0"/>
                  </a:moveTo>
                  <a:lnTo>
                    <a:pt x="34596" y="86558"/>
                  </a:lnTo>
                  <a:cubicBezTo>
                    <a:pt x="34596" y="96073"/>
                    <a:pt x="26814" y="103856"/>
                    <a:pt x="17298" y="103856"/>
                  </a:cubicBezTo>
                  <a:lnTo>
                    <a:pt x="0" y="103856"/>
                  </a:lnTo>
                  <a:lnTo>
                    <a:pt x="0" y="0"/>
                  </a:lnTo>
                  <a:lnTo>
                    <a:pt x="34562" y="0"/>
                  </a:lnTo>
                  <a:close/>
                </a:path>
              </a:pathLst>
            </a:custGeom>
            <a:solidFill>
              <a:srgbClr val="161D1E">
                <a:alpha val="5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78" name="Google Shape;2078;p46"/>
            <p:cNvSpPr/>
            <p:nvPr/>
          </p:nvSpPr>
          <p:spPr>
            <a:xfrm>
              <a:off x="7165476" y="1298637"/>
              <a:ext cx="206304" cy="241251"/>
            </a:xfrm>
            <a:custGeom>
              <a:avLst/>
              <a:gdLst/>
              <a:ahLst/>
              <a:cxnLst/>
              <a:rect l="l" t="t" r="r" b="b"/>
              <a:pathLst>
                <a:path w="91315" h="108239" extrusionOk="0">
                  <a:moveTo>
                    <a:pt x="0" y="0"/>
                  </a:moveTo>
                  <a:lnTo>
                    <a:pt x="91315" y="0"/>
                  </a:lnTo>
                  <a:lnTo>
                    <a:pt x="91315" y="108240"/>
                  </a:lnTo>
                  <a:lnTo>
                    <a:pt x="0" y="108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079" name="Google Shape;2079;p46"/>
            <p:cNvSpPr/>
            <p:nvPr/>
          </p:nvSpPr>
          <p:spPr>
            <a:xfrm>
              <a:off x="7469292" y="3284106"/>
              <a:ext cx="429270" cy="1859398"/>
            </a:xfrm>
            <a:custGeom>
              <a:avLst/>
              <a:gdLst/>
              <a:ahLst/>
              <a:cxnLst/>
              <a:rect l="l" t="t" r="r" b="b"/>
              <a:pathLst>
                <a:path w="190005" h="822959" extrusionOk="0">
                  <a:moveTo>
                    <a:pt x="0" y="0"/>
                  </a:moveTo>
                  <a:lnTo>
                    <a:pt x="190005" y="0"/>
                  </a:lnTo>
                  <a:lnTo>
                    <a:pt x="190005" y="822960"/>
                  </a:lnTo>
                  <a:lnTo>
                    <a:pt x="0" y="82296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2080" name="Google Shape;2080;p46"/>
            <p:cNvGrpSpPr/>
            <p:nvPr/>
          </p:nvGrpSpPr>
          <p:grpSpPr>
            <a:xfrm>
              <a:off x="7375390" y="4525333"/>
              <a:ext cx="508187" cy="617327"/>
              <a:chOff x="5292342" y="3091129"/>
              <a:chExt cx="224771" cy="276766"/>
            </a:xfrm>
          </p:grpSpPr>
          <p:sp>
            <p:nvSpPr>
              <p:cNvPr id="2081" name="Google Shape;2081;p46"/>
              <p:cNvSpPr/>
              <p:nvPr/>
            </p:nvSpPr>
            <p:spPr>
              <a:xfrm>
                <a:off x="5378390" y="3254253"/>
                <a:ext cx="44247" cy="113642"/>
              </a:xfrm>
              <a:custGeom>
                <a:avLst/>
                <a:gdLst/>
                <a:ahLst/>
                <a:cxnLst/>
                <a:rect l="l" t="t" r="r" b="b"/>
                <a:pathLst>
                  <a:path w="44247" h="113642" extrusionOk="0">
                    <a:moveTo>
                      <a:pt x="0" y="0"/>
                    </a:moveTo>
                    <a:lnTo>
                      <a:pt x="44247" y="0"/>
                    </a:lnTo>
                    <a:lnTo>
                      <a:pt x="44247" y="113643"/>
                    </a:lnTo>
                    <a:lnTo>
                      <a:pt x="0" y="11364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82" name="Google Shape;2082;p46"/>
              <p:cNvSpPr/>
              <p:nvPr/>
            </p:nvSpPr>
            <p:spPr>
              <a:xfrm>
                <a:off x="5292342" y="3091129"/>
                <a:ext cx="224771" cy="224770"/>
              </a:xfrm>
              <a:custGeom>
                <a:avLst/>
                <a:gdLst/>
                <a:ahLst/>
                <a:cxnLst/>
                <a:rect l="l" t="t" r="r" b="b"/>
                <a:pathLst>
                  <a:path w="224771" h="224770" extrusionOk="0">
                    <a:moveTo>
                      <a:pt x="112385" y="224771"/>
                    </a:moveTo>
                    <a:cubicBezTo>
                      <a:pt x="174271" y="224771"/>
                      <a:pt x="224771" y="174305"/>
                      <a:pt x="224771" y="112386"/>
                    </a:cubicBezTo>
                    <a:cubicBezTo>
                      <a:pt x="224771" y="50466"/>
                      <a:pt x="174305" y="0"/>
                      <a:pt x="112385" y="0"/>
                    </a:cubicBezTo>
                    <a:cubicBezTo>
                      <a:pt x="50466" y="0"/>
                      <a:pt x="0" y="50500"/>
                      <a:pt x="0" y="112386"/>
                    </a:cubicBezTo>
                    <a:cubicBezTo>
                      <a:pt x="0" y="174271"/>
                      <a:pt x="50466" y="224771"/>
                      <a:pt x="112385" y="22477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83" name="Google Shape;2083;p46"/>
              <p:cNvSpPr/>
              <p:nvPr/>
            </p:nvSpPr>
            <p:spPr>
              <a:xfrm>
                <a:off x="5310116" y="3108903"/>
                <a:ext cx="189189" cy="189223"/>
              </a:xfrm>
              <a:custGeom>
                <a:avLst/>
                <a:gdLst/>
                <a:ahLst/>
                <a:cxnLst/>
                <a:rect l="l" t="t" r="r" b="b"/>
                <a:pathLst>
                  <a:path w="189189" h="189223" extrusionOk="0">
                    <a:moveTo>
                      <a:pt x="94612" y="189224"/>
                    </a:moveTo>
                    <a:cubicBezTo>
                      <a:pt x="146710" y="189224"/>
                      <a:pt x="189190" y="146744"/>
                      <a:pt x="189190" y="94612"/>
                    </a:cubicBezTo>
                    <a:cubicBezTo>
                      <a:pt x="189190" y="42480"/>
                      <a:pt x="146710" y="0"/>
                      <a:pt x="94612" y="0"/>
                    </a:cubicBezTo>
                    <a:cubicBezTo>
                      <a:pt x="42514" y="0"/>
                      <a:pt x="0" y="42514"/>
                      <a:pt x="0" y="94612"/>
                    </a:cubicBezTo>
                    <a:cubicBezTo>
                      <a:pt x="0" y="146709"/>
                      <a:pt x="42480" y="189224"/>
                      <a:pt x="94612" y="18922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84" name="Google Shape;2084;p46"/>
              <p:cNvSpPr/>
              <p:nvPr/>
            </p:nvSpPr>
            <p:spPr>
              <a:xfrm>
                <a:off x="5310116" y="3108937"/>
                <a:ext cx="189189" cy="98180"/>
              </a:xfrm>
              <a:custGeom>
                <a:avLst/>
                <a:gdLst/>
                <a:ahLst/>
                <a:cxnLst/>
                <a:rect l="l" t="t" r="r" b="b"/>
                <a:pathLst>
                  <a:path w="189189" h="98180" extrusionOk="0">
                    <a:moveTo>
                      <a:pt x="94578" y="0"/>
                    </a:moveTo>
                    <a:cubicBezTo>
                      <a:pt x="146845" y="0"/>
                      <a:pt x="189190" y="42378"/>
                      <a:pt x="189190" y="94612"/>
                    </a:cubicBezTo>
                    <a:cubicBezTo>
                      <a:pt x="189190" y="95801"/>
                      <a:pt x="189190" y="96991"/>
                      <a:pt x="189122" y="98180"/>
                    </a:cubicBezTo>
                    <a:lnTo>
                      <a:pt x="68" y="98180"/>
                    </a:lnTo>
                    <a:cubicBezTo>
                      <a:pt x="68" y="96991"/>
                      <a:pt x="0" y="95801"/>
                      <a:pt x="0" y="94612"/>
                    </a:cubicBezTo>
                    <a:cubicBezTo>
                      <a:pt x="0" y="42378"/>
                      <a:pt x="42378" y="0"/>
                      <a:pt x="9461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85" name="Google Shape;2085;p46"/>
              <p:cNvSpPr/>
              <p:nvPr/>
            </p:nvSpPr>
            <p:spPr>
              <a:xfrm>
                <a:off x="5402893" y="3125521"/>
                <a:ext cx="97853" cy="80440"/>
              </a:xfrm>
              <a:custGeom>
                <a:avLst/>
                <a:gdLst/>
                <a:ahLst/>
                <a:cxnLst/>
                <a:rect l="l" t="t" r="r" b="b"/>
                <a:pathLst>
                  <a:path w="97853" h="80440" extrusionOk="0">
                    <a:moveTo>
                      <a:pt x="88902" y="38810"/>
                    </a:moveTo>
                    <a:cubicBezTo>
                      <a:pt x="95223" y="52302"/>
                      <a:pt x="98078" y="66507"/>
                      <a:pt x="97840" y="80440"/>
                    </a:cubicBezTo>
                    <a:lnTo>
                      <a:pt x="0" y="80440"/>
                    </a:lnTo>
                    <a:lnTo>
                      <a:pt x="55428" y="0"/>
                    </a:lnTo>
                    <a:cubicBezTo>
                      <a:pt x="69497" y="9278"/>
                      <a:pt x="81256" y="22429"/>
                      <a:pt x="88902" y="3877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86" name="Google Shape;2086;p46"/>
              <p:cNvSpPr/>
              <p:nvPr/>
            </p:nvSpPr>
            <p:spPr>
              <a:xfrm>
                <a:off x="5362485" y="3109487"/>
                <a:ext cx="90873" cy="98173"/>
              </a:xfrm>
              <a:custGeom>
                <a:avLst/>
                <a:gdLst/>
                <a:ahLst/>
                <a:cxnLst/>
                <a:rect l="l" t="t" r="r" b="b"/>
                <a:pathLst>
                  <a:path w="90873" h="98173" extrusionOk="0">
                    <a:moveTo>
                      <a:pt x="50228" y="299"/>
                    </a:moveTo>
                    <a:cubicBezTo>
                      <a:pt x="65080" y="1455"/>
                      <a:pt x="78877" y="6008"/>
                      <a:pt x="90874" y="13111"/>
                    </a:cubicBezTo>
                    <a:lnTo>
                      <a:pt x="42548" y="98173"/>
                    </a:lnTo>
                    <a:lnTo>
                      <a:pt x="0" y="10257"/>
                    </a:lnTo>
                    <a:cubicBezTo>
                      <a:pt x="15055" y="2610"/>
                      <a:pt x="32217" y="-1128"/>
                      <a:pt x="50228" y="29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87" name="Google Shape;2087;p46"/>
              <p:cNvSpPr/>
              <p:nvPr/>
            </p:nvSpPr>
            <p:spPr>
              <a:xfrm>
                <a:off x="5311712" y="3126507"/>
                <a:ext cx="97738" cy="81629"/>
              </a:xfrm>
              <a:custGeom>
                <a:avLst/>
                <a:gdLst/>
                <a:ahLst/>
                <a:cxnLst/>
                <a:rect l="l" t="t" r="r" b="b"/>
                <a:pathLst>
                  <a:path w="97738" h="81629" extrusionOk="0">
                    <a:moveTo>
                      <a:pt x="11657" y="31775"/>
                    </a:moveTo>
                    <a:cubicBezTo>
                      <a:pt x="18862" y="18725"/>
                      <a:pt x="28649" y="8054"/>
                      <a:pt x="40068" y="0"/>
                    </a:cubicBezTo>
                    <a:lnTo>
                      <a:pt x="97739" y="79047"/>
                    </a:lnTo>
                    <a:lnTo>
                      <a:pt x="103" y="81630"/>
                    </a:lnTo>
                    <a:cubicBezTo>
                      <a:pt x="-679" y="64808"/>
                      <a:pt x="2991" y="47578"/>
                      <a:pt x="11691" y="3174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2088" name="Google Shape;2088;p46"/>
              <p:cNvGrpSpPr/>
              <p:nvPr/>
            </p:nvGrpSpPr>
            <p:grpSpPr>
              <a:xfrm>
                <a:off x="5361045" y="3146273"/>
                <a:ext cx="64409" cy="79667"/>
                <a:chOff x="5361045" y="3146273"/>
                <a:chExt cx="64409" cy="79667"/>
              </a:xfrm>
            </p:grpSpPr>
            <p:sp>
              <p:nvSpPr>
                <p:cNvPr id="2089" name="Google Shape;2089;p46"/>
                <p:cNvSpPr/>
                <p:nvPr/>
              </p:nvSpPr>
              <p:spPr>
                <a:xfrm>
                  <a:off x="5382608" y="3183094"/>
                  <a:ext cx="42846" cy="42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46" h="42846" extrusionOk="0">
                      <a:moveTo>
                        <a:pt x="17328" y="404"/>
                      </a:moveTo>
                      <a:cubicBezTo>
                        <a:pt x="28951" y="-1873"/>
                        <a:pt x="40166" y="5705"/>
                        <a:pt x="42442" y="17328"/>
                      </a:cubicBezTo>
                      <a:cubicBezTo>
                        <a:pt x="44719" y="28951"/>
                        <a:pt x="37141" y="40199"/>
                        <a:pt x="25518" y="42442"/>
                      </a:cubicBezTo>
                      <a:cubicBezTo>
                        <a:pt x="13896" y="44719"/>
                        <a:pt x="2647" y="37141"/>
                        <a:pt x="404" y="25518"/>
                      </a:cubicBezTo>
                      <a:cubicBezTo>
                        <a:pt x="-1873" y="13930"/>
                        <a:pt x="5706" y="2681"/>
                        <a:pt x="17328" y="43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2090" name="Google Shape;2090;p46"/>
                <p:cNvSpPr/>
                <p:nvPr/>
              </p:nvSpPr>
              <p:spPr>
                <a:xfrm>
                  <a:off x="5361045" y="3146273"/>
                  <a:ext cx="43376" cy="543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76" h="54353" extrusionOk="0">
                      <a:moveTo>
                        <a:pt x="30327" y="54353"/>
                      </a:moveTo>
                      <a:lnTo>
                        <a:pt x="43376" y="45348"/>
                      </a:lnTo>
                      <a:lnTo>
                        <a:pt x="14456" y="3411"/>
                      </a:lnTo>
                      <a:cubicBezTo>
                        <a:pt x="11975" y="-191"/>
                        <a:pt x="6980" y="-1075"/>
                        <a:pt x="3411" y="1406"/>
                      </a:cubicBezTo>
                      <a:lnTo>
                        <a:pt x="3411" y="1406"/>
                      </a:lnTo>
                      <a:cubicBezTo>
                        <a:pt x="-191" y="3853"/>
                        <a:pt x="-1075" y="8815"/>
                        <a:pt x="1406" y="12451"/>
                      </a:cubicBezTo>
                      <a:lnTo>
                        <a:pt x="30361" y="54353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1800" noProof="0" dirty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  <p:grpSp>
          <p:nvGrpSpPr>
            <p:cNvPr id="2091" name="Google Shape;2091;p46"/>
            <p:cNvGrpSpPr/>
            <p:nvPr/>
          </p:nvGrpSpPr>
          <p:grpSpPr>
            <a:xfrm>
              <a:off x="7173424" y="2351130"/>
              <a:ext cx="1068467" cy="932361"/>
              <a:chOff x="4168463" y="2302169"/>
              <a:chExt cx="472583" cy="418005"/>
            </a:xfrm>
          </p:grpSpPr>
          <p:sp>
            <p:nvSpPr>
              <p:cNvPr id="2092" name="Google Shape;2092;p46"/>
              <p:cNvSpPr/>
              <p:nvPr/>
            </p:nvSpPr>
            <p:spPr>
              <a:xfrm>
                <a:off x="4193679" y="2335916"/>
                <a:ext cx="425889" cy="372126"/>
              </a:xfrm>
              <a:custGeom>
                <a:avLst/>
                <a:gdLst/>
                <a:ahLst/>
                <a:cxnLst/>
                <a:rect l="l" t="t" r="r" b="b"/>
                <a:pathLst>
                  <a:path w="425889" h="372126" extrusionOk="0">
                    <a:moveTo>
                      <a:pt x="150618" y="0"/>
                    </a:moveTo>
                    <a:lnTo>
                      <a:pt x="269324" y="0"/>
                    </a:lnTo>
                    <a:lnTo>
                      <a:pt x="425889" y="123396"/>
                    </a:lnTo>
                    <a:lnTo>
                      <a:pt x="425889" y="372126"/>
                    </a:lnTo>
                    <a:lnTo>
                      <a:pt x="0" y="372126"/>
                    </a:lnTo>
                    <a:lnTo>
                      <a:pt x="0" y="123396"/>
                    </a:lnTo>
                    <a:lnTo>
                      <a:pt x="15061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93" name="Google Shape;2093;p46"/>
              <p:cNvSpPr/>
              <p:nvPr/>
            </p:nvSpPr>
            <p:spPr>
              <a:xfrm>
                <a:off x="4193679" y="2459312"/>
                <a:ext cx="425889" cy="248695"/>
              </a:xfrm>
              <a:custGeom>
                <a:avLst/>
                <a:gdLst/>
                <a:ahLst/>
                <a:cxnLst/>
                <a:rect l="l" t="t" r="r" b="b"/>
                <a:pathLst>
                  <a:path w="425889" h="248695" extrusionOk="0">
                    <a:moveTo>
                      <a:pt x="0" y="0"/>
                    </a:moveTo>
                    <a:lnTo>
                      <a:pt x="425889" y="0"/>
                    </a:lnTo>
                    <a:lnTo>
                      <a:pt x="425889" y="248696"/>
                    </a:lnTo>
                    <a:lnTo>
                      <a:pt x="0" y="248696"/>
                    </a:lnTo>
                    <a:close/>
                  </a:path>
                </a:pathLst>
              </a:custGeom>
              <a:solidFill>
                <a:srgbClr val="161D1E">
                  <a:alpha val="1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94" name="Google Shape;2094;p46"/>
              <p:cNvSpPr/>
              <p:nvPr/>
            </p:nvSpPr>
            <p:spPr>
              <a:xfrm>
                <a:off x="4488798" y="2459312"/>
                <a:ext cx="87781" cy="216920"/>
              </a:xfrm>
              <a:custGeom>
                <a:avLst/>
                <a:gdLst/>
                <a:ahLst/>
                <a:cxnLst/>
                <a:rect l="l" t="t" r="r" b="b"/>
                <a:pathLst>
                  <a:path w="87781" h="216920" extrusionOk="0">
                    <a:moveTo>
                      <a:pt x="0" y="0"/>
                    </a:moveTo>
                    <a:lnTo>
                      <a:pt x="87781" y="0"/>
                    </a:lnTo>
                    <a:lnTo>
                      <a:pt x="87781" y="216921"/>
                    </a:lnTo>
                    <a:lnTo>
                      <a:pt x="0" y="216921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95" name="Google Shape;2095;p46"/>
              <p:cNvSpPr/>
              <p:nvPr/>
            </p:nvSpPr>
            <p:spPr>
              <a:xfrm>
                <a:off x="4250229" y="2458904"/>
                <a:ext cx="60151" cy="216920"/>
              </a:xfrm>
              <a:custGeom>
                <a:avLst/>
                <a:gdLst/>
                <a:ahLst/>
                <a:cxnLst/>
                <a:rect l="l" t="t" r="r" b="b"/>
                <a:pathLst>
                  <a:path w="60151" h="216920" extrusionOk="0">
                    <a:moveTo>
                      <a:pt x="0" y="0"/>
                    </a:moveTo>
                    <a:lnTo>
                      <a:pt x="60152" y="0"/>
                    </a:lnTo>
                    <a:lnTo>
                      <a:pt x="60152" y="216921"/>
                    </a:lnTo>
                    <a:lnTo>
                      <a:pt x="0" y="216921"/>
                    </a:ln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96" name="Google Shape;2096;p46"/>
              <p:cNvSpPr/>
              <p:nvPr/>
            </p:nvSpPr>
            <p:spPr>
              <a:xfrm>
                <a:off x="4423412" y="2335916"/>
                <a:ext cx="153166" cy="123396"/>
              </a:xfrm>
              <a:custGeom>
                <a:avLst/>
                <a:gdLst/>
                <a:ahLst/>
                <a:cxnLst/>
                <a:rect l="l" t="t" r="r" b="b"/>
                <a:pathLst>
                  <a:path w="153166" h="123396" extrusionOk="0">
                    <a:moveTo>
                      <a:pt x="0" y="0"/>
                    </a:moveTo>
                    <a:lnTo>
                      <a:pt x="65385" y="123396"/>
                    </a:lnTo>
                    <a:lnTo>
                      <a:pt x="153167" y="123396"/>
                    </a:lnTo>
                    <a:lnTo>
                      <a:pt x="2242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97" name="Google Shape;2097;p46"/>
              <p:cNvSpPr/>
              <p:nvPr/>
            </p:nvSpPr>
            <p:spPr>
              <a:xfrm>
                <a:off x="4250229" y="2335916"/>
                <a:ext cx="114356" cy="122988"/>
              </a:xfrm>
              <a:custGeom>
                <a:avLst/>
                <a:gdLst/>
                <a:ahLst/>
                <a:cxnLst/>
                <a:rect l="l" t="t" r="r" b="b"/>
                <a:pathLst>
                  <a:path w="114356" h="122988" extrusionOk="0">
                    <a:moveTo>
                      <a:pt x="0" y="122989"/>
                    </a:moveTo>
                    <a:lnTo>
                      <a:pt x="114357" y="0"/>
                    </a:lnTo>
                    <a:lnTo>
                      <a:pt x="60186" y="122989"/>
                    </a:lnTo>
                    <a:lnTo>
                      <a:pt x="0" y="122989"/>
                    </a:ln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98" name="Google Shape;2098;p46"/>
              <p:cNvSpPr/>
              <p:nvPr/>
            </p:nvSpPr>
            <p:spPr>
              <a:xfrm>
                <a:off x="4177741" y="2448267"/>
                <a:ext cx="8394" cy="241219"/>
              </a:xfrm>
              <a:custGeom>
                <a:avLst/>
                <a:gdLst/>
                <a:ahLst/>
                <a:cxnLst/>
                <a:rect l="l" t="t" r="r" b="b"/>
                <a:pathLst>
                  <a:path w="8394" h="241219" extrusionOk="0">
                    <a:moveTo>
                      <a:pt x="0" y="0"/>
                    </a:moveTo>
                    <a:lnTo>
                      <a:pt x="8394" y="0"/>
                    </a:lnTo>
                    <a:lnTo>
                      <a:pt x="8394" y="241219"/>
                    </a:lnTo>
                    <a:lnTo>
                      <a:pt x="0" y="24121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99" name="Google Shape;2099;p46"/>
              <p:cNvSpPr/>
              <p:nvPr/>
            </p:nvSpPr>
            <p:spPr>
              <a:xfrm>
                <a:off x="4627351" y="2449660"/>
                <a:ext cx="8428" cy="241219"/>
              </a:xfrm>
              <a:custGeom>
                <a:avLst/>
                <a:gdLst/>
                <a:ahLst/>
                <a:cxnLst/>
                <a:rect l="l" t="t" r="r" b="b"/>
                <a:pathLst>
                  <a:path w="8428" h="241219" extrusionOk="0">
                    <a:moveTo>
                      <a:pt x="0" y="0"/>
                    </a:moveTo>
                    <a:lnTo>
                      <a:pt x="8428" y="0"/>
                    </a:lnTo>
                    <a:lnTo>
                      <a:pt x="8428" y="241219"/>
                    </a:lnTo>
                    <a:lnTo>
                      <a:pt x="0" y="24121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100" name="Google Shape;2100;p46"/>
              <p:cNvSpPr/>
              <p:nvPr/>
            </p:nvSpPr>
            <p:spPr>
              <a:xfrm>
                <a:off x="4177809" y="2324463"/>
                <a:ext cx="159657" cy="131858"/>
              </a:xfrm>
              <a:custGeom>
                <a:avLst/>
                <a:gdLst/>
                <a:ahLst/>
                <a:cxnLst/>
                <a:rect l="l" t="t" r="r" b="b"/>
                <a:pathLst>
                  <a:path w="159657" h="131858" extrusionOk="0">
                    <a:moveTo>
                      <a:pt x="0" y="125231"/>
                    </a:moveTo>
                    <a:lnTo>
                      <a:pt x="5166" y="131858"/>
                    </a:lnTo>
                    <a:lnTo>
                      <a:pt x="159658" y="10705"/>
                    </a:lnTo>
                    <a:lnTo>
                      <a:pt x="159658" y="0"/>
                    </a:lnTo>
                    <a:lnTo>
                      <a:pt x="0" y="12523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101" name="Google Shape;2101;p46"/>
              <p:cNvSpPr/>
              <p:nvPr/>
            </p:nvSpPr>
            <p:spPr>
              <a:xfrm>
                <a:off x="4476086" y="2325890"/>
                <a:ext cx="159623" cy="131824"/>
              </a:xfrm>
              <a:custGeom>
                <a:avLst/>
                <a:gdLst/>
                <a:ahLst/>
                <a:cxnLst/>
                <a:rect l="l" t="t" r="r" b="b"/>
                <a:pathLst>
                  <a:path w="159623" h="131824" extrusionOk="0">
                    <a:moveTo>
                      <a:pt x="159623" y="125231"/>
                    </a:moveTo>
                    <a:lnTo>
                      <a:pt x="154458" y="131824"/>
                    </a:lnTo>
                    <a:lnTo>
                      <a:pt x="0" y="10671"/>
                    </a:lnTo>
                    <a:lnTo>
                      <a:pt x="0" y="0"/>
                    </a:lnTo>
                    <a:lnTo>
                      <a:pt x="159623" y="12523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102" name="Google Shape;2102;p46"/>
              <p:cNvSpPr/>
              <p:nvPr/>
            </p:nvSpPr>
            <p:spPr>
              <a:xfrm>
                <a:off x="4337398" y="2324089"/>
                <a:ext cx="138417" cy="11690"/>
              </a:xfrm>
              <a:custGeom>
                <a:avLst/>
                <a:gdLst/>
                <a:ahLst/>
                <a:cxnLst/>
                <a:rect l="l" t="t" r="r" b="b"/>
                <a:pathLst>
                  <a:path w="138417" h="11690" extrusionOk="0">
                    <a:moveTo>
                      <a:pt x="0" y="0"/>
                    </a:moveTo>
                    <a:lnTo>
                      <a:pt x="138417" y="0"/>
                    </a:lnTo>
                    <a:lnTo>
                      <a:pt x="138417" y="11690"/>
                    </a:lnTo>
                    <a:lnTo>
                      <a:pt x="0" y="1169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103" name="Google Shape;2103;p46"/>
              <p:cNvSpPr/>
              <p:nvPr/>
            </p:nvSpPr>
            <p:spPr>
              <a:xfrm>
                <a:off x="4337398" y="2302169"/>
                <a:ext cx="138417" cy="11690"/>
              </a:xfrm>
              <a:custGeom>
                <a:avLst/>
                <a:gdLst/>
                <a:ahLst/>
                <a:cxnLst/>
                <a:rect l="l" t="t" r="r" b="b"/>
                <a:pathLst>
                  <a:path w="138417" h="11690" extrusionOk="0">
                    <a:moveTo>
                      <a:pt x="0" y="0"/>
                    </a:moveTo>
                    <a:lnTo>
                      <a:pt x="138417" y="0"/>
                    </a:lnTo>
                    <a:lnTo>
                      <a:pt x="138417" y="11691"/>
                    </a:lnTo>
                    <a:lnTo>
                      <a:pt x="0" y="1169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104" name="Google Shape;2104;p46"/>
              <p:cNvSpPr/>
              <p:nvPr/>
            </p:nvSpPr>
            <p:spPr>
              <a:xfrm>
                <a:off x="4168463" y="2676233"/>
                <a:ext cx="472583" cy="43941"/>
              </a:xfrm>
              <a:custGeom>
                <a:avLst/>
                <a:gdLst/>
                <a:ahLst/>
                <a:cxnLst/>
                <a:rect l="l" t="t" r="r" b="b"/>
                <a:pathLst>
                  <a:path w="472583" h="43941" extrusionOk="0">
                    <a:moveTo>
                      <a:pt x="0" y="0"/>
                    </a:moveTo>
                    <a:lnTo>
                      <a:pt x="472584" y="0"/>
                    </a:lnTo>
                    <a:lnTo>
                      <a:pt x="472584" y="43942"/>
                    </a:lnTo>
                    <a:lnTo>
                      <a:pt x="0" y="4394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105" name="Google Shape;2105;p46"/>
              <p:cNvSpPr/>
              <p:nvPr/>
            </p:nvSpPr>
            <p:spPr>
              <a:xfrm>
                <a:off x="4350549" y="2313010"/>
                <a:ext cx="111162" cy="11690"/>
              </a:xfrm>
              <a:custGeom>
                <a:avLst/>
                <a:gdLst/>
                <a:ahLst/>
                <a:cxnLst/>
                <a:rect l="l" t="t" r="r" b="b"/>
                <a:pathLst>
                  <a:path w="111162" h="11690" extrusionOk="0">
                    <a:moveTo>
                      <a:pt x="0" y="0"/>
                    </a:moveTo>
                    <a:lnTo>
                      <a:pt x="111162" y="0"/>
                    </a:lnTo>
                    <a:lnTo>
                      <a:pt x="111162" y="11691"/>
                    </a:lnTo>
                    <a:lnTo>
                      <a:pt x="0" y="1169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106" name="Google Shape;2106;p46"/>
              <p:cNvSpPr/>
              <p:nvPr/>
            </p:nvSpPr>
            <p:spPr>
              <a:xfrm>
                <a:off x="4351049" y="2313010"/>
                <a:ext cx="111162" cy="11690"/>
              </a:xfrm>
              <a:custGeom>
                <a:avLst/>
                <a:gdLst/>
                <a:ahLst/>
                <a:cxnLst/>
                <a:rect l="l" t="t" r="r" b="b"/>
                <a:pathLst>
                  <a:path w="111162" h="11690" extrusionOk="0">
                    <a:moveTo>
                      <a:pt x="0" y="0"/>
                    </a:moveTo>
                    <a:lnTo>
                      <a:pt x="111162" y="0"/>
                    </a:lnTo>
                    <a:lnTo>
                      <a:pt x="111162" y="11691"/>
                    </a:lnTo>
                    <a:lnTo>
                      <a:pt x="0" y="11691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noProof="0" dirty="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sp>
        <p:nvSpPr>
          <p:cNvPr id="2" name="Rectangle 1"/>
          <p:cNvSpPr/>
          <p:nvPr/>
        </p:nvSpPr>
        <p:spPr>
          <a:xfrm>
            <a:off x="713250" y="3280214"/>
            <a:ext cx="3223800" cy="1018646"/>
          </a:xfrm>
          <a:prstGeom prst="rect">
            <a:avLst/>
          </a:prstGeom>
          <a:solidFill>
            <a:srgbClr val="F3F3F3"/>
          </a:solidFill>
          <a:ln>
            <a:solidFill>
              <a:srgbClr val="F3F3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theme/theme1.xml><?xml version="1.0" encoding="utf-8"?>
<a:theme xmlns:a="http://schemas.openxmlformats.org/drawingml/2006/main" name="Cost Reduction in Manufacturing Industry Thesis Defense by Slidesgo">
  <a:themeElements>
    <a:clrScheme name="Simple Light">
      <a:dk1>
        <a:srgbClr val="161D1E"/>
      </a:dk1>
      <a:lt1>
        <a:srgbClr val="F3F3F3"/>
      </a:lt1>
      <a:dk2>
        <a:srgbClr val="CCCCCC"/>
      </a:dk2>
      <a:lt2>
        <a:srgbClr val="999999"/>
      </a:lt2>
      <a:accent1>
        <a:srgbClr val="666666"/>
      </a:accent1>
      <a:accent2>
        <a:srgbClr val="03515F"/>
      </a:accent2>
      <a:accent3>
        <a:srgbClr val="95B9AC"/>
      </a:accent3>
      <a:accent4>
        <a:srgbClr val="97D6DD"/>
      </a:accent4>
      <a:accent5>
        <a:srgbClr val="BB963D"/>
      </a:accent5>
      <a:accent6>
        <a:srgbClr val="995656"/>
      </a:accent6>
      <a:hlink>
        <a:srgbClr val="161D1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1743</Words>
  <Application>Microsoft Office PowerPoint</Application>
  <PresentationFormat>On-screen Show (16:9)</PresentationFormat>
  <Paragraphs>270</Paragraphs>
  <Slides>37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Calibri</vt:lpstr>
      <vt:lpstr>Arial</vt:lpstr>
      <vt:lpstr>Montserrat</vt:lpstr>
      <vt:lpstr>Magneto</vt:lpstr>
      <vt:lpstr>Times New Roman</vt:lpstr>
      <vt:lpstr>Lato</vt:lpstr>
      <vt:lpstr>Cost Reduction in Manufacturing Industry Thesis Defense by Slidesgo</vt:lpstr>
      <vt:lpstr>Manufacturing Downtime  Project Data analysis project</vt:lpstr>
      <vt:lpstr>Contents of this Presentation</vt:lpstr>
      <vt:lpstr> Case Study Story</vt:lpstr>
      <vt:lpstr>Data Analysis Team</vt:lpstr>
      <vt:lpstr>PowerPoint Presentation</vt:lpstr>
      <vt:lpstr>PowerPoint Presentation</vt:lpstr>
      <vt:lpstr>PowerPoint Presentation</vt:lpstr>
      <vt:lpstr>Dataset purpose This dataset represents the operating conditions of industrial machines and whether they failed. data used in predictive maintenance: predicting and preventing machine breakdowns before they occur.  Number of rows: 10,000  Number of columns: 15  “During data exploration, we found that the dataset contained no null or missing values or duplicates which simplified preprocessing.”</vt:lpstr>
      <vt:lpstr>PowerPoint Presentation</vt:lpstr>
      <vt:lpstr>PowerPoint Presentation</vt:lpstr>
      <vt:lpstr>PowerPoint Presentation</vt:lpstr>
      <vt:lpstr>PowerPoint Presentation</vt:lpstr>
      <vt:lpstr>Business Question </vt:lpstr>
      <vt:lpstr>PowerPoint Presentation</vt:lpstr>
      <vt:lpstr>PowerPoint Presentation</vt:lpstr>
      <vt:lpstr>PowerPoint Presentation</vt:lpstr>
      <vt:lpstr>Data Transformation Ideas</vt:lpstr>
      <vt:lpstr>PowerPoint Presentation</vt:lpstr>
      <vt:lpstr>PowerPoint Presentation</vt:lpstr>
      <vt:lpstr>Insights </vt:lpstr>
      <vt:lpstr>PowerPoint Presentation</vt:lpstr>
      <vt:lpstr>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Predictive Maintenance Triggers </vt:lpstr>
      <vt:lpstr>PowerPoint Presentation</vt:lpstr>
      <vt:lpstr>Recommended Action Plan</vt:lpstr>
      <vt:lpstr>PowerPoint Presentation</vt:lpstr>
      <vt:lpstr>PowerPoint Presentation</vt:lpstr>
      <vt:lpstr>Project Impact</vt:lpstr>
      <vt:lpstr>PowerPoint Presentation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Manufacturing Downtime</dc:title>
  <dc:creator>Toka Ahmed</dc:creator>
  <cp:lastModifiedBy>Rania Mohamed</cp:lastModifiedBy>
  <cp:revision>64</cp:revision>
  <dcterms:created xsi:type="dcterms:W3CDTF">2025-09-19T08:04:20Z</dcterms:created>
  <dcterms:modified xsi:type="dcterms:W3CDTF">2025-11-13T23:29:10Z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D0B2F8420C514C0CA780DD1F3BADC0B6_12</vt:lpwstr>
  </property>
  <property fmtid="{D5CDD505-2E9C-101B-9397-08002B2CF9AE}" pid="3" name="KSOProductBuildVer">
    <vt:lpwstr>1033-12.2.0.22549</vt:lpwstr>
  </property>
</Properties>
</file>